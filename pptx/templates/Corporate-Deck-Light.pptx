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81"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9144000" cy="5143500" type="screen16x9"/>
  <p:notesSz cx="6858000" cy="9144000"/>
  <p:embeddedFontLst>
    <p:embeddedFont>
      <p:font typeface="DS Indigo"/>
      <p:regular r:id="rId84"/>
      <p:bold r:id="rId85"/>
    </p:embeddedFont>
    <p:embeddedFont>
      <p:font typeface="DS Indigo Medium" pitchFamily="2" charset="77"/>
      <p:regular r:id="rId86"/>
      <p:bold r:id="rId87"/>
    </p:embeddedFont>
    <p:embeddedFont>
      <p:font typeface="DS Indigo SemiBold"/>
      <p:regular r:id="rId88"/>
      <p:bold r:id="rId89"/>
    </p:embeddedFont>
    <p:embeddedFont>
      <p:font typeface="Open Sans" panose="020B0606030504020204" pitchFamily="34" charset="0"/>
      <p:regular r:id="rId90"/>
      <p:bold r:id="rId91"/>
      <p:italic r:id="rId92"/>
      <p:boldItalic r:id="rId9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952">
          <p15:clr>
            <a:srgbClr val="9AA0A6"/>
          </p15:clr>
        </p15:guide>
        <p15:guide id="2" orient="horz" pos="2540">
          <p15:clr>
            <a:srgbClr val="9AA0A6"/>
          </p15:clr>
        </p15:guide>
        <p15:guide id="3" orient="horz" pos="82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02712A-B760-4190-B2A6-CF735F5BD3C8}">
  <a:tblStyle styleId="{2B02712A-B760-4190-B2A6-CF735F5BD3C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113FC07-ED0A-424B-A021-3AF69EE6CE0B}"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4"/>
  </p:normalViewPr>
  <p:slideViewPr>
    <p:cSldViewPr snapToGrid="0">
      <p:cViewPr varScale="1">
        <p:scale>
          <a:sx n="170" d="100"/>
          <a:sy n="170" d="100"/>
        </p:scale>
        <p:origin x="200" y="216"/>
      </p:cViewPr>
      <p:guideLst>
        <p:guide pos="2952"/>
        <p:guide orient="horz" pos="2540"/>
        <p:guide orient="horz" pos="82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7.fntdata"/><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5"/>
        <p:cNvGrpSpPr/>
        <p:nvPr/>
      </p:nvGrpSpPr>
      <p:grpSpPr>
        <a:xfrm>
          <a:off x="0" y="0"/>
          <a:ext cx="0" cy="0"/>
          <a:chOff x="0" y="0"/>
          <a:chExt cx="0" cy="0"/>
        </a:xfrm>
      </p:grpSpPr>
      <p:sp>
        <p:nvSpPr>
          <p:cNvPr id="1506" name="Google Shape;1506;g37b50cc4c46_0_2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7" name="Google Shape;1507;g37b50cc4c46_0_2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g37b50cc4c46_0_213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2" name="Google Shape;1512;g37b50cc4c46_0_2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5"/>
        <p:cNvGrpSpPr/>
        <p:nvPr/>
      </p:nvGrpSpPr>
      <p:grpSpPr>
        <a:xfrm>
          <a:off x="0" y="0"/>
          <a:ext cx="0" cy="0"/>
          <a:chOff x="0" y="0"/>
          <a:chExt cx="0" cy="0"/>
        </a:xfrm>
      </p:grpSpPr>
      <p:sp>
        <p:nvSpPr>
          <p:cNvPr id="1516" name="Google Shape;1516;g37b50cc4c46_0_2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7" name="Google Shape;1517;g37b50cc4c46_0_2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0"/>
        <p:cNvGrpSpPr/>
        <p:nvPr/>
      </p:nvGrpSpPr>
      <p:grpSpPr>
        <a:xfrm>
          <a:off x="0" y="0"/>
          <a:ext cx="0" cy="0"/>
          <a:chOff x="0" y="0"/>
          <a:chExt cx="0" cy="0"/>
        </a:xfrm>
      </p:grpSpPr>
      <p:sp>
        <p:nvSpPr>
          <p:cNvPr id="1521" name="Google Shape;1521;g37b50cc4c46_0_2147: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2" name="Google Shape;1522;g37b50cc4c46_0_2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g37b50cc4c46_0_215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7" name="Google Shape;1527;g37b50cc4c46_0_2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3"/>
        <p:cNvGrpSpPr/>
        <p:nvPr/>
      </p:nvGrpSpPr>
      <p:grpSpPr>
        <a:xfrm>
          <a:off x="0" y="0"/>
          <a:ext cx="0" cy="0"/>
          <a:chOff x="0" y="0"/>
          <a:chExt cx="0" cy="0"/>
        </a:xfrm>
      </p:grpSpPr>
      <p:sp>
        <p:nvSpPr>
          <p:cNvPr id="1534" name="Google Shape;1534;g37b50cc4c46_0_215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5" name="Google Shape;1535;g37b50cc4c46_0_2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37b50cc4c46_0_216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37b50cc4c46_0_2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37b50cc4c46_0_2172: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37b50cc4c46_0_2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37b50cc4c46_0_217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37b50cc4c46_0_2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g37b50cc4c46_0_2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1" name="Google Shape;1571;g37b50cc4c46_0_2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8"/>
        <p:cNvGrpSpPr/>
        <p:nvPr/>
      </p:nvGrpSpPr>
      <p:grpSpPr>
        <a:xfrm>
          <a:off x="0" y="0"/>
          <a:ext cx="0" cy="0"/>
          <a:chOff x="0" y="0"/>
          <a:chExt cx="0" cy="0"/>
        </a:xfrm>
      </p:grpSpPr>
      <p:sp>
        <p:nvSpPr>
          <p:cNvPr id="1579" name="Google Shape;1579;g37b50cc4c46_0_219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0" name="Google Shape;1580;g37b50cc4c46_0_2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37b50cc4c46_0_2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37b50cc4c46_0_2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g37b50cc4c46_0_221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9" name="Google Shape;1599;g37b50cc4c46_0_2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4"/>
        <p:cNvGrpSpPr/>
        <p:nvPr/>
      </p:nvGrpSpPr>
      <p:grpSpPr>
        <a:xfrm>
          <a:off x="0" y="0"/>
          <a:ext cx="0" cy="0"/>
          <a:chOff x="0" y="0"/>
          <a:chExt cx="0" cy="0"/>
        </a:xfrm>
      </p:grpSpPr>
      <p:sp>
        <p:nvSpPr>
          <p:cNvPr id="1605" name="Google Shape;1605;g37b50cc4c46_0_222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6" name="Google Shape;1606;g37b50cc4c46_0_2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3"/>
        <p:cNvGrpSpPr/>
        <p:nvPr/>
      </p:nvGrpSpPr>
      <p:grpSpPr>
        <a:xfrm>
          <a:off x="0" y="0"/>
          <a:ext cx="0" cy="0"/>
          <a:chOff x="0" y="0"/>
          <a:chExt cx="0" cy="0"/>
        </a:xfrm>
      </p:grpSpPr>
      <p:sp>
        <p:nvSpPr>
          <p:cNvPr id="1614" name="Google Shape;1614;g37b50cc4c46_0_222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5" name="Google Shape;1615;g37b50cc4c46_0_2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g37b50cc4c46_0_2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7" name="Google Shape;1627;g37b50cc4c46_0_2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7"/>
        <p:cNvGrpSpPr/>
        <p:nvPr/>
      </p:nvGrpSpPr>
      <p:grpSpPr>
        <a:xfrm>
          <a:off x="0" y="0"/>
          <a:ext cx="0" cy="0"/>
          <a:chOff x="0" y="0"/>
          <a:chExt cx="0" cy="0"/>
        </a:xfrm>
      </p:grpSpPr>
      <p:sp>
        <p:nvSpPr>
          <p:cNvPr id="1638" name="Google Shape;1638;g37b50cc4c46_0_22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9" name="Google Shape;1639;g37b50cc4c46_0_2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5"/>
        <p:cNvGrpSpPr/>
        <p:nvPr/>
      </p:nvGrpSpPr>
      <p:grpSpPr>
        <a:xfrm>
          <a:off x="0" y="0"/>
          <a:ext cx="0" cy="0"/>
          <a:chOff x="0" y="0"/>
          <a:chExt cx="0" cy="0"/>
        </a:xfrm>
      </p:grpSpPr>
      <p:sp>
        <p:nvSpPr>
          <p:cNvPr id="1656" name="Google Shape;1656;g37b50cc4c46_0_226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7" name="Google Shape;1657;g37b50cc4c46_0_2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g37b50cc4c46_0_227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4" name="Google Shape;1664;g37b50cc4c46_0_2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g37b50cc4c46_0_2280: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1" name="Google Shape;1671;g37b50cc4c46_0_2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5"/>
        <p:cNvGrpSpPr/>
        <p:nvPr/>
      </p:nvGrpSpPr>
      <p:grpSpPr>
        <a:xfrm>
          <a:off x="0" y="0"/>
          <a:ext cx="0" cy="0"/>
          <a:chOff x="0" y="0"/>
          <a:chExt cx="0" cy="0"/>
        </a:xfrm>
      </p:grpSpPr>
      <p:sp>
        <p:nvSpPr>
          <p:cNvPr id="1676" name="Google Shape;1676;g37b50cc4c46_0_228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7" name="Google Shape;1677;g37b50cc4c46_0_2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2"/>
        <p:cNvGrpSpPr/>
        <p:nvPr/>
      </p:nvGrpSpPr>
      <p:grpSpPr>
        <a:xfrm>
          <a:off x="0" y="0"/>
          <a:ext cx="0" cy="0"/>
          <a:chOff x="0" y="0"/>
          <a:chExt cx="0" cy="0"/>
        </a:xfrm>
      </p:grpSpPr>
      <p:sp>
        <p:nvSpPr>
          <p:cNvPr id="1683" name="Google Shape;1683;g37b50cc4c46_0_229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4" name="Google Shape;1684;g37b50cc4c46_0_2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g37b50cc4c46_0_229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2" name="Google Shape;1692;g37b50cc4c46_0_2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6"/>
        <p:cNvGrpSpPr/>
        <p:nvPr/>
      </p:nvGrpSpPr>
      <p:grpSpPr>
        <a:xfrm>
          <a:off x="0" y="0"/>
          <a:ext cx="0" cy="0"/>
          <a:chOff x="0" y="0"/>
          <a:chExt cx="0" cy="0"/>
        </a:xfrm>
      </p:grpSpPr>
      <p:sp>
        <p:nvSpPr>
          <p:cNvPr id="1697" name="Google Shape;1697;g37b50cc4c46_0_230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8" name="Google Shape;1698;g37b50cc4c46_0_2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3"/>
        <p:cNvGrpSpPr/>
        <p:nvPr/>
      </p:nvGrpSpPr>
      <p:grpSpPr>
        <a:xfrm>
          <a:off x="0" y="0"/>
          <a:ext cx="0" cy="0"/>
          <a:chOff x="0" y="0"/>
          <a:chExt cx="0" cy="0"/>
        </a:xfrm>
      </p:grpSpPr>
      <p:sp>
        <p:nvSpPr>
          <p:cNvPr id="1704" name="Google Shape;1704;g37b50cc4c46_0_230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5" name="Google Shape;1705;g37b50cc4c46_0_2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0"/>
        <p:cNvGrpSpPr/>
        <p:nvPr/>
      </p:nvGrpSpPr>
      <p:grpSpPr>
        <a:xfrm>
          <a:off x="0" y="0"/>
          <a:ext cx="0" cy="0"/>
          <a:chOff x="0" y="0"/>
          <a:chExt cx="0" cy="0"/>
        </a:xfrm>
      </p:grpSpPr>
      <p:sp>
        <p:nvSpPr>
          <p:cNvPr id="1711" name="Google Shape;1711;g37b50cc4c46_0_231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2" name="Google Shape;1712;g37b50cc4c46_0_2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7"/>
        <p:cNvGrpSpPr/>
        <p:nvPr/>
      </p:nvGrpSpPr>
      <p:grpSpPr>
        <a:xfrm>
          <a:off x="0" y="0"/>
          <a:ext cx="0" cy="0"/>
          <a:chOff x="0" y="0"/>
          <a:chExt cx="0" cy="0"/>
        </a:xfrm>
      </p:grpSpPr>
      <p:sp>
        <p:nvSpPr>
          <p:cNvPr id="1718" name="Google Shape;1718;g37b50cc4c46_0_232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9" name="Google Shape;1719;g37b50cc4c46_0_2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37b50cc4c46_0_232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7" name="Google Shape;1727;g37b50cc4c46_0_2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g37b50cc4c46_0_23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6" name="Google Shape;1736;g37b50cc4c46_0_2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g37b50cc4c46_0_2350: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 name="Google Shape;1751;g37b50cc4c46_0_2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7"/>
        <p:cNvGrpSpPr/>
        <p:nvPr/>
      </p:nvGrpSpPr>
      <p:grpSpPr>
        <a:xfrm>
          <a:off x="0" y="0"/>
          <a:ext cx="0" cy="0"/>
          <a:chOff x="0" y="0"/>
          <a:chExt cx="0" cy="0"/>
        </a:xfrm>
      </p:grpSpPr>
      <p:sp>
        <p:nvSpPr>
          <p:cNvPr id="1758" name="Google Shape;1758;g37b50cc4c46_0_2357: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9" name="Google Shape;1759;g37b50cc4c46_0_2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6"/>
        <p:cNvGrpSpPr/>
        <p:nvPr/>
      </p:nvGrpSpPr>
      <p:grpSpPr>
        <a:xfrm>
          <a:off x="0" y="0"/>
          <a:ext cx="0" cy="0"/>
          <a:chOff x="0" y="0"/>
          <a:chExt cx="0" cy="0"/>
        </a:xfrm>
      </p:grpSpPr>
      <p:sp>
        <p:nvSpPr>
          <p:cNvPr id="1767" name="Google Shape;1767;g37b50cc4c46_0_23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8" name="Google Shape;1768;g37b50cc4c46_0_2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g37b50cc4c46_0_237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8" name="Google Shape;1778;g37b50cc4c46_0_2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9"/>
        <p:cNvGrpSpPr/>
        <p:nvPr/>
      </p:nvGrpSpPr>
      <p:grpSpPr>
        <a:xfrm>
          <a:off x="0" y="0"/>
          <a:ext cx="0" cy="0"/>
          <a:chOff x="0" y="0"/>
          <a:chExt cx="0" cy="0"/>
        </a:xfrm>
      </p:grpSpPr>
      <p:sp>
        <p:nvSpPr>
          <p:cNvPr id="1790" name="Google Shape;1790;g37b50cc4c46_0_2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1" name="Google Shape;1791;g37b50cc4c46_0_2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p:cNvGrpSpPr/>
        <p:nvPr/>
      </p:nvGrpSpPr>
      <p:grpSpPr>
        <a:xfrm>
          <a:off x="0" y="0"/>
          <a:ext cx="0" cy="0"/>
          <a:chOff x="0" y="0"/>
          <a:chExt cx="0" cy="0"/>
        </a:xfrm>
      </p:grpSpPr>
      <p:sp>
        <p:nvSpPr>
          <p:cNvPr id="1799" name="Google Shape;1799;g37b50cc4c46_0_23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37b50cc4c46_0_2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37b50cc4c46_0_24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37b50cc4c46_0_24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4"/>
        <p:cNvGrpSpPr/>
        <p:nvPr/>
      </p:nvGrpSpPr>
      <p:grpSpPr>
        <a:xfrm>
          <a:off x="0" y="0"/>
          <a:ext cx="0" cy="0"/>
          <a:chOff x="0" y="0"/>
          <a:chExt cx="0" cy="0"/>
        </a:xfrm>
      </p:grpSpPr>
      <p:sp>
        <p:nvSpPr>
          <p:cNvPr id="1815" name="Google Shape;1815;g37b50cc4c46_0_2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6" name="Google Shape;1816;g37b50cc4c46_0_2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1"/>
        <p:cNvGrpSpPr/>
        <p:nvPr/>
      </p:nvGrpSpPr>
      <p:grpSpPr>
        <a:xfrm>
          <a:off x="0" y="0"/>
          <a:ext cx="0" cy="0"/>
          <a:chOff x="0" y="0"/>
          <a:chExt cx="0" cy="0"/>
        </a:xfrm>
      </p:grpSpPr>
      <p:sp>
        <p:nvSpPr>
          <p:cNvPr id="1822" name="Google Shape;1822;g37b50cc4c46_0_24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3" name="Google Shape;1823;g37b50cc4c46_0_2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8"/>
        <p:cNvGrpSpPr/>
        <p:nvPr/>
      </p:nvGrpSpPr>
      <p:grpSpPr>
        <a:xfrm>
          <a:off x="0" y="0"/>
          <a:ext cx="0" cy="0"/>
          <a:chOff x="0" y="0"/>
          <a:chExt cx="0" cy="0"/>
        </a:xfrm>
      </p:grpSpPr>
      <p:sp>
        <p:nvSpPr>
          <p:cNvPr id="1829" name="Google Shape;1829;g37b50cc4c46_0_2420: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0" name="Google Shape;1830;g37b50cc4c46_0_2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2"/>
        <p:cNvGrpSpPr/>
        <p:nvPr/>
      </p:nvGrpSpPr>
      <p:grpSpPr>
        <a:xfrm>
          <a:off x="0" y="0"/>
          <a:ext cx="0" cy="0"/>
          <a:chOff x="0" y="0"/>
          <a:chExt cx="0" cy="0"/>
        </a:xfrm>
      </p:grpSpPr>
      <p:sp>
        <p:nvSpPr>
          <p:cNvPr id="1843" name="Google Shape;1843;g37b50cc4c46_0_24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4" name="Google Shape;1844;g37b50cc4c46_0_2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g37b50cc4c46_0_2442: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4" name="Google Shape;1854;g37b50cc4c46_0_2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g37b50cc4c46_0_245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2" name="Google Shape;1872;g37b50cc4c46_0_2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g37b50cc4c46_0_24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3" name="Google Shape;1893;g37b50cc4c46_0_2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7"/>
        <p:cNvGrpSpPr/>
        <p:nvPr/>
      </p:nvGrpSpPr>
      <p:grpSpPr>
        <a:xfrm>
          <a:off x="0" y="0"/>
          <a:ext cx="0" cy="0"/>
          <a:chOff x="0" y="0"/>
          <a:chExt cx="0" cy="0"/>
        </a:xfrm>
      </p:grpSpPr>
      <p:sp>
        <p:nvSpPr>
          <p:cNvPr id="1928" name="Google Shape;1928;g37b50cc4c46_0_251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9" name="Google Shape;1929;g37b50cc4c46_0_2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p:cNvGrpSpPr/>
        <p:nvPr/>
      </p:nvGrpSpPr>
      <p:grpSpPr>
        <a:xfrm>
          <a:off x="0" y="0"/>
          <a:ext cx="0" cy="0"/>
          <a:chOff x="0" y="0"/>
          <a:chExt cx="0" cy="0"/>
        </a:xfrm>
      </p:grpSpPr>
      <p:sp>
        <p:nvSpPr>
          <p:cNvPr id="1941" name="Google Shape;1941;g37b50cc4c46_0_252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2" name="Google Shape;1942;g37b50cc4c46_0_2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1"/>
        <p:cNvGrpSpPr/>
        <p:nvPr/>
      </p:nvGrpSpPr>
      <p:grpSpPr>
        <a:xfrm>
          <a:off x="0" y="0"/>
          <a:ext cx="0" cy="0"/>
          <a:chOff x="0" y="0"/>
          <a:chExt cx="0" cy="0"/>
        </a:xfrm>
      </p:grpSpPr>
      <p:sp>
        <p:nvSpPr>
          <p:cNvPr id="1952" name="Google Shape;1952;g37b50cc4c46_0_253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3" name="Google Shape;1953;g37b50cc4c46_0_2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5"/>
        <p:cNvGrpSpPr/>
        <p:nvPr/>
      </p:nvGrpSpPr>
      <p:grpSpPr>
        <a:xfrm>
          <a:off x="0" y="0"/>
          <a:ext cx="0" cy="0"/>
          <a:chOff x="0" y="0"/>
          <a:chExt cx="0" cy="0"/>
        </a:xfrm>
      </p:grpSpPr>
      <p:sp>
        <p:nvSpPr>
          <p:cNvPr id="1986" name="Google Shape;1986;g37b50cc4c46_0_256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7" name="Google Shape;1987;g37b50cc4c46_0_2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6"/>
        <p:cNvGrpSpPr/>
        <p:nvPr/>
      </p:nvGrpSpPr>
      <p:grpSpPr>
        <a:xfrm>
          <a:off x="0" y="0"/>
          <a:ext cx="0" cy="0"/>
          <a:chOff x="0" y="0"/>
          <a:chExt cx="0" cy="0"/>
        </a:xfrm>
      </p:grpSpPr>
      <p:sp>
        <p:nvSpPr>
          <p:cNvPr id="2017" name="Google Shape;2017;g37b50cc4c46_0_259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8" name="Google Shape;2018;g37b50cc4c46_0_2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9"/>
        <p:cNvGrpSpPr/>
        <p:nvPr/>
      </p:nvGrpSpPr>
      <p:grpSpPr>
        <a:xfrm>
          <a:off x="0" y="0"/>
          <a:ext cx="0" cy="0"/>
          <a:chOff x="0" y="0"/>
          <a:chExt cx="0" cy="0"/>
        </a:xfrm>
      </p:grpSpPr>
      <p:sp>
        <p:nvSpPr>
          <p:cNvPr id="2040" name="Google Shape;2040;g37b50cc4c46_0_262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1" name="Google Shape;2041;g37b50cc4c46_0_2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7"/>
        <p:cNvGrpSpPr/>
        <p:nvPr/>
      </p:nvGrpSpPr>
      <p:grpSpPr>
        <a:xfrm>
          <a:off x="0" y="0"/>
          <a:ext cx="0" cy="0"/>
          <a:chOff x="0" y="0"/>
          <a:chExt cx="0" cy="0"/>
        </a:xfrm>
      </p:grpSpPr>
      <p:sp>
        <p:nvSpPr>
          <p:cNvPr id="2048" name="Google Shape;2048;g37b50cc4c46_0_262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9" name="Google Shape;2049;g37b50cc4c46_0_2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5"/>
        <p:cNvGrpSpPr/>
        <p:nvPr/>
      </p:nvGrpSpPr>
      <p:grpSpPr>
        <a:xfrm>
          <a:off x="0" y="0"/>
          <a:ext cx="0" cy="0"/>
          <a:chOff x="0" y="0"/>
          <a:chExt cx="0" cy="0"/>
        </a:xfrm>
      </p:grpSpPr>
      <p:sp>
        <p:nvSpPr>
          <p:cNvPr id="2056" name="Google Shape;2056;g37b50cc4c46_0_263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7" name="Google Shape;2057;g37b50cc4c46_0_26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3"/>
        <p:cNvGrpSpPr/>
        <p:nvPr/>
      </p:nvGrpSpPr>
      <p:grpSpPr>
        <a:xfrm>
          <a:off x="0" y="0"/>
          <a:ext cx="0" cy="0"/>
          <a:chOff x="0" y="0"/>
          <a:chExt cx="0" cy="0"/>
        </a:xfrm>
      </p:grpSpPr>
      <p:sp>
        <p:nvSpPr>
          <p:cNvPr id="2064" name="Google Shape;2064;g37b50cc4c46_0_26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5" name="Google Shape;2065;g37b50cc4c46_0_2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9"/>
        <p:cNvGrpSpPr/>
        <p:nvPr/>
      </p:nvGrpSpPr>
      <p:grpSpPr>
        <a:xfrm>
          <a:off x="0" y="0"/>
          <a:ext cx="0" cy="0"/>
          <a:chOff x="0" y="0"/>
          <a:chExt cx="0" cy="0"/>
        </a:xfrm>
      </p:grpSpPr>
      <p:sp>
        <p:nvSpPr>
          <p:cNvPr id="2070" name="Google Shape;2070;g37b50cc4c46_0_26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1" name="Google Shape;2071;g37b50cc4c46_0_26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4"/>
        <p:cNvGrpSpPr/>
        <p:nvPr/>
      </p:nvGrpSpPr>
      <p:grpSpPr>
        <a:xfrm>
          <a:off x="0" y="0"/>
          <a:ext cx="0" cy="0"/>
          <a:chOff x="0" y="0"/>
          <a:chExt cx="0" cy="0"/>
        </a:xfrm>
      </p:grpSpPr>
      <p:sp>
        <p:nvSpPr>
          <p:cNvPr id="2075" name="Google Shape;2075;g37b50cc4c46_0_265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6" name="Google Shape;2076;g37b50cc4c46_0_2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8"/>
        <p:cNvGrpSpPr/>
        <p:nvPr/>
      </p:nvGrpSpPr>
      <p:grpSpPr>
        <a:xfrm>
          <a:off x="0" y="0"/>
          <a:ext cx="0" cy="0"/>
          <a:chOff x="0" y="0"/>
          <a:chExt cx="0" cy="0"/>
        </a:xfrm>
      </p:grpSpPr>
      <p:sp>
        <p:nvSpPr>
          <p:cNvPr id="2079" name="Google Shape;2079;g37b50cc4c46_0_265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0" name="Google Shape;2080;g37b50cc4c46_0_26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3"/>
        <p:cNvGrpSpPr/>
        <p:nvPr/>
      </p:nvGrpSpPr>
      <p:grpSpPr>
        <a:xfrm>
          <a:off x="0" y="0"/>
          <a:ext cx="0" cy="0"/>
          <a:chOff x="0" y="0"/>
          <a:chExt cx="0" cy="0"/>
        </a:xfrm>
      </p:grpSpPr>
      <p:sp>
        <p:nvSpPr>
          <p:cNvPr id="2084" name="Google Shape;2084;g37b50cc4c46_0_265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5" name="Google Shape;2085;g37b50cc4c46_0_2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8"/>
        <p:cNvGrpSpPr/>
        <p:nvPr/>
      </p:nvGrpSpPr>
      <p:grpSpPr>
        <a:xfrm>
          <a:off x="0" y="0"/>
          <a:ext cx="0" cy="0"/>
          <a:chOff x="0" y="0"/>
          <a:chExt cx="0" cy="0"/>
        </a:xfrm>
      </p:grpSpPr>
      <p:sp>
        <p:nvSpPr>
          <p:cNvPr id="2089" name="Google Shape;2089;g37b50cc4c46_0_2662: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0" name="Google Shape;2090;g37b50cc4c46_0_2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3"/>
        <p:cNvGrpSpPr/>
        <p:nvPr/>
      </p:nvGrpSpPr>
      <p:grpSpPr>
        <a:xfrm>
          <a:off x="0" y="0"/>
          <a:ext cx="0" cy="0"/>
          <a:chOff x="0" y="0"/>
          <a:chExt cx="0" cy="0"/>
        </a:xfrm>
      </p:grpSpPr>
      <p:sp>
        <p:nvSpPr>
          <p:cNvPr id="2094" name="Google Shape;2094;g37b50cc4c46_0_266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5" name="Google Shape;2095;g37b50cc4c46_0_26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7"/>
        <p:cNvGrpSpPr/>
        <p:nvPr/>
      </p:nvGrpSpPr>
      <p:grpSpPr>
        <a:xfrm>
          <a:off x="0" y="0"/>
          <a:ext cx="0" cy="0"/>
          <a:chOff x="0" y="0"/>
          <a:chExt cx="0" cy="0"/>
        </a:xfrm>
      </p:grpSpPr>
      <p:sp>
        <p:nvSpPr>
          <p:cNvPr id="2098" name="Google Shape;2098;g37b50cc4c46_0_266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9" name="Google Shape;2099;g37b50cc4c46_0_2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4"/>
        <p:cNvGrpSpPr/>
        <p:nvPr/>
      </p:nvGrpSpPr>
      <p:grpSpPr>
        <a:xfrm>
          <a:off x="0" y="0"/>
          <a:ext cx="0" cy="0"/>
          <a:chOff x="0" y="0"/>
          <a:chExt cx="0" cy="0"/>
        </a:xfrm>
      </p:grpSpPr>
      <p:sp>
        <p:nvSpPr>
          <p:cNvPr id="2105" name="Google Shape;2105;g37b50cc4c46_0_267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6" name="Google Shape;2106;g37b50cc4c46_0_2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3"/>
        <p:cNvGrpSpPr/>
        <p:nvPr/>
      </p:nvGrpSpPr>
      <p:grpSpPr>
        <a:xfrm>
          <a:off x="0" y="0"/>
          <a:ext cx="0" cy="0"/>
          <a:chOff x="0" y="0"/>
          <a:chExt cx="0" cy="0"/>
        </a:xfrm>
      </p:grpSpPr>
      <p:sp>
        <p:nvSpPr>
          <p:cNvPr id="2114" name="Google Shape;2114;g37b50cc4c46_0_268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5" name="Google Shape;2115;g37b50cc4c46_0_2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2"/>
        <p:cNvGrpSpPr/>
        <p:nvPr/>
      </p:nvGrpSpPr>
      <p:grpSpPr>
        <a:xfrm>
          <a:off x="0" y="0"/>
          <a:ext cx="0" cy="0"/>
          <a:chOff x="0" y="0"/>
          <a:chExt cx="0" cy="0"/>
        </a:xfrm>
      </p:grpSpPr>
      <p:sp>
        <p:nvSpPr>
          <p:cNvPr id="2123" name="Google Shape;2123;g37b50cc4c46_0_269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4" name="Google Shape;2124;g37b50cc4c46_0_2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1"/>
        <p:cNvGrpSpPr/>
        <p:nvPr/>
      </p:nvGrpSpPr>
      <p:grpSpPr>
        <a:xfrm>
          <a:off x="0" y="0"/>
          <a:ext cx="0" cy="0"/>
          <a:chOff x="0" y="0"/>
          <a:chExt cx="0" cy="0"/>
        </a:xfrm>
      </p:grpSpPr>
      <p:sp>
        <p:nvSpPr>
          <p:cNvPr id="2132" name="Google Shape;2132;g37b50cc4c46_0_269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3" name="Google Shape;2133;g37b50cc4c46_0_2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0"/>
        <p:cNvGrpSpPr/>
        <p:nvPr/>
      </p:nvGrpSpPr>
      <p:grpSpPr>
        <a:xfrm>
          <a:off x="0" y="0"/>
          <a:ext cx="0" cy="0"/>
          <a:chOff x="0" y="0"/>
          <a:chExt cx="0" cy="0"/>
        </a:xfrm>
      </p:grpSpPr>
      <p:sp>
        <p:nvSpPr>
          <p:cNvPr id="2141" name="Google Shape;2141;g37b50cc4c46_0_2707: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2" name="Google Shape;2142;g37b50cc4c46_0_27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7"/>
        <p:cNvGrpSpPr/>
        <p:nvPr/>
      </p:nvGrpSpPr>
      <p:grpSpPr>
        <a:xfrm>
          <a:off x="0" y="0"/>
          <a:ext cx="0" cy="0"/>
          <a:chOff x="0" y="0"/>
          <a:chExt cx="0" cy="0"/>
        </a:xfrm>
      </p:grpSpPr>
      <p:sp>
        <p:nvSpPr>
          <p:cNvPr id="2148" name="Google Shape;2148;g37b50cc4c46_0_271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9" name="Google Shape;2149;g37b50cc4c46_0_2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3"/>
        <p:cNvGrpSpPr/>
        <p:nvPr/>
      </p:nvGrpSpPr>
      <p:grpSpPr>
        <a:xfrm>
          <a:off x="0" y="0"/>
          <a:ext cx="0" cy="0"/>
          <a:chOff x="0" y="0"/>
          <a:chExt cx="0" cy="0"/>
        </a:xfrm>
      </p:grpSpPr>
      <p:sp>
        <p:nvSpPr>
          <p:cNvPr id="2154" name="Google Shape;2154;g37b50cc4c46_0_271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5" name="Google Shape;2155;g37b50cc4c46_0_27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0"/>
        <p:cNvGrpSpPr/>
        <p:nvPr/>
      </p:nvGrpSpPr>
      <p:grpSpPr>
        <a:xfrm>
          <a:off x="0" y="0"/>
          <a:ext cx="0" cy="0"/>
          <a:chOff x="0" y="0"/>
          <a:chExt cx="0" cy="0"/>
        </a:xfrm>
      </p:grpSpPr>
      <p:sp>
        <p:nvSpPr>
          <p:cNvPr id="2161" name="Google Shape;2161;g37b50cc4c46_0_272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2" name="Google Shape;2162;g37b50cc4c46_0_2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6"/>
        <p:cNvGrpSpPr/>
        <p:nvPr/>
      </p:nvGrpSpPr>
      <p:grpSpPr>
        <a:xfrm>
          <a:off x="0" y="0"/>
          <a:ext cx="0" cy="0"/>
          <a:chOff x="0" y="0"/>
          <a:chExt cx="0" cy="0"/>
        </a:xfrm>
      </p:grpSpPr>
      <p:sp>
        <p:nvSpPr>
          <p:cNvPr id="2167" name="Google Shape;2167;g37b50cc4c46_0_272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8" name="Google Shape;2168;g37b50cc4c46_0_2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3"/>
        <p:cNvGrpSpPr/>
        <p:nvPr/>
      </p:nvGrpSpPr>
      <p:grpSpPr>
        <a:xfrm>
          <a:off x="0" y="0"/>
          <a:ext cx="0" cy="0"/>
          <a:chOff x="0" y="0"/>
          <a:chExt cx="0" cy="0"/>
        </a:xfrm>
      </p:grpSpPr>
      <p:sp>
        <p:nvSpPr>
          <p:cNvPr id="2174" name="Google Shape;2174;g37b50cc4c46_0_273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5" name="Google Shape;2175;g37b50cc4c46_0_2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0"/>
        <p:cNvGrpSpPr/>
        <p:nvPr/>
      </p:nvGrpSpPr>
      <p:grpSpPr>
        <a:xfrm>
          <a:off x="0" y="0"/>
          <a:ext cx="0" cy="0"/>
          <a:chOff x="0" y="0"/>
          <a:chExt cx="0" cy="0"/>
        </a:xfrm>
      </p:grpSpPr>
      <p:sp>
        <p:nvSpPr>
          <p:cNvPr id="2181" name="Google Shape;2181;g37b50cc4c46_0_274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2" name="Google Shape;2182;g37b50cc4c46_0_27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8"/>
        <p:cNvGrpSpPr/>
        <p:nvPr/>
      </p:nvGrpSpPr>
      <p:grpSpPr>
        <a:xfrm>
          <a:off x="0" y="0"/>
          <a:ext cx="0" cy="0"/>
          <a:chOff x="0" y="0"/>
          <a:chExt cx="0" cy="0"/>
        </a:xfrm>
      </p:grpSpPr>
      <p:sp>
        <p:nvSpPr>
          <p:cNvPr id="2189" name="Google Shape;2189;g37b50cc4c46_0_274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0" name="Google Shape;2190;g37b50cc4c46_0_2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37b50cc4c46_0_275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37b50cc4c46_0_2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3"/>
        <p:cNvGrpSpPr/>
        <p:nvPr/>
      </p:nvGrpSpPr>
      <p:grpSpPr>
        <a:xfrm>
          <a:off x="0" y="0"/>
          <a:ext cx="0" cy="0"/>
          <a:chOff x="0" y="0"/>
          <a:chExt cx="0" cy="0"/>
        </a:xfrm>
      </p:grpSpPr>
      <p:sp>
        <p:nvSpPr>
          <p:cNvPr id="2204" name="Google Shape;2204;g37b50cc4c46_0_276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5" name="Google Shape;2205;g37b50cc4c46_0_2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5"/>
        <p:cNvGrpSpPr/>
        <p:nvPr/>
      </p:nvGrpSpPr>
      <p:grpSpPr>
        <a:xfrm>
          <a:off x="0" y="0"/>
          <a:ext cx="0" cy="0"/>
          <a:chOff x="0" y="0"/>
          <a:chExt cx="0" cy="0"/>
        </a:xfrm>
      </p:grpSpPr>
      <p:sp>
        <p:nvSpPr>
          <p:cNvPr id="2216" name="Google Shape;2216;g37b50cc4c46_0_2772: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7" name="Google Shape;2217;g37b50cc4c46_0_2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8"/>
        <p:cNvGrpSpPr/>
        <p:nvPr/>
      </p:nvGrpSpPr>
      <p:grpSpPr>
        <a:xfrm>
          <a:off x="0" y="0"/>
          <a:ext cx="0" cy="0"/>
          <a:chOff x="0" y="0"/>
          <a:chExt cx="0" cy="0"/>
        </a:xfrm>
      </p:grpSpPr>
      <p:sp>
        <p:nvSpPr>
          <p:cNvPr id="2229" name="Google Shape;2229;g37b50cc4c46_0_2784: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0" name="Google Shape;2230;g37b50cc4c46_0_2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3"/>
        <p:cNvGrpSpPr/>
        <p:nvPr/>
      </p:nvGrpSpPr>
      <p:grpSpPr>
        <a:xfrm>
          <a:off x="0" y="0"/>
          <a:ext cx="0" cy="0"/>
          <a:chOff x="0" y="0"/>
          <a:chExt cx="0" cy="0"/>
        </a:xfrm>
      </p:grpSpPr>
      <p:sp>
        <p:nvSpPr>
          <p:cNvPr id="2244" name="Google Shape;2244;g37b50cc4c46_0_279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5" name="Google Shape;2245;g37b50cc4c46_0_2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1"/>
        <p:cNvGrpSpPr/>
        <p:nvPr/>
      </p:nvGrpSpPr>
      <p:grpSpPr>
        <a:xfrm>
          <a:off x="0" y="0"/>
          <a:ext cx="0" cy="0"/>
          <a:chOff x="0" y="0"/>
          <a:chExt cx="0" cy="0"/>
        </a:xfrm>
      </p:grpSpPr>
      <p:sp>
        <p:nvSpPr>
          <p:cNvPr id="2252" name="Google Shape;2252;g37b50cc4c46_0_280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3" name="Google Shape;2253;g37b50cc4c46_0_2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37b50cc4c46_0_2815: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37b50cc4c46_0_2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9"/>
        <p:cNvGrpSpPr/>
        <p:nvPr/>
      </p:nvGrpSpPr>
      <p:grpSpPr>
        <a:xfrm>
          <a:off x="0" y="0"/>
          <a:ext cx="0" cy="0"/>
          <a:chOff x="0" y="0"/>
          <a:chExt cx="0" cy="0"/>
        </a:xfrm>
      </p:grpSpPr>
      <p:sp>
        <p:nvSpPr>
          <p:cNvPr id="2270" name="Google Shape;2270;g37b50cc4c46_0_282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1" name="Google Shape;2271;g37b50cc4c46_0_2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0"/>
        <p:cNvGrpSpPr/>
        <p:nvPr/>
      </p:nvGrpSpPr>
      <p:grpSpPr>
        <a:xfrm>
          <a:off x="0" y="0"/>
          <a:ext cx="0" cy="0"/>
          <a:chOff x="0" y="0"/>
          <a:chExt cx="0" cy="0"/>
        </a:xfrm>
      </p:grpSpPr>
      <p:sp>
        <p:nvSpPr>
          <p:cNvPr id="2481" name="Google Shape;2481;g3a7218365a1_1_210: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2" name="Google Shape;2482;g3a7218365a1_1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2"/>
        <p:cNvGrpSpPr/>
        <p:nvPr/>
      </p:nvGrpSpPr>
      <p:grpSpPr>
        <a:xfrm>
          <a:off x="0" y="0"/>
          <a:ext cx="0" cy="0"/>
          <a:chOff x="0" y="0"/>
          <a:chExt cx="0" cy="0"/>
        </a:xfrm>
      </p:grpSpPr>
      <p:sp>
        <p:nvSpPr>
          <p:cNvPr id="2513" name="Google Shape;2513;g37b50cc4c46_0_303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4" name="Google Shape;2514;g37b50cc4c46_0_30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drive.google.com/file/d/1PnYmlXyAVXg6kBaIbfIlrajKo7qzdPlI/view"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afe Harbor">
  <p:cSld name="Safe Harbor_1_1_1">
    <p:spTree>
      <p:nvGrpSpPr>
        <p:cNvPr id="1" name="Shape 557"/>
        <p:cNvGrpSpPr/>
        <p:nvPr/>
      </p:nvGrpSpPr>
      <p:grpSpPr>
        <a:xfrm>
          <a:off x="0" y="0"/>
          <a:ext cx="0" cy="0"/>
          <a:chOff x="0" y="0"/>
          <a:chExt cx="0" cy="0"/>
        </a:xfrm>
      </p:grpSpPr>
      <p:sp>
        <p:nvSpPr>
          <p:cNvPr id="558" name="Google Shape;558;p59"/>
          <p:cNvSpPr txBox="1"/>
          <p:nvPr/>
        </p:nvSpPr>
        <p:spPr>
          <a:xfrm>
            <a:off x="342900" y="1298250"/>
            <a:ext cx="8212200" cy="3158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650">
                <a:solidFill>
                  <a:schemeClr val="dk1"/>
                </a:solidFill>
                <a:latin typeface="DS Indigo"/>
                <a:ea typeface="DS Indigo"/>
                <a:cs typeface="DS Indigo"/>
                <a:sym typeface="DS Indigo"/>
              </a:rPr>
              <a:t>This presentation, meeting, website, and similar communication, including through social media outlets, may contain “forward-looking” statements within the meaning of Section 27A of the Securities Act of 1933, as amended, and Section 21E of the Securities Exchange Act of 1934, as amended, that are based on our management’s beliefs and assumptions and on information currently available to management, and which statements involve substantial risk and uncertainties.  All statements other than statements of historical fact, including statements regarding our future operating results and financial position, our business strategy and plans, market growth and trends, our product strategy and anticipated future products, our objectives for future operations, and the impact of such assumptions on our financial condition and results of operations are forward-looking statements. Forward-looking statements generally relate to future events or our future financial or operating performance. In some cases, you can identify forward-looking statements because they contain words such as “may,” “will,” “should,” “expects,” “plans,” “anticipates,” “could,” “intends,” “target,” “projects,” “contemplates,” “believes,” “estimates,” “predicts,” “potential,” or “continue” or the negative of these words or other similar terms or expressions that concern our expectations, strategy, plans or intentions. </a:t>
            </a:r>
            <a:endParaRPr sz="65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endParaRPr sz="65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650">
                <a:solidFill>
                  <a:schemeClr val="dk1"/>
                </a:solidFill>
                <a:latin typeface="DS Indigo"/>
                <a:ea typeface="DS Indigo"/>
                <a:cs typeface="DS Indigo"/>
                <a:sym typeface="DS Indigo"/>
              </a:rPr>
              <a:t>Forward-looking statements include, but are not limited to, statements about: our expectations regarding global macro-economic conditions, including the effects of inflation, volatile interest rates or foreign exchange rates, and market volatility on the global economy; our inability to accurately estimate our market opportunity; our ability to compete effectively in an evolving and competitive market; the impact of any interruptions or delays in performance of our technical infrastructure, or data breaches, cyberattacks or other fraudulent or malicious activity attempting to exploit our technology systems, platform or brand name; our ability to effectively sustain and manage our growth and future expenses and maintain or increase profitability; our ability to attract new customers and retain and expand our existing customer base, including our ability to attract large organizations as users; our ability to scale and update our platform to respond to customers’ needs and rapid technological change, including our ability to successfully incorporate generative artificial intelligence into our existing and future products and to successfully deploy them; our ability to successfully develop, launch and sell Intelligent Agreement Management (“IAM”) solutions; our ability to expand use cases within existing customers and vertical solutions; our ability to expand our operations and increase adoption of our platform internationally; our ability to strengthen and foster our relationships with developers; our ability to retain our direct sales force, customer success team and strategic partnerships around the world; our ability to identify targets for and execute potential acquisitions and to successfully integrate and realize the anticipated benefits of such acquisitions; our ability to maintain, protect and enhance our brand; the sufficiency of our cash, cash equivalents and capital resources to satisfy our liquidity needs; limitations on us due to obligations we have under our credit facility; our ability to realize the anticipated benefits of our stock repurchase program; our failure or the failure of our software to comply with applicable industry standards, laws and regulations; our ability to maintain, protect and enhance our intellectual property; our ability to successfully defend litigation against us; our ability to maintain our corporate culture; our ability to offer high-quality customer support; our ability to hire, retain and motivate qualified personnel, including executive level management; our ability to successfully manage and integrate executive management transitions; uncertainties regarding the impact of general economic and market conditions, including as a result of geopolitical conflict or changes in trade policy; and our ability to maintain proper and effective internal controls.</a:t>
            </a:r>
            <a:endParaRPr sz="65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endParaRPr sz="65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650">
                <a:solidFill>
                  <a:schemeClr val="dk1"/>
                </a:solidFill>
                <a:latin typeface="DS Indigo"/>
                <a:ea typeface="DS Indigo"/>
                <a:cs typeface="DS Indigo"/>
                <a:sym typeface="DS Indigo"/>
              </a:rPr>
              <a:t>Additional risks and uncertainties that could affect our financial results are included in the sections titled “Risk Factors” and “Management’s Discussion and Analysis of Financial Condition and Results of Operations” in our annual report on Form 10-K for the fiscal year ended January 31, 2025, filed on March 18, 2025,  our quarterly report on Form 10-Q for the quarter ended October 31, 2024, filed on December 6, 2024 with the Securities and Exchange Commission (the “SEC”), and other filings that we make from time to time with the SEC.  Forward-looking statements relate only to events as of the date on which such statements are made. We undertake no obligation to update any forward-looking statements after the date they were made or to conform such statements to actual results or revised expectations, except as required by law.</a:t>
            </a:r>
            <a:endParaRPr sz="650">
              <a:solidFill>
                <a:schemeClr val="dk1"/>
              </a:solidFill>
              <a:latin typeface="DS Indigo"/>
              <a:ea typeface="DS Indigo"/>
              <a:cs typeface="DS Indigo"/>
              <a:sym typeface="DS Indigo"/>
            </a:endParaRPr>
          </a:p>
        </p:txBody>
      </p:sp>
      <p:sp>
        <p:nvSpPr>
          <p:cNvPr id="559" name="Google Shape;559;p59"/>
          <p:cNvSpPr txBox="1"/>
          <p:nvPr/>
        </p:nvSpPr>
        <p:spPr>
          <a:xfrm>
            <a:off x="340950" y="745998"/>
            <a:ext cx="6147600" cy="407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 sz="1600">
                <a:solidFill>
                  <a:srgbClr val="191823"/>
                </a:solidFill>
                <a:latin typeface="DS Indigo SemiBold"/>
                <a:ea typeface="DS Indigo SemiBold"/>
                <a:cs typeface="DS Indigo SemiBold"/>
                <a:sym typeface="DS Indigo SemiBold"/>
              </a:rPr>
              <a:t>Safe Harbor / Forward Looking Statements</a:t>
            </a:r>
            <a:endParaRPr sz="1600">
              <a:solidFill>
                <a:srgbClr val="191823"/>
              </a:solidFill>
              <a:latin typeface="DS Indigo SemiBold"/>
              <a:ea typeface="DS Indigo SemiBold"/>
              <a:cs typeface="DS Indigo SemiBold"/>
              <a:sym typeface="DS Indigo SemiBold"/>
            </a:endParaRPr>
          </a:p>
          <a:p>
            <a:pPr marL="0" lvl="0" indent="0" algn="l" rtl="0">
              <a:lnSpc>
                <a:spcPct val="90000"/>
              </a:lnSpc>
              <a:spcBef>
                <a:spcPts val="0"/>
              </a:spcBef>
              <a:spcAft>
                <a:spcPts val="0"/>
              </a:spcAft>
              <a:buNone/>
            </a:pPr>
            <a:endParaRPr sz="1600">
              <a:solidFill>
                <a:srgbClr val="191823"/>
              </a:solidFill>
              <a:latin typeface="DS Indigo SemiBold"/>
              <a:ea typeface="DS Indigo SemiBold"/>
              <a:cs typeface="DS Indigo SemiBold"/>
              <a:sym typeface="DS Indigo SemiBold"/>
            </a:endParaRPr>
          </a:p>
          <a:p>
            <a:pPr marL="0" lvl="0" indent="0" algn="l" rtl="0">
              <a:lnSpc>
                <a:spcPct val="90000"/>
              </a:lnSpc>
              <a:spcBef>
                <a:spcPts val="0"/>
              </a:spcBef>
              <a:spcAft>
                <a:spcPts val="0"/>
              </a:spcAft>
              <a:buNone/>
            </a:pPr>
            <a:endParaRPr sz="1600">
              <a:solidFill>
                <a:srgbClr val="191823"/>
              </a:solidFill>
              <a:latin typeface="DS Indigo SemiBold"/>
              <a:ea typeface="DS Indigo SemiBold"/>
              <a:cs typeface="DS Indigo SemiBold"/>
              <a:sym typeface="DS Indigo SemiBold"/>
            </a:endParaRPr>
          </a:p>
        </p:txBody>
      </p:sp>
      <p:sp>
        <p:nvSpPr>
          <p:cNvPr id="560" name="Google Shape;560;p5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How to Update Data Classifications 1">
  <p:cSld name="Safe Harbor_1_1_1_1_1">
    <p:spTree>
      <p:nvGrpSpPr>
        <p:cNvPr id="1" name="Shape 561"/>
        <p:cNvGrpSpPr/>
        <p:nvPr/>
      </p:nvGrpSpPr>
      <p:grpSpPr>
        <a:xfrm>
          <a:off x="0" y="0"/>
          <a:ext cx="0" cy="0"/>
          <a:chOff x="0" y="0"/>
          <a:chExt cx="0" cy="0"/>
        </a:xfrm>
      </p:grpSpPr>
      <p:sp>
        <p:nvSpPr>
          <p:cNvPr id="562" name="Google Shape;562;p60"/>
          <p:cNvSpPr txBox="1"/>
          <p:nvPr/>
        </p:nvSpPr>
        <p:spPr>
          <a:xfrm>
            <a:off x="339100" y="2427275"/>
            <a:ext cx="3090000" cy="15606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Maintaining customer trust and protecting Docusign’s brand includes the proper classification and handling of all Docusign documents and information. Docusign employees are responsible for properly labeling all documents and sharing only as permitted.</a:t>
            </a:r>
            <a:endParaRPr sz="1000">
              <a:solidFill>
                <a:schemeClr val="dk1"/>
              </a:solidFill>
              <a:latin typeface="DS Indigo"/>
              <a:ea typeface="DS Indigo"/>
              <a:cs typeface="DS Indigo"/>
              <a:sym typeface="DS Indigo"/>
            </a:endParaRPr>
          </a:p>
          <a:p>
            <a:pPr marL="0" marR="0" lvl="0" indent="0" algn="l" rtl="0">
              <a:lnSpc>
                <a:spcPct val="120000"/>
              </a:lnSpc>
              <a:spcBef>
                <a:spcPts val="0"/>
              </a:spcBef>
              <a:spcAft>
                <a:spcPts val="0"/>
              </a:spcAft>
              <a:buNone/>
            </a:pPr>
            <a:endParaRPr sz="1000">
              <a:solidFill>
                <a:schemeClr val="dk1"/>
              </a:solidFill>
              <a:latin typeface="DS Indigo"/>
              <a:ea typeface="DS Indigo"/>
              <a:cs typeface="DS Indigo"/>
              <a:sym typeface="DS Indigo"/>
            </a:endParaRPr>
          </a:p>
          <a:p>
            <a:pPr marL="0" marR="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All Docusign data is classified based on sensitivity using the following classifications:</a:t>
            </a:r>
            <a:endParaRPr sz="1000" b="1">
              <a:solidFill>
                <a:schemeClr val="dk1"/>
              </a:solidFill>
              <a:latin typeface="DS Indigo"/>
              <a:ea typeface="DS Indigo"/>
              <a:cs typeface="DS Indigo"/>
              <a:sym typeface="DS Indigo"/>
            </a:endParaRPr>
          </a:p>
        </p:txBody>
      </p:sp>
      <p:sp>
        <p:nvSpPr>
          <p:cNvPr id="563" name="Google Shape;563;p60"/>
          <p:cNvSpPr txBox="1"/>
          <p:nvPr/>
        </p:nvSpPr>
        <p:spPr>
          <a:xfrm>
            <a:off x="339100" y="1240600"/>
            <a:ext cx="3090000" cy="1186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None/>
            </a:pPr>
            <a:r>
              <a:rPr lang="en" sz="2600">
                <a:solidFill>
                  <a:srgbClr val="191823"/>
                </a:solidFill>
                <a:latin typeface="DS Indigo"/>
                <a:ea typeface="DS Indigo"/>
                <a:cs typeface="DS Indigo"/>
                <a:sym typeface="DS Indigo"/>
              </a:rPr>
              <a:t>Let’s make sure you’re using the proper classification</a:t>
            </a:r>
            <a:endParaRPr sz="2600">
              <a:solidFill>
                <a:srgbClr val="191823"/>
              </a:solidFill>
              <a:latin typeface="DS Indigo"/>
              <a:ea typeface="DS Indigo"/>
              <a:cs typeface="DS Indigo"/>
              <a:sym typeface="DS Indigo"/>
            </a:endParaRPr>
          </a:p>
        </p:txBody>
      </p:sp>
      <p:graphicFrame>
        <p:nvGraphicFramePr>
          <p:cNvPr id="564" name="Google Shape;564;p60"/>
          <p:cNvGraphicFramePr/>
          <p:nvPr/>
        </p:nvGraphicFramePr>
        <p:xfrm>
          <a:off x="4436950" y="1240600"/>
          <a:ext cx="4336850" cy="3086625"/>
        </p:xfrm>
        <a:graphic>
          <a:graphicData uri="http://schemas.openxmlformats.org/drawingml/2006/table">
            <a:tbl>
              <a:tblPr>
                <a:noFill/>
                <a:tableStyleId>{2B02712A-B760-4190-B2A6-CF735F5BD3C8}</a:tableStyleId>
              </a:tblPr>
              <a:tblGrid>
                <a:gridCol w="1454725">
                  <a:extLst>
                    <a:ext uri="{9D8B030D-6E8A-4147-A177-3AD203B41FA5}">
                      <a16:colId xmlns:a16="http://schemas.microsoft.com/office/drawing/2014/main" val="20000"/>
                    </a:ext>
                  </a:extLst>
                </a:gridCol>
                <a:gridCol w="2882125">
                  <a:extLst>
                    <a:ext uri="{9D8B030D-6E8A-4147-A177-3AD203B41FA5}">
                      <a16:colId xmlns:a16="http://schemas.microsoft.com/office/drawing/2014/main" val="20001"/>
                    </a:ext>
                  </a:extLst>
                </a:gridCol>
              </a:tblGrid>
              <a:tr h="857225">
                <a:tc>
                  <a:txBody>
                    <a:bodyPr/>
                    <a:lstStyle/>
                    <a:p>
                      <a:pPr marL="0" lvl="0" indent="0" algn="l" rtl="0">
                        <a:lnSpc>
                          <a:spcPct val="115000"/>
                        </a:lnSpc>
                        <a:spcBef>
                          <a:spcPts val="0"/>
                        </a:spcBef>
                        <a:spcAft>
                          <a:spcPts val="0"/>
                        </a:spcAft>
                        <a:buNone/>
                      </a:pPr>
                      <a:r>
                        <a:rPr lang="en" sz="1000" b="1">
                          <a:solidFill>
                            <a:srgbClr val="191823"/>
                          </a:solidFill>
                          <a:latin typeface="DS Indigo"/>
                          <a:ea typeface="DS Indigo"/>
                          <a:cs typeface="DS Indigo"/>
                          <a:sym typeface="DS Indigo"/>
                        </a:rPr>
                        <a:t>Docusign</a:t>
                      </a:r>
                      <a:br>
                        <a:rPr lang="en" sz="1000" b="1">
                          <a:solidFill>
                            <a:srgbClr val="191823"/>
                          </a:solidFill>
                          <a:latin typeface="DS Indigo"/>
                          <a:ea typeface="DS Indigo"/>
                          <a:cs typeface="DS Indigo"/>
                          <a:sym typeface="DS Indigo"/>
                        </a:rPr>
                      </a:br>
                      <a:r>
                        <a:rPr lang="en" sz="1000" b="1">
                          <a:solidFill>
                            <a:srgbClr val="191823"/>
                          </a:solidFill>
                          <a:latin typeface="DS Indigo"/>
                          <a:ea typeface="DS Indigo"/>
                          <a:cs typeface="DS Indigo"/>
                          <a:sym typeface="DS Indigo"/>
                        </a:rPr>
                        <a:t>Highly Restricted</a:t>
                      </a:r>
                      <a:endParaRPr sz="1000" b="1">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191823"/>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700">
                          <a:solidFill>
                            <a:srgbClr val="191823"/>
                          </a:solidFill>
                          <a:latin typeface="DS Indigo"/>
                          <a:ea typeface="DS Indigo"/>
                          <a:cs typeface="DS Indigo"/>
                          <a:sym typeface="DS Indigo"/>
                        </a:rPr>
                        <a:t>Highly sensitive data limited to very few individuals and shared only on a need-to-know basis. Applies to data that must be protected due to legal or regulatory requirements; may give Docusign competitors an advantage. Typically considered trade secrets.. </a:t>
                      </a:r>
                      <a:endParaRPr sz="700" b="1">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191823"/>
                      </a:solidFill>
                      <a:prstDash val="solid"/>
                      <a:round/>
                      <a:headEnd type="none" w="sm" len="sm"/>
                      <a:tailEnd type="none" w="sm" len="sm"/>
                    </a:lnB>
                  </a:tcPr>
                </a:tc>
                <a:extLst>
                  <a:ext uri="{0D108BD9-81ED-4DB2-BD59-A6C34878D82A}">
                    <a16:rowId xmlns:a16="http://schemas.microsoft.com/office/drawing/2014/main" val="10000"/>
                  </a:ext>
                </a:extLst>
              </a:tr>
              <a:tr h="810650">
                <a:tc>
                  <a:txBody>
                    <a:bodyPr/>
                    <a:lstStyle/>
                    <a:p>
                      <a:pPr marL="0" lvl="0" indent="0" algn="l" rtl="0">
                        <a:lnSpc>
                          <a:spcPct val="115000"/>
                        </a:lnSpc>
                        <a:spcBef>
                          <a:spcPts val="0"/>
                        </a:spcBef>
                        <a:spcAft>
                          <a:spcPts val="0"/>
                        </a:spcAft>
                        <a:buNone/>
                      </a:pPr>
                      <a:r>
                        <a:rPr lang="en" sz="1000" b="1">
                          <a:solidFill>
                            <a:srgbClr val="191823"/>
                          </a:solidFill>
                          <a:latin typeface="DS Indigo"/>
                          <a:ea typeface="DS Indigo"/>
                          <a:cs typeface="DS Indigo"/>
                          <a:sym typeface="DS Indigo"/>
                        </a:rPr>
                        <a:t>Docusign Confidential</a:t>
                      </a:r>
                      <a:endParaRPr sz="1000" b="1">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191823"/>
                      </a:solidFill>
                      <a:prstDash val="solid"/>
                      <a:round/>
                      <a:headEnd type="none" w="sm" len="sm"/>
                      <a:tailEnd type="none" w="sm" len="sm"/>
                    </a:lnT>
                    <a:lnB w="9525" cap="flat" cmpd="sng">
                      <a:solidFill>
                        <a:srgbClr val="191823"/>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700">
                          <a:solidFill>
                            <a:srgbClr val="191823"/>
                          </a:solidFill>
                          <a:latin typeface="DS Indigo"/>
                          <a:ea typeface="DS Indigo"/>
                          <a:cs typeface="DS Indigo"/>
                          <a:sym typeface="DS Indigo"/>
                        </a:rPr>
                        <a:t>Sensitive data limited to small groups (e.g., project teams) and shared only on a need-to-know basis. Applies to company sensitive data and other information that may pose a security risk or give Docusign competitors an advantage. </a:t>
                      </a:r>
                      <a:r>
                        <a:rPr lang="en" sz="700" b="1">
                          <a:solidFill>
                            <a:srgbClr val="191823"/>
                          </a:solidFill>
                          <a:latin typeface="DS Indigo"/>
                          <a:ea typeface="DS Indigo"/>
                          <a:cs typeface="DS Indigo"/>
                          <a:sym typeface="DS Indigo"/>
                        </a:rPr>
                        <a:t>Any data that is not classified defaults to Docusign Confidential.</a:t>
                      </a:r>
                      <a:endParaRPr sz="700" b="1">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191823"/>
                      </a:solidFill>
                      <a:prstDash val="solid"/>
                      <a:round/>
                      <a:headEnd type="none" w="sm" len="sm"/>
                      <a:tailEnd type="none" w="sm" len="sm"/>
                    </a:lnT>
                    <a:lnB w="9525" cap="flat" cmpd="sng">
                      <a:solidFill>
                        <a:srgbClr val="191823"/>
                      </a:solidFill>
                      <a:prstDash val="solid"/>
                      <a:round/>
                      <a:headEnd type="none" w="sm" len="sm"/>
                      <a:tailEnd type="none" w="sm" len="sm"/>
                    </a:lnB>
                  </a:tcPr>
                </a:tc>
                <a:extLst>
                  <a:ext uri="{0D108BD9-81ED-4DB2-BD59-A6C34878D82A}">
                    <a16:rowId xmlns:a16="http://schemas.microsoft.com/office/drawing/2014/main" val="10001"/>
                  </a:ext>
                </a:extLst>
              </a:tr>
              <a:tr h="678825">
                <a:tc>
                  <a:txBody>
                    <a:bodyPr/>
                    <a:lstStyle/>
                    <a:p>
                      <a:pPr marL="0" lvl="0" indent="0" algn="l" rtl="0">
                        <a:lnSpc>
                          <a:spcPct val="115000"/>
                        </a:lnSpc>
                        <a:spcBef>
                          <a:spcPts val="0"/>
                        </a:spcBef>
                        <a:spcAft>
                          <a:spcPts val="0"/>
                        </a:spcAft>
                        <a:buNone/>
                      </a:pPr>
                      <a:r>
                        <a:rPr lang="en" sz="1000" b="1">
                          <a:solidFill>
                            <a:srgbClr val="191823"/>
                          </a:solidFill>
                          <a:latin typeface="DS Indigo"/>
                          <a:ea typeface="DS Indigo"/>
                          <a:cs typeface="DS Indigo"/>
                          <a:sym typeface="DS Indigo"/>
                        </a:rPr>
                        <a:t>Docusign</a:t>
                      </a:r>
                      <a:br>
                        <a:rPr lang="en" sz="1000" b="1">
                          <a:solidFill>
                            <a:srgbClr val="191823"/>
                          </a:solidFill>
                          <a:latin typeface="DS Indigo"/>
                          <a:ea typeface="DS Indigo"/>
                          <a:cs typeface="DS Indigo"/>
                          <a:sym typeface="DS Indigo"/>
                        </a:rPr>
                      </a:br>
                      <a:r>
                        <a:rPr lang="en" sz="1000" b="1">
                          <a:solidFill>
                            <a:srgbClr val="191823"/>
                          </a:solidFill>
                          <a:latin typeface="DS Indigo"/>
                          <a:ea typeface="DS Indigo"/>
                          <a:cs typeface="DS Indigo"/>
                          <a:sym typeface="DS Indigo"/>
                        </a:rPr>
                        <a:t>Internal</a:t>
                      </a:r>
                      <a:endParaRPr sz="1000" b="1">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191823"/>
                      </a:solidFill>
                      <a:prstDash val="solid"/>
                      <a:round/>
                      <a:headEnd type="none" w="sm" len="sm"/>
                      <a:tailEnd type="none" w="sm" len="sm"/>
                    </a:lnT>
                    <a:lnB w="9525" cap="flat" cmpd="sng">
                      <a:solidFill>
                        <a:srgbClr val="191823"/>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700">
                          <a:solidFill>
                            <a:srgbClr val="191823"/>
                          </a:solidFill>
                          <a:latin typeface="DS Indigo"/>
                          <a:ea typeface="DS Indigo"/>
                          <a:cs typeface="DS Indigo"/>
                          <a:sym typeface="DS Indigo"/>
                        </a:rPr>
                        <a:t>Non-sensitive data used for conducting company business.</a:t>
                      </a:r>
                      <a:endParaRPr sz="700">
                        <a:solidFill>
                          <a:srgbClr val="191823"/>
                        </a:solidFill>
                        <a:latin typeface="DS Indigo"/>
                        <a:ea typeface="DS Indigo"/>
                        <a:cs typeface="DS Indigo"/>
                        <a:sym typeface="DS Indigo"/>
                      </a:endParaRPr>
                    </a:p>
                    <a:p>
                      <a:pPr marL="0" lvl="0" indent="0" algn="l" rtl="0">
                        <a:lnSpc>
                          <a:spcPct val="115000"/>
                        </a:lnSpc>
                        <a:spcBef>
                          <a:spcPts val="0"/>
                        </a:spcBef>
                        <a:spcAft>
                          <a:spcPts val="0"/>
                        </a:spcAft>
                        <a:buNone/>
                      </a:pPr>
                      <a:r>
                        <a:rPr lang="en" sz="700">
                          <a:solidFill>
                            <a:srgbClr val="191823"/>
                          </a:solidFill>
                          <a:latin typeface="DS Indigo"/>
                          <a:ea typeface="DS Indigo"/>
                          <a:cs typeface="DS Indigo"/>
                          <a:sym typeface="DS Indigo"/>
                        </a:rPr>
                        <a:t>Applies to data commonly available within Docusign and used for daily operations.</a:t>
                      </a:r>
                      <a:endParaRPr sz="700">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191823"/>
                      </a:solidFill>
                      <a:prstDash val="solid"/>
                      <a:round/>
                      <a:headEnd type="none" w="sm" len="sm"/>
                      <a:tailEnd type="none" w="sm" len="sm"/>
                    </a:lnT>
                    <a:lnB w="9525" cap="flat" cmpd="sng">
                      <a:solidFill>
                        <a:srgbClr val="191823"/>
                      </a:solidFill>
                      <a:prstDash val="solid"/>
                      <a:round/>
                      <a:headEnd type="none" w="sm" len="sm"/>
                      <a:tailEnd type="none" w="sm" len="sm"/>
                    </a:lnB>
                  </a:tcPr>
                </a:tc>
                <a:extLst>
                  <a:ext uri="{0D108BD9-81ED-4DB2-BD59-A6C34878D82A}">
                    <a16:rowId xmlns:a16="http://schemas.microsoft.com/office/drawing/2014/main" val="10002"/>
                  </a:ext>
                </a:extLst>
              </a:tr>
              <a:tr h="541650">
                <a:tc>
                  <a:txBody>
                    <a:bodyPr/>
                    <a:lstStyle/>
                    <a:p>
                      <a:pPr marL="0" lvl="0" indent="0" algn="l" rtl="0">
                        <a:lnSpc>
                          <a:spcPct val="115000"/>
                        </a:lnSpc>
                        <a:spcBef>
                          <a:spcPts val="0"/>
                        </a:spcBef>
                        <a:spcAft>
                          <a:spcPts val="0"/>
                        </a:spcAft>
                        <a:buNone/>
                      </a:pPr>
                      <a:r>
                        <a:rPr lang="en" sz="1000" b="1">
                          <a:solidFill>
                            <a:srgbClr val="191823"/>
                          </a:solidFill>
                          <a:latin typeface="DS Indigo"/>
                          <a:ea typeface="DS Indigo"/>
                          <a:cs typeface="DS Indigo"/>
                          <a:sym typeface="DS Indigo"/>
                        </a:rPr>
                        <a:t>Public</a:t>
                      </a:r>
                      <a:endParaRPr sz="1000" b="1">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191823"/>
                      </a:solidFill>
                      <a:prstDash val="solid"/>
                      <a:round/>
                      <a:headEnd type="none" w="sm" len="sm"/>
                      <a:tailEnd type="none" w="sm" len="sm"/>
                    </a:lnT>
                    <a:lnB w="9525" cap="flat" cmpd="sng">
                      <a:solidFill>
                        <a:srgbClr val="191823"/>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 sz="700">
                          <a:solidFill>
                            <a:srgbClr val="191823"/>
                          </a:solidFill>
                          <a:latin typeface="DS Indigo"/>
                          <a:ea typeface="DS Indigo"/>
                          <a:cs typeface="DS Indigo"/>
                          <a:sym typeface="DS Indigo"/>
                        </a:rPr>
                        <a:t>Docusign data that has been formally approved by an appropriate authority (e.g., Marketing) for distribution outside of the company.</a:t>
                      </a:r>
                      <a:endParaRPr sz="700">
                        <a:solidFill>
                          <a:srgbClr val="191823"/>
                        </a:solidFill>
                        <a:latin typeface="DS Indigo"/>
                        <a:ea typeface="DS Indigo"/>
                        <a:cs typeface="DS Indigo"/>
                        <a:sym typeface="DS Indigo"/>
                      </a:endParaRPr>
                    </a:p>
                  </a:txBody>
                  <a:tcPr marL="91450" marR="91450" marT="91450" marB="9145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191823"/>
                      </a:solidFill>
                      <a:prstDash val="solid"/>
                      <a:round/>
                      <a:headEnd type="none" w="sm" len="sm"/>
                      <a:tailEnd type="none" w="sm" len="sm"/>
                    </a:lnT>
                    <a:lnB w="9525" cap="flat" cmpd="sng">
                      <a:solidFill>
                        <a:srgbClr val="191823"/>
                      </a:solidFill>
                      <a:prstDash val="solid"/>
                      <a:round/>
                      <a:headEnd type="none" w="sm" len="sm"/>
                      <a:tailEnd type="none" w="sm" len="sm"/>
                    </a:lnB>
                  </a:tcPr>
                </a:tc>
                <a:extLst>
                  <a:ext uri="{0D108BD9-81ED-4DB2-BD59-A6C34878D82A}">
                    <a16:rowId xmlns:a16="http://schemas.microsoft.com/office/drawing/2014/main" val="10003"/>
                  </a:ext>
                </a:extLst>
              </a:tr>
              <a:tr h="198275">
                <a:tc gridSpan="2">
                  <a:txBody>
                    <a:bodyPr/>
                    <a:lstStyle/>
                    <a:p>
                      <a:pPr marL="0" lvl="0" indent="0" algn="ctr" rtl="0">
                        <a:spcBef>
                          <a:spcPts val="0"/>
                        </a:spcBef>
                        <a:spcAft>
                          <a:spcPts val="0"/>
                        </a:spcAft>
                        <a:buNone/>
                      </a:pPr>
                      <a:r>
                        <a:rPr lang="en" sz="700">
                          <a:solidFill>
                            <a:schemeClr val="dk1"/>
                          </a:solidFill>
                          <a:latin typeface="DS Indigo"/>
                          <a:ea typeface="DS Indigo"/>
                          <a:cs typeface="DS Indigo"/>
                          <a:sym typeface="DS Indigo"/>
                        </a:rPr>
                        <a:t>For more information, refer to the </a:t>
                      </a:r>
                      <a:r>
                        <a:rPr lang="en" sz="700" u="sng">
                          <a:solidFill>
                            <a:schemeClr val="dk1"/>
                          </a:solidFill>
                          <a:latin typeface="DS Indigo"/>
                          <a:ea typeface="DS Indigo"/>
                          <a:cs typeface="DS Indigo"/>
                          <a:sym typeface="DS Indigo"/>
                          <a:hlinkClick r:id="rId2">
                            <a:extLst>
                              <a:ext uri="{A12FA001-AC4F-418D-AE19-62706E023703}">
                                <ahyp:hlinkClr xmlns:ahyp="http://schemas.microsoft.com/office/drawing/2018/hyperlinkcolor" val="tx"/>
                              </a:ext>
                            </a:extLst>
                          </a:hlinkClick>
                        </a:rPr>
                        <a:t>Data Classification Standard</a:t>
                      </a:r>
                      <a:r>
                        <a:rPr lang="en" sz="700">
                          <a:solidFill>
                            <a:schemeClr val="dk1"/>
                          </a:solidFill>
                          <a:latin typeface="DS Indigo"/>
                          <a:ea typeface="DS Indigo"/>
                          <a:cs typeface="DS Indigo"/>
                          <a:sym typeface="DS Indigo"/>
                        </a:rPr>
                        <a:t> contained in the Policy Bank.</a:t>
                      </a:r>
                      <a:endParaRPr sz="1000" b="1">
                        <a:solidFill>
                          <a:schemeClr val="dk1"/>
                        </a:solidFill>
                        <a:latin typeface="DS Indigo"/>
                        <a:ea typeface="DS Indigo"/>
                        <a:cs typeface="DS Indigo"/>
                        <a:sym typeface="DS Indigo"/>
                      </a:endParaRPr>
                    </a:p>
                  </a:txBody>
                  <a:tcPr marL="91450" marR="91450" marT="45700" marB="457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191823"/>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4"/>
                  </a:ext>
                </a:extLst>
              </a:tr>
            </a:tbl>
          </a:graphicData>
        </a:graphic>
      </p:graphicFrame>
      <p:sp>
        <p:nvSpPr>
          <p:cNvPr id="565" name="Google Shape;565;p60"/>
          <p:cNvSpPr/>
          <p:nvPr/>
        </p:nvSpPr>
        <p:spPr>
          <a:xfrm>
            <a:off x="3816200" y="4687225"/>
            <a:ext cx="1740900" cy="367200"/>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566" name="Google Shape;566;p60"/>
          <p:cNvSpPr/>
          <p:nvPr/>
        </p:nvSpPr>
        <p:spPr>
          <a:xfrm>
            <a:off x="5679375" y="4760590"/>
            <a:ext cx="1398600" cy="1833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 sz="800" b="1">
                <a:solidFill>
                  <a:schemeClr val="accent6"/>
                </a:solidFill>
                <a:latin typeface="DS Indigo"/>
                <a:ea typeface="DS Indigo"/>
                <a:cs typeface="DS Indigo"/>
                <a:sym typeface="DS Indigo"/>
              </a:rPr>
              <a:t>Classification footer</a:t>
            </a:r>
            <a:endParaRPr sz="800">
              <a:solidFill>
                <a:schemeClr val="accent6"/>
              </a:solidFill>
              <a:latin typeface="DS Indigo"/>
              <a:ea typeface="DS Indigo"/>
              <a:cs typeface="DS Indigo"/>
              <a:sym typeface="DS Indigo"/>
            </a:endParaRPr>
          </a:p>
        </p:txBody>
      </p:sp>
      <p:sp>
        <p:nvSpPr>
          <p:cNvPr id="567" name="Google Shape;567;p60"/>
          <p:cNvSpPr/>
          <p:nvPr/>
        </p:nvSpPr>
        <p:spPr>
          <a:xfrm>
            <a:off x="5245070" y="4747825"/>
            <a:ext cx="246000" cy="246000"/>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8" name="Google Shape;568;p60"/>
          <p:cNvGrpSpPr/>
          <p:nvPr/>
        </p:nvGrpSpPr>
        <p:grpSpPr>
          <a:xfrm>
            <a:off x="5373367" y="4812363"/>
            <a:ext cx="16" cy="113582"/>
            <a:chOff x="5018748" y="2858501"/>
            <a:chExt cx="16" cy="109414"/>
          </a:xfrm>
        </p:grpSpPr>
        <p:sp>
          <p:nvSpPr>
            <p:cNvPr id="569" name="Google Shape;569;p60"/>
            <p:cNvSpPr/>
            <p:nvPr/>
          </p:nvSpPr>
          <p:spPr>
            <a:xfrm>
              <a:off x="5018748" y="2858501"/>
              <a:ext cx="0" cy="58928"/>
            </a:xfrm>
            <a:custGeom>
              <a:avLst/>
              <a:gdLst/>
              <a:ahLst/>
              <a:cxnLst/>
              <a:rect l="l" t="t" r="r" b="b"/>
              <a:pathLst>
                <a:path h="2700" fill="none" extrusionOk="0">
                  <a:moveTo>
                    <a:pt x="0" y="2699"/>
                  </a:moveTo>
                  <a:lnTo>
                    <a:pt x="0" y="1"/>
                  </a:lnTo>
                </a:path>
              </a:pathLst>
            </a:custGeom>
            <a:noFill/>
            <a:ln w="19050" cap="flat" cmpd="sng">
              <a:solidFill>
                <a:schemeClr val="accent6"/>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0" name="Google Shape;570;p60"/>
            <p:cNvCxnSpPr/>
            <p:nvPr/>
          </p:nvCxnSpPr>
          <p:spPr>
            <a:xfrm>
              <a:off x="5018764" y="2946615"/>
              <a:ext cx="0" cy="21300"/>
            </a:xfrm>
            <a:prstGeom prst="straightConnector1">
              <a:avLst/>
            </a:prstGeom>
            <a:noFill/>
            <a:ln w="19050" cap="flat" cmpd="sng">
              <a:solidFill>
                <a:schemeClr val="accent6"/>
              </a:solidFill>
              <a:prstDash val="solid"/>
              <a:round/>
              <a:headEnd type="none" w="med" len="med"/>
              <a:tailEnd type="none" w="med" len="med"/>
            </a:ln>
          </p:spPr>
        </p:cxnSp>
      </p:grpSp>
      <p:sp>
        <p:nvSpPr>
          <p:cNvPr id="571" name="Google Shape;571;p60"/>
          <p:cNvSpPr txBox="1"/>
          <p:nvPr/>
        </p:nvSpPr>
        <p:spPr>
          <a:xfrm>
            <a:off x="339100" y="4271350"/>
            <a:ext cx="2324700" cy="300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Font typeface="Arial"/>
              <a:buNone/>
            </a:pPr>
            <a:r>
              <a:rPr lang="en" sz="1000" b="1">
                <a:solidFill>
                  <a:schemeClr val="accent6"/>
                </a:solidFill>
                <a:latin typeface="DS Indigo"/>
                <a:ea typeface="DS Indigo"/>
                <a:cs typeface="DS Indigo"/>
                <a:sym typeface="DS Indigo"/>
              </a:rPr>
              <a:t>See next slide for instruction on how to update the classification footer</a:t>
            </a:r>
            <a:endParaRPr sz="1000" b="1">
              <a:solidFill>
                <a:schemeClr val="dk1"/>
              </a:solidFill>
              <a:latin typeface="DS Indigo"/>
              <a:ea typeface="DS Indigo"/>
              <a:cs typeface="DS Indigo"/>
              <a:sym typeface="DS Indigo"/>
            </a:endParaRPr>
          </a:p>
        </p:txBody>
      </p:sp>
      <p:sp>
        <p:nvSpPr>
          <p:cNvPr id="572" name="Google Shape;572;p60"/>
          <p:cNvSpPr/>
          <p:nvPr/>
        </p:nvSpPr>
        <p:spPr>
          <a:xfrm>
            <a:off x="6975700" y="256180"/>
            <a:ext cx="1825500" cy="4503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 sz="800" b="1">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sp>
        <p:nvSpPr>
          <p:cNvPr id="573" name="Google Shape;573;p6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How To Update Data Classification 2">
  <p:cSld name="Safe Harbor_1_1_1_1_1_1">
    <p:spTree>
      <p:nvGrpSpPr>
        <p:cNvPr id="1" name="Shape 574"/>
        <p:cNvGrpSpPr/>
        <p:nvPr/>
      </p:nvGrpSpPr>
      <p:grpSpPr>
        <a:xfrm>
          <a:off x="0" y="0"/>
          <a:ext cx="0" cy="0"/>
          <a:chOff x="0" y="0"/>
          <a:chExt cx="0" cy="0"/>
        </a:xfrm>
      </p:grpSpPr>
      <p:sp>
        <p:nvSpPr>
          <p:cNvPr id="575" name="Google Shape;575;p61"/>
          <p:cNvSpPr txBox="1"/>
          <p:nvPr/>
        </p:nvSpPr>
        <p:spPr>
          <a:xfrm>
            <a:off x="342900" y="1547435"/>
            <a:ext cx="2085600" cy="358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1. </a:t>
            </a:r>
            <a:r>
              <a:rPr lang="en" sz="1200">
                <a:solidFill>
                  <a:schemeClr val="dk1"/>
                </a:solidFill>
                <a:latin typeface="DS Indigo"/>
                <a:ea typeface="DS Indigo"/>
                <a:cs typeface="DS Indigo"/>
                <a:sym typeface="DS Indigo"/>
              </a:rPr>
              <a:t>Select </a:t>
            </a:r>
            <a:r>
              <a:rPr lang="en" sz="1200" b="1">
                <a:solidFill>
                  <a:schemeClr val="dk1"/>
                </a:solidFill>
                <a:latin typeface="DS Indigo"/>
                <a:ea typeface="DS Indigo"/>
                <a:cs typeface="DS Indigo"/>
                <a:sym typeface="DS Indigo"/>
              </a:rPr>
              <a:t>Slide &gt; Edit Theme</a:t>
            </a:r>
            <a:endParaRPr sz="1200" b="1">
              <a:solidFill>
                <a:schemeClr val="dk1"/>
              </a:solidFill>
              <a:latin typeface="DS Indigo"/>
              <a:ea typeface="DS Indigo"/>
              <a:cs typeface="DS Indigo"/>
              <a:sym typeface="DS Indigo"/>
            </a:endParaRPr>
          </a:p>
        </p:txBody>
      </p:sp>
      <p:grpSp>
        <p:nvGrpSpPr>
          <p:cNvPr id="576" name="Google Shape;576;p61"/>
          <p:cNvGrpSpPr/>
          <p:nvPr/>
        </p:nvGrpSpPr>
        <p:grpSpPr>
          <a:xfrm>
            <a:off x="339058" y="2028498"/>
            <a:ext cx="1824517" cy="2160507"/>
            <a:chOff x="274718" y="1479600"/>
            <a:chExt cx="2157660" cy="2554999"/>
          </a:xfrm>
        </p:grpSpPr>
        <p:pic>
          <p:nvPicPr>
            <p:cNvPr id="577" name="Google Shape;577;p61"/>
            <p:cNvPicPr preferRelativeResize="0"/>
            <p:nvPr/>
          </p:nvPicPr>
          <p:blipFill>
            <a:blip r:embed="rId2">
              <a:alphaModFix/>
            </a:blip>
            <a:stretch>
              <a:fillRect/>
            </a:stretch>
          </p:blipFill>
          <p:spPr>
            <a:xfrm>
              <a:off x="339050" y="1479600"/>
              <a:ext cx="2093328" cy="2554999"/>
            </a:xfrm>
            <a:prstGeom prst="rect">
              <a:avLst/>
            </a:prstGeom>
            <a:noFill/>
            <a:ln>
              <a:noFill/>
            </a:ln>
          </p:spPr>
        </p:pic>
        <p:sp>
          <p:nvSpPr>
            <p:cNvPr id="578" name="Google Shape;578;p61"/>
            <p:cNvSpPr/>
            <p:nvPr/>
          </p:nvSpPr>
          <p:spPr>
            <a:xfrm>
              <a:off x="274718" y="3388927"/>
              <a:ext cx="516600" cy="5166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9" name="Google Shape;579;p61"/>
          <p:cNvSpPr txBox="1"/>
          <p:nvPr/>
        </p:nvSpPr>
        <p:spPr>
          <a:xfrm>
            <a:off x="3252375" y="1547435"/>
            <a:ext cx="2261400" cy="358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2. </a:t>
            </a:r>
            <a:r>
              <a:rPr lang="en" sz="1200">
                <a:solidFill>
                  <a:schemeClr val="dk1"/>
                </a:solidFill>
                <a:latin typeface="DS Indigo"/>
                <a:ea typeface="DS Indigo"/>
                <a:cs typeface="DS Indigo"/>
                <a:sym typeface="DS Indigo"/>
              </a:rPr>
              <a:t>Select the </a:t>
            </a:r>
            <a:r>
              <a:rPr lang="en" sz="1200" b="1">
                <a:solidFill>
                  <a:schemeClr val="dk1"/>
                </a:solidFill>
                <a:latin typeface="DS Indigo"/>
                <a:ea typeface="DS Indigo"/>
                <a:cs typeface="DS Indigo"/>
                <a:sym typeface="DS Indigo"/>
              </a:rPr>
              <a:t>Master Theme</a:t>
            </a:r>
            <a:r>
              <a:rPr lang="en" sz="1200">
                <a:solidFill>
                  <a:schemeClr val="dk1"/>
                </a:solidFill>
                <a:latin typeface="DS Indigo"/>
                <a:ea typeface="DS Indigo"/>
                <a:cs typeface="DS Indigo"/>
                <a:sym typeface="DS Indigo"/>
              </a:rPr>
              <a:t> slide</a:t>
            </a:r>
            <a:endParaRPr sz="1200" b="1">
              <a:solidFill>
                <a:schemeClr val="dk1"/>
              </a:solidFill>
              <a:latin typeface="DS Indigo"/>
              <a:ea typeface="DS Indigo"/>
              <a:cs typeface="DS Indigo"/>
              <a:sym typeface="DS Indigo"/>
            </a:endParaRPr>
          </a:p>
        </p:txBody>
      </p:sp>
      <p:grpSp>
        <p:nvGrpSpPr>
          <p:cNvPr id="580" name="Google Shape;580;p61"/>
          <p:cNvGrpSpPr/>
          <p:nvPr/>
        </p:nvGrpSpPr>
        <p:grpSpPr>
          <a:xfrm>
            <a:off x="3267427" y="1887486"/>
            <a:ext cx="1111465" cy="2691880"/>
            <a:chOff x="3267427" y="1887486"/>
            <a:chExt cx="1111465" cy="2691880"/>
          </a:xfrm>
        </p:grpSpPr>
        <p:pic>
          <p:nvPicPr>
            <p:cNvPr id="581" name="Google Shape;581;p61"/>
            <p:cNvPicPr preferRelativeResize="0"/>
            <p:nvPr/>
          </p:nvPicPr>
          <p:blipFill rotWithShape="1">
            <a:blip r:embed="rId3">
              <a:alphaModFix/>
            </a:blip>
            <a:srcRect l="1390" r="1390"/>
            <a:stretch/>
          </p:blipFill>
          <p:spPr>
            <a:xfrm>
              <a:off x="3312418" y="2013606"/>
              <a:ext cx="1066475" cy="2565761"/>
            </a:xfrm>
            <a:prstGeom prst="rect">
              <a:avLst/>
            </a:prstGeom>
            <a:noFill/>
            <a:ln>
              <a:noFill/>
            </a:ln>
          </p:spPr>
        </p:pic>
        <p:sp>
          <p:nvSpPr>
            <p:cNvPr id="582" name="Google Shape;582;p61"/>
            <p:cNvSpPr/>
            <p:nvPr/>
          </p:nvSpPr>
          <p:spPr>
            <a:xfrm>
              <a:off x="3267427" y="1887486"/>
              <a:ext cx="397500" cy="3975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3" name="Google Shape;583;p61"/>
          <p:cNvSpPr txBox="1"/>
          <p:nvPr/>
        </p:nvSpPr>
        <p:spPr>
          <a:xfrm>
            <a:off x="5891675" y="1547435"/>
            <a:ext cx="2909400" cy="502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3. </a:t>
            </a:r>
            <a:r>
              <a:rPr lang="en" sz="1200">
                <a:solidFill>
                  <a:schemeClr val="dk1"/>
                </a:solidFill>
                <a:latin typeface="DS Indigo"/>
                <a:ea typeface="DS Indigo"/>
                <a:cs typeface="DS Indigo"/>
                <a:sym typeface="DS Indigo"/>
              </a:rPr>
              <a:t>Update the data classification to ensure footer consistency across the deck. </a:t>
            </a:r>
            <a:endParaRPr sz="1200" b="1">
              <a:solidFill>
                <a:schemeClr val="dk1"/>
              </a:solidFill>
              <a:latin typeface="DS Indigo"/>
              <a:ea typeface="DS Indigo"/>
              <a:cs typeface="DS Indigo"/>
              <a:sym typeface="DS Indigo"/>
            </a:endParaRPr>
          </a:p>
        </p:txBody>
      </p:sp>
      <p:sp>
        <p:nvSpPr>
          <p:cNvPr id="584" name="Google Shape;584;p61"/>
          <p:cNvSpPr txBox="1"/>
          <p:nvPr/>
        </p:nvSpPr>
        <p:spPr>
          <a:xfrm>
            <a:off x="5891675" y="4043038"/>
            <a:ext cx="2182200" cy="884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Docusign Highly Restricted</a:t>
            </a:r>
            <a:endParaRPr sz="800">
              <a:solidFill>
                <a:schemeClr val="dk1"/>
              </a:solidFill>
              <a:latin typeface="DS Indigo"/>
              <a:ea typeface="DS Indigo"/>
              <a:cs typeface="DS Indigo"/>
              <a:sym typeface="DS Indigo"/>
            </a:endParaRPr>
          </a:p>
          <a:p>
            <a:pPr marL="0" marR="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Docusign Confidential</a:t>
            </a:r>
            <a:endParaRPr sz="800">
              <a:solidFill>
                <a:schemeClr val="dk1"/>
              </a:solidFill>
              <a:latin typeface="DS Indigo"/>
              <a:ea typeface="DS Indigo"/>
              <a:cs typeface="DS Indigo"/>
              <a:sym typeface="DS Indigo"/>
            </a:endParaRPr>
          </a:p>
          <a:p>
            <a:pPr marL="0" marR="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Docusign Internal</a:t>
            </a:r>
            <a:endParaRPr sz="800">
              <a:solidFill>
                <a:schemeClr val="dk1"/>
              </a:solidFill>
              <a:latin typeface="DS Indigo"/>
              <a:ea typeface="DS Indigo"/>
              <a:cs typeface="DS Indigo"/>
              <a:sym typeface="DS Indigo"/>
            </a:endParaRPr>
          </a:p>
          <a:p>
            <a:pPr marL="0" marR="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Public </a:t>
            </a:r>
            <a:endParaRPr sz="800" b="1">
              <a:solidFill>
                <a:schemeClr val="dk1"/>
              </a:solidFill>
              <a:latin typeface="DS Indigo"/>
              <a:ea typeface="DS Indigo"/>
              <a:cs typeface="DS Indigo"/>
              <a:sym typeface="DS Indigo"/>
            </a:endParaRPr>
          </a:p>
        </p:txBody>
      </p:sp>
      <p:sp>
        <p:nvSpPr>
          <p:cNvPr id="585" name="Google Shape;585;p61"/>
          <p:cNvSpPr txBox="1"/>
          <p:nvPr/>
        </p:nvSpPr>
        <p:spPr>
          <a:xfrm>
            <a:off x="339050" y="864800"/>
            <a:ext cx="8462100" cy="358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None/>
            </a:pPr>
            <a:r>
              <a:rPr lang="en" sz="2600">
                <a:solidFill>
                  <a:srgbClr val="191823"/>
                </a:solidFill>
                <a:latin typeface="DS Indigo"/>
                <a:ea typeface="DS Indigo"/>
                <a:cs typeface="DS Indigo"/>
                <a:sym typeface="DS Indigo"/>
              </a:rPr>
              <a:t>How to update the classification footer</a:t>
            </a:r>
            <a:endParaRPr sz="2600">
              <a:solidFill>
                <a:srgbClr val="191823"/>
              </a:solidFill>
              <a:latin typeface="DS Indigo"/>
              <a:ea typeface="DS Indigo"/>
              <a:cs typeface="DS Indigo"/>
              <a:sym typeface="DS Indigo"/>
            </a:endParaRPr>
          </a:p>
        </p:txBody>
      </p:sp>
      <p:grpSp>
        <p:nvGrpSpPr>
          <p:cNvPr id="586" name="Google Shape;586;p61"/>
          <p:cNvGrpSpPr/>
          <p:nvPr/>
        </p:nvGrpSpPr>
        <p:grpSpPr>
          <a:xfrm>
            <a:off x="5891675" y="2075019"/>
            <a:ext cx="3046139" cy="1846439"/>
            <a:chOff x="5891675" y="2075019"/>
            <a:chExt cx="3046139" cy="1846439"/>
          </a:xfrm>
        </p:grpSpPr>
        <p:pic>
          <p:nvPicPr>
            <p:cNvPr id="587" name="Google Shape;587;p61"/>
            <p:cNvPicPr preferRelativeResize="0"/>
            <p:nvPr/>
          </p:nvPicPr>
          <p:blipFill rotWithShape="1">
            <a:blip r:embed="rId4">
              <a:alphaModFix/>
            </a:blip>
            <a:srcRect t="40" b="50"/>
            <a:stretch/>
          </p:blipFill>
          <p:spPr>
            <a:xfrm>
              <a:off x="5891675" y="2075019"/>
              <a:ext cx="3046139" cy="1716451"/>
            </a:xfrm>
            <a:prstGeom prst="rect">
              <a:avLst/>
            </a:prstGeom>
            <a:noFill/>
            <a:ln w="9525" cap="flat" cmpd="sng">
              <a:solidFill>
                <a:srgbClr val="EFEFEF"/>
              </a:solidFill>
              <a:prstDash val="solid"/>
              <a:round/>
              <a:headEnd type="none" w="sm" len="sm"/>
              <a:tailEnd type="none" w="sm" len="sm"/>
            </a:ln>
          </p:spPr>
        </p:pic>
        <p:sp>
          <p:nvSpPr>
            <p:cNvPr id="588" name="Google Shape;588;p61"/>
            <p:cNvSpPr/>
            <p:nvPr/>
          </p:nvSpPr>
          <p:spPr>
            <a:xfrm>
              <a:off x="7198829" y="3484658"/>
              <a:ext cx="436800" cy="4368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9" name="Google Shape;589;p6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
        <p:nvSpPr>
          <p:cNvPr id="590" name="Google Shape;590;p61"/>
          <p:cNvSpPr/>
          <p:nvPr/>
        </p:nvSpPr>
        <p:spPr>
          <a:xfrm>
            <a:off x="6975700" y="256180"/>
            <a:ext cx="1825500" cy="4503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 sz="800" b="1">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How To Update Wayfinding 1">
  <p:cSld name="Safe Harbor_1_1_1_1_1_1_1">
    <p:spTree>
      <p:nvGrpSpPr>
        <p:cNvPr id="1" name="Shape 591"/>
        <p:cNvGrpSpPr/>
        <p:nvPr/>
      </p:nvGrpSpPr>
      <p:grpSpPr>
        <a:xfrm>
          <a:off x="0" y="0"/>
          <a:ext cx="0" cy="0"/>
          <a:chOff x="0" y="0"/>
          <a:chExt cx="0" cy="0"/>
        </a:xfrm>
      </p:grpSpPr>
      <p:sp>
        <p:nvSpPr>
          <p:cNvPr id="592" name="Google Shape;592;p62"/>
          <p:cNvSpPr/>
          <p:nvPr/>
        </p:nvSpPr>
        <p:spPr>
          <a:xfrm>
            <a:off x="198230" y="218305"/>
            <a:ext cx="2131200" cy="483300"/>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593" name="Google Shape;593;p6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
        <p:nvSpPr>
          <p:cNvPr id="594" name="Google Shape;594;p62"/>
          <p:cNvSpPr/>
          <p:nvPr/>
        </p:nvSpPr>
        <p:spPr>
          <a:xfrm>
            <a:off x="2460150" y="351355"/>
            <a:ext cx="1398600" cy="2172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 sz="800" b="1">
                <a:solidFill>
                  <a:schemeClr val="accent6"/>
                </a:solidFill>
                <a:latin typeface="DS Indigo"/>
                <a:ea typeface="DS Indigo"/>
                <a:cs typeface="DS Indigo"/>
                <a:sym typeface="DS Indigo"/>
              </a:rPr>
              <a:t>Wayfinding title</a:t>
            </a:r>
            <a:endParaRPr sz="800" b="1">
              <a:solidFill>
                <a:schemeClr val="accent6"/>
              </a:solidFill>
              <a:latin typeface="DS Indigo"/>
              <a:ea typeface="DS Indigo"/>
              <a:cs typeface="DS Indigo"/>
              <a:sym typeface="DS Indigo"/>
            </a:endParaRPr>
          </a:p>
          <a:p>
            <a:pPr marL="0" lvl="0" indent="0" algn="l" rtl="0">
              <a:spcBef>
                <a:spcPts val="0"/>
              </a:spcBef>
              <a:spcAft>
                <a:spcPts val="0"/>
              </a:spcAft>
              <a:buNone/>
            </a:pPr>
            <a:endParaRPr sz="800">
              <a:solidFill>
                <a:schemeClr val="accent6"/>
              </a:solidFill>
              <a:latin typeface="DS Indigo"/>
              <a:ea typeface="DS Indigo"/>
              <a:cs typeface="DS Indigo"/>
              <a:sym typeface="DS Indigo"/>
            </a:endParaRPr>
          </a:p>
        </p:txBody>
      </p:sp>
      <p:grpSp>
        <p:nvGrpSpPr>
          <p:cNvPr id="595" name="Google Shape;595;p62"/>
          <p:cNvGrpSpPr/>
          <p:nvPr/>
        </p:nvGrpSpPr>
        <p:grpSpPr>
          <a:xfrm>
            <a:off x="1933001" y="309880"/>
            <a:ext cx="303300" cy="303300"/>
            <a:chOff x="1902025" y="316075"/>
            <a:chExt cx="303300" cy="303300"/>
          </a:xfrm>
        </p:grpSpPr>
        <p:sp>
          <p:nvSpPr>
            <p:cNvPr id="596" name="Google Shape;596;p62"/>
            <p:cNvSpPr/>
            <p:nvPr/>
          </p:nvSpPr>
          <p:spPr>
            <a:xfrm>
              <a:off x="1902025" y="316075"/>
              <a:ext cx="303300" cy="303300"/>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7" name="Google Shape;597;p62"/>
            <p:cNvGrpSpPr/>
            <p:nvPr/>
          </p:nvGrpSpPr>
          <p:grpSpPr>
            <a:xfrm>
              <a:off x="2054528" y="401366"/>
              <a:ext cx="1614" cy="122839"/>
              <a:chOff x="5017488" y="2831649"/>
              <a:chExt cx="1261" cy="95976"/>
            </a:xfrm>
          </p:grpSpPr>
          <p:sp>
            <p:nvSpPr>
              <p:cNvPr id="598" name="Google Shape;598;p62"/>
              <p:cNvSpPr/>
              <p:nvPr/>
            </p:nvSpPr>
            <p:spPr>
              <a:xfrm>
                <a:off x="5018748" y="2831649"/>
                <a:ext cx="0" cy="58928"/>
              </a:xfrm>
              <a:custGeom>
                <a:avLst/>
                <a:gdLst/>
                <a:ahLst/>
                <a:cxnLst/>
                <a:rect l="l" t="t" r="r" b="b"/>
                <a:pathLst>
                  <a:path h="2700" fill="none" extrusionOk="0">
                    <a:moveTo>
                      <a:pt x="0" y="2699"/>
                    </a:moveTo>
                    <a:lnTo>
                      <a:pt x="0" y="1"/>
                    </a:lnTo>
                  </a:path>
                </a:pathLst>
              </a:custGeom>
              <a:noFill/>
              <a:ln w="19050" cap="flat" cmpd="sng">
                <a:solidFill>
                  <a:schemeClr val="accent6"/>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9" name="Google Shape;599;p62"/>
              <p:cNvCxnSpPr/>
              <p:nvPr/>
            </p:nvCxnSpPr>
            <p:spPr>
              <a:xfrm>
                <a:off x="5017488" y="2906325"/>
                <a:ext cx="0" cy="21300"/>
              </a:xfrm>
              <a:prstGeom prst="straightConnector1">
                <a:avLst/>
              </a:prstGeom>
              <a:noFill/>
              <a:ln w="19050" cap="flat" cmpd="sng">
                <a:solidFill>
                  <a:schemeClr val="accent6"/>
                </a:solidFill>
                <a:prstDash val="solid"/>
                <a:round/>
                <a:headEnd type="none" w="med" len="med"/>
                <a:tailEnd type="none" w="med" len="med"/>
              </a:ln>
            </p:spPr>
          </p:cxnSp>
        </p:grpSp>
      </p:grpSp>
      <p:sp>
        <p:nvSpPr>
          <p:cNvPr id="600" name="Google Shape;600;p62"/>
          <p:cNvSpPr txBox="1"/>
          <p:nvPr/>
        </p:nvSpPr>
        <p:spPr>
          <a:xfrm>
            <a:off x="339100" y="1240600"/>
            <a:ext cx="2677800" cy="1186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None/>
            </a:pPr>
            <a:r>
              <a:rPr lang="en" sz="2600">
                <a:solidFill>
                  <a:srgbClr val="191823"/>
                </a:solidFill>
                <a:latin typeface="DS Indigo"/>
                <a:ea typeface="DS Indigo"/>
                <a:cs typeface="DS Indigo"/>
                <a:sym typeface="DS Indigo"/>
              </a:rPr>
              <a:t>Make sure you’re using the proper wayfinding title</a:t>
            </a:r>
            <a:endParaRPr sz="2600">
              <a:solidFill>
                <a:srgbClr val="191823"/>
              </a:solidFill>
              <a:latin typeface="DS Indigo"/>
              <a:ea typeface="DS Indigo"/>
              <a:cs typeface="DS Indigo"/>
              <a:sym typeface="DS Indigo"/>
            </a:endParaRPr>
          </a:p>
        </p:txBody>
      </p:sp>
      <p:sp>
        <p:nvSpPr>
          <p:cNvPr id="601" name="Google Shape;601;p62"/>
          <p:cNvSpPr txBox="1"/>
          <p:nvPr/>
        </p:nvSpPr>
        <p:spPr>
          <a:xfrm>
            <a:off x="339100" y="2427275"/>
            <a:ext cx="2616000" cy="15606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The wayfinding component is included as a helpful identifier to reinforce the presentation title and department/product. It’s important to make sure this is updated first and foremost and accurately to your presentation.</a:t>
            </a:r>
            <a:endParaRPr sz="1000">
              <a:solidFill>
                <a:schemeClr val="dk1"/>
              </a:solidFill>
              <a:latin typeface="DS Indigo"/>
              <a:ea typeface="DS Indigo"/>
              <a:cs typeface="DS Indigo"/>
              <a:sym typeface="DS Indigo"/>
            </a:endParaRPr>
          </a:p>
          <a:p>
            <a:pPr marL="0" marR="0" lvl="0" indent="0" algn="l" rtl="0">
              <a:lnSpc>
                <a:spcPct val="120000"/>
              </a:lnSpc>
              <a:spcBef>
                <a:spcPts val="0"/>
              </a:spcBef>
              <a:spcAft>
                <a:spcPts val="0"/>
              </a:spcAft>
              <a:buNone/>
            </a:pPr>
            <a:endParaRPr sz="1000">
              <a:solidFill>
                <a:schemeClr val="dk1"/>
              </a:solidFill>
              <a:latin typeface="DS Indigo"/>
              <a:ea typeface="DS Indigo"/>
              <a:cs typeface="DS Indigo"/>
              <a:sym typeface="DS Indigo"/>
            </a:endParaRPr>
          </a:p>
        </p:txBody>
      </p:sp>
      <p:pic>
        <p:nvPicPr>
          <p:cNvPr id="602" name="Google Shape;602;p62"/>
          <p:cNvPicPr preferRelativeResize="0"/>
          <p:nvPr/>
        </p:nvPicPr>
        <p:blipFill rotWithShape="1">
          <a:blip r:embed="rId2">
            <a:alphaModFix/>
          </a:blip>
          <a:srcRect r="34726" b="20936"/>
          <a:stretch/>
        </p:blipFill>
        <p:spPr>
          <a:xfrm>
            <a:off x="3410900" y="1240600"/>
            <a:ext cx="5733100" cy="3902901"/>
          </a:xfrm>
          <a:prstGeom prst="rect">
            <a:avLst/>
          </a:prstGeom>
          <a:noFill/>
          <a:ln>
            <a:noFill/>
          </a:ln>
          <a:effectLst>
            <a:outerShdw blurRad="500063" dist="19050" dir="5400000" algn="bl" rotWithShape="0">
              <a:srgbClr val="000000">
                <a:alpha val="12000"/>
              </a:srgbClr>
            </a:outerShdw>
          </a:effectLst>
        </p:spPr>
      </p:pic>
      <p:sp>
        <p:nvSpPr>
          <p:cNvPr id="603" name="Google Shape;603;p62"/>
          <p:cNvSpPr/>
          <p:nvPr/>
        </p:nvSpPr>
        <p:spPr>
          <a:xfrm>
            <a:off x="5179985" y="1515687"/>
            <a:ext cx="1398600" cy="175500"/>
          </a:xfrm>
          <a:prstGeom prst="rect">
            <a:avLst/>
          </a:prstGeom>
          <a:noFill/>
          <a:ln>
            <a:noFill/>
          </a:ln>
        </p:spPr>
        <p:txBody>
          <a:bodyPr spcFirstLastPara="1" wrap="square" lIns="0" tIns="45700" rIns="0" bIns="45700" anchor="t" anchorCtr="0">
            <a:noAutofit/>
          </a:bodyPr>
          <a:lstStyle/>
          <a:p>
            <a:pPr marL="0" lvl="0" indent="0" algn="l" rtl="0">
              <a:spcBef>
                <a:spcPts val="0"/>
              </a:spcBef>
              <a:spcAft>
                <a:spcPts val="0"/>
              </a:spcAft>
              <a:buNone/>
            </a:pPr>
            <a:r>
              <a:rPr lang="en" sz="700" b="1">
                <a:solidFill>
                  <a:schemeClr val="accent6"/>
                </a:solidFill>
                <a:latin typeface="DS Indigo"/>
                <a:ea typeface="DS Indigo"/>
                <a:cs typeface="DS Indigo"/>
                <a:sym typeface="DS Indigo"/>
              </a:rPr>
              <a:t>(Project Title)</a:t>
            </a:r>
            <a:endParaRPr sz="700" b="1">
              <a:solidFill>
                <a:schemeClr val="accent6"/>
              </a:solidFill>
              <a:latin typeface="DS Indigo"/>
              <a:ea typeface="DS Indigo"/>
              <a:cs typeface="DS Indigo"/>
              <a:sym typeface="DS Indigo"/>
            </a:endParaRPr>
          </a:p>
        </p:txBody>
      </p:sp>
      <p:sp>
        <p:nvSpPr>
          <p:cNvPr id="604" name="Google Shape;604;p62"/>
          <p:cNvSpPr/>
          <p:nvPr/>
        </p:nvSpPr>
        <p:spPr>
          <a:xfrm>
            <a:off x="4535690" y="1639602"/>
            <a:ext cx="1398600" cy="175500"/>
          </a:xfrm>
          <a:prstGeom prst="rect">
            <a:avLst/>
          </a:prstGeom>
          <a:noFill/>
          <a:ln>
            <a:noFill/>
          </a:ln>
        </p:spPr>
        <p:txBody>
          <a:bodyPr spcFirstLastPara="1" wrap="square" lIns="0" tIns="45700" rIns="0" bIns="45700" anchor="t" anchorCtr="0">
            <a:noAutofit/>
          </a:bodyPr>
          <a:lstStyle/>
          <a:p>
            <a:pPr marL="0" lvl="0" indent="0" algn="l" rtl="0">
              <a:lnSpc>
                <a:spcPct val="120000"/>
              </a:lnSpc>
              <a:spcBef>
                <a:spcPts val="0"/>
              </a:spcBef>
              <a:spcAft>
                <a:spcPts val="0"/>
              </a:spcAft>
              <a:buSzPts val="1100"/>
              <a:buNone/>
            </a:pPr>
            <a:r>
              <a:rPr lang="en" sz="700">
                <a:solidFill>
                  <a:schemeClr val="accent6"/>
                </a:solidFill>
                <a:latin typeface="DS Indigo"/>
                <a:ea typeface="DS Indigo"/>
                <a:cs typeface="DS Indigo"/>
                <a:sym typeface="DS Indigo"/>
              </a:rPr>
              <a:t>(Department/Product Name)</a:t>
            </a:r>
            <a:endParaRPr sz="700" b="1">
              <a:solidFill>
                <a:schemeClr val="accent6"/>
              </a:solidFill>
              <a:latin typeface="DS Indigo"/>
              <a:ea typeface="DS Indigo"/>
              <a:cs typeface="DS Indigo"/>
              <a:sym typeface="DS Indigo"/>
            </a:endParaRPr>
          </a:p>
        </p:txBody>
      </p:sp>
      <p:sp>
        <p:nvSpPr>
          <p:cNvPr id="605" name="Google Shape;605;p62"/>
          <p:cNvSpPr txBox="1"/>
          <p:nvPr/>
        </p:nvSpPr>
        <p:spPr>
          <a:xfrm>
            <a:off x="339100" y="4271350"/>
            <a:ext cx="2324700" cy="300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1">
                <a:solidFill>
                  <a:schemeClr val="accent6"/>
                </a:solidFill>
                <a:latin typeface="DS Indigo"/>
                <a:ea typeface="DS Indigo"/>
                <a:cs typeface="DS Indigo"/>
                <a:sym typeface="DS Indigo"/>
              </a:rPr>
              <a:t>See next slide for instruction on how to update the wayfinding title</a:t>
            </a:r>
            <a:endParaRPr sz="1000" b="1">
              <a:solidFill>
                <a:schemeClr val="dk1"/>
              </a:solidFill>
              <a:latin typeface="DS Indigo"/>
              <a:ea typeface="DS Indigo"/>
              <a:cs typeface="DS Indigo"/>
              <a:sym typeface="DS Indigo"/>
            </a:endParaRPr>
          </a:p>
        </p:txBody>
      </p:sp>
      <p:sp>
        <p:nvSpPr>
          <p:cNvPr id="606" name="Google Shape;606;p62"/>
          <p:cNvSpPr/>
          <p:nvPr/>
        </p:nvSpPr>
        <p:spPr>
          <a:xfrm>
            <a:off x="6975700" y="256180"/>
            <a:ext cx="1825500" cy="4503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 sz="800" b="1">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sp>
        <p:nvSpPr>
          <p:cNvPr id="607" name="Google Shape;607;p62"/>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How To Update Wayfinding 2">
  <p:cSld name="Safe Harbor_1_1_1_1_1_1_1_1">
    <p:spTree>
      <p:nvGrpSpPr>
        <p:cNvPr id="1" name="Shape 608"/>
        <p:cNvGrpSpPr/>
        <p:nvPr/>
      </p:nvGrpSpPr>
      <p:grpSpPr>
        <a:xfrm>
          <a:off x="0" y="0"/>
          <a:ext cx="0" cy="0"/>
          <a:chOff x="0" y="0"/>
          <a:chExt cx="0" cy="0"/>
        </a:xfrm>
      </p:grpSpPr>
      <p:sp>
        <p:nvSpPr>
          <p:cNvPr id="609" name="Google Shape;609;p63"/>
          <p:cNvSpPr txBox="1"/>
          <p:nvPr/>
        </p:nvSpPr>
        <p:spPr>
          <a:xfrm>
            <a:off x="342900" y="1546655"/>
            <a:ext cx="2060700" cy="358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1. </a:t>
            </a:r>
            <a:r>
              <a:rPr lang="en" sz="1200">
                <a:solidFill>
                  <a:schemeClr val="dk1"/>
                </a:solidFill>
                <a:latin typeface="DS Indigo"/>
                <a:ea typeface="DS Indigo"/>
                <a:cs typeface="DS Indigo"/>
                <a:sym typeface="DS Indigo"/>
              </a:rPr>
              <a:t>Select </a:t>
            </a:r>
            <a:r>
              <a:rPr lang="en" sz="1200" b="1">
                <a:solidFill>
                  <a:schemeClr val="dk1"/>
                </a:solidFill>
                <a:latin typeface="DS Indigo"/>
                <a:ea typeface="DS Indigo"/>
                <a:cs typeface="DS Indigo"/>
                <a:sym typeface="DS Indigo"/>
              </a:rPr>
              <a:t>Slide &gt; Edit Theme</a:t>
            </a:r>
            <a:endParaRPr sz="1200" b="1">
              <a:solidFill>
                <a:schemeClr val="dk1"/>
              </a:solidFill>
              <a:latin typeface="DS Indigo"/>
              <a:ea typeface="DS Indigo"/>
              <a:cs typeface="DS Indigo"/>
              <a:sym typeface="DS Indigo"/>
            </a:endParaRPr>
          </a:p>
        </p:txBody>
      </p:sp>
      <p:grpSp>
        <p:nvGrpSpPr>
          <p:cNvPr id="610" name="Google Shape;610;p63"/>
          <p:cNvGrpSpPr/>
          <p:nvPr/>
        </p:nvGrpSpPr>
        <p:grpSpPr>
          <a:xfrm>
            <a:off x="339058" y="2028498"/>
            <a:ext cx="1824517" cy="2160507"/>
            <a:chOff x="274718" y="1479600"/>
            <a:chExt cx="2157660" cy="2554999"/>
          </a:xfrm>
        </p:grpSpPr>
        <p:pic>
          <p:nvPicPr>
            <p:cNvPr id="611" name="Google Shape;611;p63"/>
            <p:cNvPicPr preferRelativeResize="0"/>
            <p:nvPr/>
          </p:nvPicPr>
          <p:blipFill>
            <a:blip r:embed="rId2">
              <a:alphaModFix/>
            </a:blip>
            <a:stretch>
              <a:fillRect/>
            </a:stretch>
          </p:blipFill>
          <p:spPr>
            <a:xfrm>
              <a:off x="339050" y="1479600"/>
              <a:ext cx="2093328" cy="2554999"/>
            </a:xfrm>
            <a:prstGeom prst="rect">
              <a:avLst/>
            </a:prstGeom>
            <a:noFill/>
            <a:ln>
              <a:noFill/>
            </a:ln>
          </p:spPr>
        </p:pic>
        <p:sp>
          <p:nvSpPr>
            <p:cNvPr id="612" name="Google Shape;612;p63"/>
            <p:cNvSpPr/>
            <p:nvPr/>
          </p:nvSpPr>
          <p:spPr>
            <a:xfrm>
              <a:off x="274718" y="3388927"/>
              <a:ext cx="516600" cy="5166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3" name="Google Shape;613;p63"/>
          <p:cNvSpPr txBox="1"/>
          <p:nvPr/>
        </p:nvSpPr>
        <p:spPr>
          <a:xfrm>
            <a:off x="3252375" y="1546655"/>
            <a:ext cx="2329500" cy="358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2. </a:t>
            </a:r>
            <a:r>
              <a:rPr lang="en" sz="1200">
                <a:solidFill>
                  <a:schemeClr val="dk1"/>
                </a:solidFill>
                <a:latin typeface="DS Indigo"/>
                <a:ea typeface="DS Indigo"/>
                <a:cs typeface="DS Indigo"/>
                <a:sym typeface="DS Indigo"/>
              </a:rPr>
              <a:t>Select the </a:t>
            </a:r>
            <a:r>
              <a:rPr lang="en" sz="1200" b="1">
                <a:solidFill>
                  <a:schemeClr val="dk1"/>
                </a:solidFill>
                <a:latin typeface="DS Indigo"/>
                <a:ea typeface="DS Indigo"/>
                <a:cs typeface="DS Indigo"/>
                <a:sym typeface="DS Indigo"/>
              </a:rPr>
              <a:t>Master Theme</a:t>
            </a:r>
            <a:r>
              <a:rPr lang="en" sz="1200">
                <a:solidFill>
                  <a:schemeClr val="dk1"/>
                </a:solidFill>
                <a:latin typeface="DS Indigo"/>
                <a:ea typeface="DS Indigo"/>
                <a:cs typeface="DS Indigo"/>
                <a:sym typeface="DS Indigo"/>
              </a:rPr>
              <a:t> slide</a:t>
            </a:r>
            <a:endParaRPr sz="1200" b="1">
              <a:solidFill>
                <a:schemeClr val="dk1"/>
              </a:solidFill>
              <a:latin typeface="DS Indigo"/>
              <a:ea typeface="DS Indigo"/>
              <a:cs typeface="DS Indigo"/>
              <a:sym typeface="DS Indigo"/>
            </a:endParaRPr>
          </a:p>
        </p:txBody>
      </p:sp>
      <p:sp>
        <p:nvSpPr>
          <p:cNvPr id="614" name="Google Shape;614;p63"/>
          <p:cNvSpPr txBox="1"/>
          <p:nvPr/>
        </p:nvSpPr>
        <p:spPr>
          <a:xfrm>
            <a:off x="5891675" y="1546651"/>
            <a:ext cx="2909400" cy="481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3. </a:t>
            </a:r>
            <a:r>
              <a:rPr lang="en" sz="1200">
                <a:solidFill>
                  <a:schemeClr val="dk1"/>
                </a:solidFill>
                <a:latin typeface="DS Indigo"/>
                <a:ea typeface="DS Indigo"/>
                <a:cs typeface="DS Indigo"/>
                <a:sym typeface="DS Indigo"/>
              </a:rPr>
              <a:t>Update the wayfinding title to ensure this remains consistent across the deck. </a:t>
            </a:r>
            <a:endParaRPr sz="1200" b="1">
              <a:solidFill>
                <a:schemeClr val="dk1"/>
              </a:solidFill>
              <a:latin typeface="DS Indigo"/>
              <a:ea typeface="DS Indigo"/>
              <a:cs typeface="DS Indigo"/>
              <a:sym typeface="DS Indigo"/>
            </a:endParaRPr>
          </a:p>
        </p:txBody>
      </p:sp>
      <p:sp>
        <p:nvSpPr>
          <p:cNvPr id="615" name="Google Shape;615;p63"/>
          <p:cNvSpPr txBox="1"/>
          <p:nvPr/>
        </p:nvSpPr>
        <p:spPr>
          <a:xfrm>
            <a:off x="5891675" y="4043042"/>
            <a:ext cx="2182200" cy="297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Update </a:t>
            </a:r>
            <a:r>
              <a:rPr lang="en" sz="800" b="1">
                <a:solidFill>
                  <a:schemeClr val="dk1"/>
                </a:solidFill>
                <a:latin typeface="DS Indigo"/>
                <a:ea typeface="DS Indigo"/>
                <a:cs typeface="DS Indigo"/>
                <a:sym typeface="DS Indigo"/>
              </a:rPr>
              <a:t>Project Title Name</a:t>
            </a:r>
            <a:endParaRPr sz="800" b="1">
              <a:solidFill>
                <a:schemeClr val="dk1"/>
              </a:solidFill>
              <a:latin typeface="DS Indigo"/>
              <a:ea typeface="DS Indigo"/>
              <a:cs typeface="DS Indigo"/>
              <a:sym typeface="DS Indigo"/>
            </a:endParaRPr>
          </a:p>
          <a:p>
            <a:pPr marL="0" marR="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Update </a:t>
            </a:r>
            <a:r>
              <a:rPr lang="en" sz="800" b="1">
                <a:solidFill>
                  <a:schemeClr val="dk1"/>
                </a:solidFill>
                <a:latin typeface="DS Indigo"/>
                <a:ea typeface="DS Indigo"/>
                <a:cs typeface="DS Indigo"/>
                <a:sym typeface="DS Indigo"/>
              </a:rPr>
              <a:t>Department/Product Name</a:t>
            </a:r>
            <a:endParaRPr sz="800" b="1">
              <a:solidFill>
                <a:schemeClr val="dk1"/>
              </a:solidFill>
              <a:latin typeface="DS Indigo"/>
              <a:ea typeface="DS Indigo"/>
              <a:cs typeface="DS Indigo"/>
              <a:sym typeface="DS Indigo"/>
            </a:endParaRPr>
          </a:p>
        </p:txBody>
      </p:sp>
      <p:sp>
        <p:nvSpPr>
          <p:cNvPr id="616" name="Google Shape;616;p63"/>
          <p:cNvSpPr txBox="1"/>
          <p:nvPr/>
        </p:nvSpPr>
        <p:spPr>
          <a:xfrm>
            <a:off x="339050" y="864800"/>
            <a:ext cx="8462100" cy="358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None/>
            </a:pPr>
            <a:r>
              <a:rPr lang="en" sz="2600">
                <a:solidFill>
                  <a:srgbClr val="191823"/>
                </a:solidFill>
                <a:latin typeface="DS Indigo"/>
                <a:ea typeface="DS Indigo"/>
                <a:cs typeface="DS Indigo"/>
                <a:sym typeface="DS Indigo"/>
              </a:rPr>
              <a:t>How to update the wayfinding title</a:t>
            </a:r>
            <a:endParaRPr sz="2600">
              <a:solidFill>
                <a:srgbClr val="191823"/>
              </a:solidFill>
              <a:latin typeface="DS Indigo"/>
              <a:ea typeface="DS Indigo"/>
              <a:cs typeface="DS Indigo"/>
              <a:sym typeface="DS Indigo"/>
            </a:endParaRPr>
          </a:p>
        </p:txBody>
      </p:sp>
      <p:grpSp>
        <p:nvGrpSpPr>
          <p:cNvPr id="617" name="Google Shape;617;p63"/>
          <p:cNvGrpSpPr/>
          <p:nvPr/>
        </p:nvGrpSpPr>
        <p:grpSpPr>
          <a:xfrm>
            <a:off x="5891675" y="2089104"/>
            <a:ext cx="3046149" cy="1774195"/>
            <a:chOff x="5891675" y="2089104"/>
            <a:chExt cx="3046149" cy="1774195"/>
          </a:xfrm>
        </p:grpSpPr>
        <p:pic>
          <p:nvPicPr>
            <p:cNvPr id="618" name="Google Shape;618;p63"/>
            <p:cNvPicPr preferRelativeResize="0"/>
            <p:nvPr/>
          </p:nvPicPr>
          <p:blipFill rotWithShape="1">
            <a:blip r:embed="rId3">
              <a:alphaModFix/>
            </a:blip>
            <a:srcRect t="130" b="130"/>
            <a:stretch/>
          </p:blipFill>
          <p:spPr>
            <a:xfrm>
              <a:off x="5891675" y="2154298"/>
              <a:ext cx="3046149" cy="1709001"/>
            </a:xfrm>
            <a:prstGeom prst="rect">
              <a:avLst/>
            </a:prstGeom>
            <a:noFill/>
            <a:ln w="9525" cap="flat" cmpd="sng">
              <a:solidFill>
                <a:srgbClr val="EFEFEF"/>
              </a:solidFill>
              <a:prstDash val="solid"/>
              <a:round/>
              <a:headEnd type="none" w="sm" len="sm"/>
              <a:tailEnd type="none" w="sm" len="sm"/>
            </a:ln>
          </p:spPr>
        </p:pic>
        <p:sp>
          <p:nvSpPr>
            <p:cNvPr id="619" name="Google Shape;619;p63"/>
            <p:cNvSpPr/>
            <p:nvPr/>
          </p:nvSpPr>
          <p:spPr>
            <a:xfrm>
              <a:off x="5891679" y="2089104"/>
              <a:ext cx="436800" cy="4368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0" name="Google Shape;620;p6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
        <p:nvSpPr>
          <p:cNvPr id="621" name="Google Shape;621;p63"/>
          <p:cNvSpPr/>
          <p:nvPr/>
        </p:nvSpPr>
        <p:spPr>
          <a:xfrm>
            <a:off x="6975700" y="256180"/>
            <a:ext cx="1825500" cy="4503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 sz="800" b="1">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grpSp>
        <p:nvGrpSpPr>
          <p:cNvPr id="622" name="Google Shape;622;p63"/>
          <p:cNvGrpSpPr/>
          <p:nvPr/>
        </p:nvGrpSpPr>
        <p:grpSpPr>
          <a:xfrm>
            <a:off x="3267427" y="1887486"/>
            <a:ext cx="1111465" cy="2691880"/>
            <a:chOff x="3267427" y="1887486"/>
            <a:chExt cx="1111465" cy="2691880"/>
          </a:xfrm>
        </p:grpSpPr>
        <p:pic>
          <p:nvPicPr>
            <p:cNvPr id="623" name="Google Shape;623;p63"/>
            <p:cNvPicPr preferRelativeResize="0"/>
            <p:nvPr/>
          </p:nvPicPr>
          <p:blipFill rotWithShape="1">
            <a:blip r:embed="rId4">
              <a:alphaModFix/>
            </a:blip>
            <a:srcRect l="1390" r="1390"/>
            <a:stretch/>
          </p:blipFill>
          <p:spPr>
            <a:xfrm>
              <a:off x="3312418" y="2013606"/>
              <a:ext cx="1066475" cy="2565761"/>
            </a:xfrm>
            <a:prstGeom prst="rect">
              <a:avLst/>
            </a:prstGeom>
            <a:noFill/>
            <a:ln>
              <a:noFill/>
            </a:ln>
          </p:spPr>
        </p:pic>
        <p:sp>
          <p:nvSpPr>
            <p:cNvPr id="624" name="Google Shape;624;p63"/>
            <p:cNvSpPr/>
            <p:nvPr/>
          </p:nvSpPr>
          <p:spPr>
            <a:xfrm>
              <a:off x="3267427" y="1887486"/>
              <a:ext cx="397500" cy="3975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625"/>
        <p:cNvGrpSpPr/>
        <p:nvPr/>
      </p:nvGrpSpPr>
      <p:grpSpPr>
        <a:xfrm>
          <a:off x="0" y="0"/>
          <a:ext cx="0" cy="0"/>
          <a:chOff x="0" y="0"/>
          <a:chExt cx="0" cy="0"/>
        </a:xfrm>
      </p:grpSpPr>
      <p:sp>
        <p:nvSpPr>
          <p:cNvPr id="626" name="Google Shape;626;p64"/>
          <p:cNvSpPr/>
          <p:nvPr/>
        </p:nvSpPr>
        <p:spPr>
          <a:xfrm>
            <a:off x="0" y="25"/>
            <a:ext cx="9144000" cy="5143500"/>
          </a:xfrm>
          <a:prstGeom prst="rect">
            <a:avLst/>
          </a:prstGeom>
          <a:gradFill>
            <a:gsLst>
              <a:gs pos="0">
                <a:schemeClr val="accent3"/>
              </a:gs>
              <a:gs pos="100000">
                <a:schemeClr val="accent6"/>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627" name="Google Shape;627;p64"/>
          <p:cNvPicPr preferRelativeResize="0"/>
          <p:nvPr/>
        </p:nvPicPr>
        <p:blipFill rotWithShape="1">
          <a:blip r:embed="rId2">
            <a:alphaModFix/>
          </a:blip>
          <a:srcRect t="7626" b="36420"/>
          <a:stretch/>
        </p:blipFill>
        <p:spPr>
          <a:xfrm>
            <a:off x="-1986400" y="-1236425"/>
            <a:ext cx="10249698" cy="6379950"/>
          </a:xfrm>
          <a:prstGeom prst="rect">
            <a:avLst/>
          </a:prstGeom>
          <a:noFill/>
          <a:ln>
            <a:noFill/>
          </a:ln>
        </p:spPr>
      </p:pic>
      <p:sp>
        <p:nvSpPr>
          <p:cNvPr id="628" name="Google Shape;628;p64"/>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a:endParaRPr/>
          </a:p>
        </p:txBody>
      </p:sp>
      <p:sp>
        <p:nvSpPr>
          <p:cNvPr id="629" name="Google Shape;629;p64"/>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630" name="Google Shape;630;p64"/>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631" name="Google Shape;631;p64"/>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632" name="Google Shape;632;p64"/>
          <p:cNvGrpSpPr/>
          <p:nvPr/>
        </p:nvGrpSpPr>
        <p:grpSpPr>
          <a:xfrm>
            <a:off x="7857076" y="4774405"/>
            <a:ext cx="1025200" cy="206270"/>
            <a:chOff x="238125" y="2139750"/>
            <a:chExt cx="7144250" cy="1437425"/>
          </a:xfrm>
        </p:grpSpPr>
        <p:sp>
          <p:nvSpPr>
            <p:cNvPr id="633" name="Google Shape;633;p64"/>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64"/>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64"/>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64"/>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64"/>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64"/>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64"/>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64"/>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64"/>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64"/>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64"/>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64"/>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4"/>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6" name="Google Shape;646;p64"/>
          <p:cNvSpPr/>
          <p:nvPr/>
        </p:nvSpPr>
        <p:spPr>
          <a:xfrm>
            <a:off x="9144000" y="-3398250"/>
            <a:ext cx="32181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47" name="Google Shape;647;p64"/>
          <p:cNvSpPr/>
          <p:nvPr/>
        </p:nvSpPr>
        <p:spPr>
          <a:xfrm>
            <a:off x="-3219400" y="-3350700"/>
            <a:ext cx="32181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48" name="Google Shape;648;p64"/>
          <p:cNvSpPr/>
          <p:nvPr/>
        </p:nvSpPr>
        <p:spPr>
          <a:xfrm rot="-5400000">
            <a:off x="2590150" y="-6935250"/>
            <a:ext cx="33507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49" name="Google Shape;649;p64"/>
          <p:cNvSpPr/>
          <p:nvPr/>
        </p:nvSpPr>
        <p:spPr>
          <a:xfrm rot="-5400000">
            <a:off x="2610700" y="1538725"/>
            <a:ext cx="33096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F Title Slide 1">
  <p:cSld name="TITLE_1_4">
    <p:spTree>
      <p:nvGrpSpPr>
        <p:cNvPr id="1" name="Shape 650"/>
        <p:cNvGrpSpPr/>
        <p:nvPr/>
      </p:nvGrpSpPr>
      <p:grpSpPr>
        <a:xfrm>
          <a:off x="0" y="0"/>
          <a:ext cx="0" cy="0"/>
          <a:chOff x="0" y="0"/>
          <a:chExt cx="0" cy="0"/>
        </a:xfrm>
      </p:grpSpPr>
      <p:sp>
        <p:nvSpPr>
          <p:cNvPr id="651" name="Google Shape;651;p65"/>
          <p:cNvSpPr/>
          <p:nvPr/>
        </p:nvSpPr>
        <p:spPr>
          <a:xfrm>
            <a:off x="0" y="25"/>
            <a:ext cx="9144000" cy="5143500"/>
          </a:xfrm>
          <a:prstGeom prst="rect">
            <a:avLst/>
          </a:prstGeom>
          <a:gradFill>
            <a:gsLst>
              <a:gs pos="0">
                <a:schemeClr val="accent3"/>
              </a:gs>
              <a:gs pos="100000">
                <a:schemeClr val="accent6"/>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652" name="Google Shape;652;p65"/>
          <p:cNvPicPr preferRelativeResize="0"/>
          <p:nvPr/>
        </p:nvPicPr>
        <p:blipFill rotWithShape="1">
          <a:blip r:embed="rId2">
            <a:alphaModFix/>
          </a:blip>
          <a:srcRect t="7626" b="36420"/>
          <a:stretch/>
        </p:blipFill>
        <p:spPr>
          <a:xfrm>
            <a:off x="-1986400" y="-1236425"/>
            <a:ext cx="10249698" cy="6379950"/>
          </a:xfrm>
          <a:prstGeom prst="rect">
            <a:avLst/>
          </a:prstGeom>
          <a:noFill/>
          <a:ln>
            <a:noFill/>
          </a:ln>
        </p:spPr>
      </p:pic>
      <p:sp>
        <p:nvSpPr>
          <p:cNvPr id="653" name="Google Shape;653;p65"/>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a:endParaRPr/>
          </a:p>
        </p:txBody>
      </p:sp>
      <p:sp>
        <p:nvSpPr>
          <p:cNvPr id="654" name="Google Shape;654;p65"/>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655" name="Google Shape;655;p65"/>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656" name="Google Shape;656;p65"/>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657" name="Google Shape;657;p65"/>
          <p:cNvGrpSpPr/>
          <p:nvPr/>
        </p:nvGrpSpPr>
        <p:grpSpPr>
          <a:xfrm>
            <a:off x="7857076" y="4774405"/>
            <a:ext cx="1025200" cy="206270"/>
            <a:chOff x="238125" y="2139750"/>
            <a:chExt cx="7144250" cy="1437425"/>
          </a:xfrm>
        </p:grpSpPr>
        <p:sp>
          <p:nvSpPr>
            <p:cNvPr id="658" name="Google Shape;658;p65"/>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65"/>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65"/>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65"/>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65"/>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65"/>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65"/>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65"/>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65"/>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65"/>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65"/>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65"/>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65"/>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1" name="Google Shape;671;p65"/>
          <p:cNvSpPr/>
          <p:nvPr/>
        </p:nvSpPr>
        <p:spPr>
          <a:xfrm>
            <a:off x="9144000" y="-3398250"/>
            <a:ext cx="32181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72" name="Google Shape;672;p65"/>
          <p:cNvSpPr/>
          <p:nvPr/>
        </p:nvSpPr>
        <p:spPr>
          <a:xfrm>
            <a:off x="-3219400" y="-3350700"/>
            <a:ext cx="32181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73" name="Google Shape;673;p65"/>
          <p:cNvSpPr/>
          <p:nvPr/>
        </p:nvSpPr>
        <p:spPr>
          <a:xfrm rot="-5400000">
            <a:off x="2590150" y="-6935250"/>
            <a:ext cx="33507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74" name="Google Shape;674;p65"/>
          <p:cNvSpPr/>
          <p:nvPr/>
        </p:nvSpPr>
        <p:spPr>
          <a:xfrm rot="-5400000">
            <a:off x="2610700" y="1538725"/>
            <a:ext cx="33096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675" name="Google Shape;675;p65" title="cf-badge-light.png"/>
          <p:cNvPicPr preferRelativeResize="0"/>
          <p:nvPr/>
        </p:nvPicPr>
        <p:blipFill>
          <a:blip r:embed="rId3">
            <a:alphaModFix/>
          </a:blip>
          <a:stretch>
            <a:fillRect/>
          </a:stretch>
        </p:blipFill>
        <p:spPr>
          <a:xfrm>
            <a:off x="7857075" y="3313535"/>
            <a:ext cx="1025199" cy="116332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1 2">
  <p:cSld name="TITLE_1_3">
    <p:spTree>
      <p:nvGrpSpPr>
        <p:cNvPr id="1" name="Shape 676"/>
        <p:cNvGrpSpPr/>
        <p:nvPr/>
      </p:nvGrpSpPr>
      <p:grpSpPr>
        <a:xfrm>
          <a:off x="0" y="0"/>
          <a:ext cx="0" cy="0"/>
          <a:chOff x="0" y="0"/>
          <a:chExt cx="0" cy="0"/>
        </a:xfrm>
      </p:grpSpPr>
      <p:sp>
        <p:nvSpPr>
          <p:cNvPr id="677" name="Google Shape;677;p66"/>
          <p:cNvSpPr/>
          <p:nvPr/>
        </p:nvSpPr>
        <p:spPr>
          <a:xfrm>
            <a:off x="0" y="25"/>
            <a:ext cx="9144000" cy="5143500"/>
          </a:xfrm>
          <a:prstGeom prst="rect">
            <a:avLst/>
          </a:prstGeom>
          <a:gradFill>
            <a:gsLst>
              <a:gs pos="0">
                <a:schemeClr val="accent3"/>
              </a:gs>
              <a:gs pos="32000">
                <a:schemeClr val="accent3"/>
              </a:gs>
              <a:gs pos="66000">
                <a:srgbClr val="53185B"/>
              </a:gs>
              <a:gs pos="100000">
                <a:schemeClr val="accent6"/>
              </a:gs>
            </a:gsLst>
            <a:lin ang="18900044"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678" name="Google Shape;678;p66"/>
          <p:cNvPicPr preferRelativeResize="0"/>
          <p:nvPr/>
        </p:nvPicPr>
        <p:blipFill rotWithShape="1">
          <a:blip r:embed="rId2">
            <a:alphaModFix/>
          </a:blip>
          <a:srcRect/>
          <a:stretch/>
        </p:blipFill>
        <p:spPr>
          <a:xfrm>
            <a:off x="1253900" y="-2759213"/>
            <a:ext cx="12943800" cy="9846875"/>
          </a:xfrm>
          <a:prstGeom prst="rect">
            <a:avLst/>
          </a:prstGeom>
          <a:noFill/>
          <a:ln>
            <a:noFill/>
          </a:ln>
        </p:spPr>
      </p:pic>
      <p:sp>
        <p:nvSpPr>
          <p:cNvPr id="679" name="Google Shape;679;p66"/>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a:endParaRPr/>
          </a:p>
        </p:txBody>
      </p:sp>
      <p:sp>
        <p:nvSpPr>
          <p:cNvPr id="680" name="Google Shape;680;p66"/>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681" name="Google Shape;681;p66"/>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682" name="Google Shape;682;p66"/>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sp>
        <p:nvSpPr>
          <p:cNvPr id="683" name="Google Shape;683;p66"/>
          <p:cNvSpPr/>
          <p:nvPr/>
        </p:nvSpPr>
        <p:spPr>
          <a:xfrm>
            <a:off x="9145300" y="-3350700"/>
            <a:ext cx="55674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84" name="Google Shape;684;p66"/>
          <p:cNvSpPr/>
          <p:nvPr/>
        </p:nvSpPr>
        <p:spPr>
          <a:xfrm>
            <a:off x="-5568700" y="-3350700"/>
            <a:ext cx="55674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685" name="Google Shape;685;p66"/>
          <p:cNvSpPr/>
          <p:nvPr/>
        </p:nvSpPr>
        <p:spPr>
          <a:xfrm rot="-5400000">
            <a:off x="2590150" y="-6935250"/>
            <a:ext cx="33507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sp>
        <p:nvSpPr>
          <p:cNvPr id="686" name="Google Shape;686;p66"/>
          <p:cNvSpPr/>
          <p:nvPr/>
        </p:nvSpPr>
        <p:spPr>
          <a:xfrm rot="-5400000">
            <a:off x="2610700" y="1538725"/>
            <a:ext cx="33096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nvGrpSpPr>
          <p:cNvPr id="687" name="Google Shape;687;p66"/>
          <p:cNvGrpSpPr/>
          <p:nvPr/>
        </p:nvGrpSpPr>
        <p:grpSpPr>
          <a:xfrm>
            <a:off x="7860415" y="4774368"/>
            <a:ext cx="1025200" cy="206270"/>
            <a:chOff x="238125" y="2139750"/>
            <a:chExt cx="7144250" cy="1437425"/>
          </a:xfrm>
        </p:grpSpPr>
        <p:sp>
          <p:nvSpPr>
            <p:cNvPr id="688" name="Google Shape;688;p66"/>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66"/>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66"/>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66"/>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66"/>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66"/>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66"/>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66"/>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66"/>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66"/>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66"/>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66"/>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66"/>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F Title Slide 2">
  <p:cSld name="TITLE_1_3_1">
    <p:spTree>
      <p:nvGrpSpPr>
        <p:cNvPr id="1" name="Shape 701"/>
        <p:cNvGrpSpPr/>
        <p:nvPr/>
      </p:nvGrpSpPr>
      <p:grpSpPr>
        <a:xfrm>
          <a:off x="0" y="0"/>
          <a:ext cx="0" cy="0"/>
          <a:chOff x="0" y="0"/>
          <a:chExt cx="0" cy="0"/>
        </a:xfrm>
      </p:grpSpPr>
      <p:sp>
        <p:nvSpPr>
          <p:cNvPr id="702" name="Google Shape;702;p67"/>
          <p:cNvSpPr/>
          <p:nvPr/>
        </p:nvSpPr>
        <p:spPr>
          <a:xfrm>
            <a:off x="0" y="25"/>
            <a:ext cx="9144000" cy="5143500"/>
          </a:xfrm>
          <a:prstGeom prst="rect">
            <a:avLst/>
          </a:prstGeom>
          <a:gradFill>
            <a:gsLst>
              <a:gs pos="0">
                <a:schemeClr val="accent3"/>
              </a:gs>
              <a:gs pos="32000">
                <a:schemeClr val="accent3"/>
              </a:gs>
              <a:gs pos="66000">
                <a:srgbClr val="53185B"/>
              </a:gs>
              <a:gs pos="100000">
                <a:schemeClr val="accent6"/>
              </a:gs>
            </a:gsLst>
            <a:lin ang="18900044"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703" name="Google Shape;703;p67"/>
          <p:cNvPicPr preferRelativeResize="0"/>
          <p:nvPr/>
        </p:nvPicPr>
        <p:blipFill rotWithShape="1">
          <a:blip r:embed="rId2">
            <a:alphaModFix/>
          </a:blip>
          <a:srcRect/>
          <a:stretch/>
        </p:blipFill>
        <p:spPr>
          <a:xfrm>
            <a:off x="1253900" y="-2759213"/>
            <a:ext cx="12943800" cy="9846875"/>
          </a:xfrm>
          <a:prstGeom prst="rect">
            <a:avLst/>
          </a:prstGeom>
          <a:noFill/>
          <a:ln>
            <a:noFill/>
          </a:ln>
        </p:spPr>
      </p:pic>
      <p:sp>
        <p:nvSpPr>
          <p:cNvPr id="704" name="Google Shape;704;p67"/>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a:endParaRPr/>
          </a:p>
        </p:txBody>
      </p:sp>
      <p:sp>
        <p:nvSpPr>
          <p:cNvPr id="705" name="Google Shape;705;p67"/>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06" name="Google Shape;706;p67"/>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707" name="Google Shape;707;p67"/>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sp>
        <p:nvSpPr>
          <p:cNvPr id="708" name="Google Shape;708;p67"/>
          <p:cNvSpPr/>
          <p:nvPr/>
        </p:nvSpPr>
        <p:spPr>
          <a:xfrm>
            <a:off x="9145300" y="-3350700"/>
            <a:ext cx="55674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09" name="Google Shape;709;p67"/>
          <p:cNvSpPr/>
          <p:nvPr/>
        </p:nvSpPr>
        <p:spPr>
          <a:xfrm>
            <a:off x="-5568700" y="-3350700"/>
            <a:ext cx="5567400" cy="118041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10" name="Google Shape;710;p67"/>
          <p:cNvSpPr/>
          <p:nvPr/>
        </p:nvSpPr>
        <p:spPr>
          <a:xfrm rot="-5400000">
            <a:off x="2590150" y="-6935250"/>
            <a:ext cx="33507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sp>
        <p:nvSpPr>
          <p:cNvPr id="711" name="Google Shape;711;p67"/>
          <p:cNvSpPr/>
          <p:nvPr/>
        </p:nvSpPr>
        <p:spPr>
          <a:xfrm rot="-5400000">
            <a:off x="2610700" y="1538725"/>
            <a:ext cx="33096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nvGrpSpPr>
          <p:cNvPr id="712" name="Google Shape;712;p67"/>
          <p:cNvGrpSpPr/>
          <p:nvPr/>
        </p:nvGrpSpPr>
        <p:grpSpPr>
          <a:xfrm>
            <a:off x="7860415" y="4774368"/>
            <a:ext cx="1025200" cy="206270"/>
            <a:chOff x="238125" y="2139750"/>
            <a:chExt cx="7144250" cy="1437425"/>
          </a:xfrm>
        </p:grpSpPr>
        <p:sp>
          <p:nvSpPr>
            <p:cNvPr id="713" name="Google Shape;713;p67"/>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67"/>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67"/>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67"/>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67"/>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67"/>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67"/>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67"/>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67"/>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67"/>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67"/>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67"/>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67"/>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26" name="Google Shape;726;p67" title="cf-badge-light.png"/>
          <p:cNvPicPr preferRelativeResize="0"/>
          <p:nvPr/>
        </p:nvPicPr>
        <p:blipFill>
          <a:blip r:embed="rId3">
            <a:alphaModFix/>
          </a:blip>
          <a:stretch>
            <a:fillRect/>
          </a:stretch>
        </p:blipFill>
        <p:spPr>
          <a:xfrm>
            <a:off x="7857075" y="3313535"/>
            <a:ext cx="1025199" cy="116332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3">
  <p:cSld name="TITLE_1_2">
    <p:spTree>
      <p:nvGrpSpPr>
        <p:cNvPr id="1" name="Shape 727"/>
        <p:cNvGrpSpPr/>
        <p:nvPr/>
      </p:nvGrpSpPr>
      <p:grpSpPr>
        <a:xfrm>
          <a:off x="0" y="0"/>
          <a:ext cx="0" cy="0"/>
          <a:chOff x="0" y="0"/>
          <a:chExt cx="0" cy="0"/>
        </a:xfrm>
      </p:grpSpPr>
      <p:sp>
        <p:nvSpPr>
          <p:cNvPr id="728" name="Google Shape;728;p68"/>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nvGrpSpPr>
          <p:cNvPr id="729" name="Google Shape;729;p68"/>
          <p:cNvGrpSpPr/>
          <p:nvPr/>
        </p:nvGrpSpPr>
        <p:grpSpPr>
          <a:xfrm>
            <a:off x="231460" y="-1043175"/>
            <a:ext cx="11124300" cy="11641956"/>
            <a:chOff x="231460" y="-1043175"/>
            <a:chExt cx="11124300" cy="11641956"/>
          </a:xfrm>
        </p:grpSpPr>
        <p:sp>
          <p:nvSpPr>
            <p:cNvPr id="730" name="Google Shape;730;p68"/>
            <p:cNvSpPr/>
            <p:nvPr/>
          </p:nvSpPr>
          <p:spPr>
            <a:xfrm>
              <a:off x="5155800" y="3049025"/>
              <a:ext cx="4244400" cy="4244400"/>
            </a:xfrm>
            <a:prstGeom prst="ellipse">
              <a:avLst/>
            </a:prstGeom>
            <a:noFill/>
            <a:ln w="152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31" name="Google Shape;731;p68"/>
            <p:cNvSpPr/>
            <p:nvPr/>
          </p:nvSpPr>
          <p:spPr>
            <a:xfrm rot="10800000">
              <a:off x="6442650" y="-1043175"/>
              <a:ext cx="3269100" cy="3392400"/>
            </a:xfrm>
            <a:prstGeom prst="snip1Rect">
              <a:avLst>
                <a:gd name="adj" fmla="val 40871"/>
              </a:avLst>
            </a:prstGeom>
            <a:noFill/>
            <a:ln w="152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32" name="Google Shape;732;p68"/>
            <p:cNvSpPr/>
            <p:nvPr/>
          </p:nvSpPr>
          <p:spPr>
            <a:xfrm rot="-1905311">
              <a:off x="860025" y="3196206"/>
              <a:ext cx="9867169" cy="5194950"/>
            </a:xfrm>
            <a:prstGeom prst="round2SameRect">
              <a:avLst>
                <a:gd name="adj1" fmla="val 13137"/>
                <a:gd name="adj2" fmla="val 0"/>
              </a:avLst>
            </a:prstGeom>
            <a:noFill/>
            <a:ln w="152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sp>
        <p:nvSpPr>
          <p:cNvPr id="733" name="Google Shape;733;p68"/>
          <p:cNvSpPr/>
          <p:nvPr/>
        </p:nvSpPr>
        <p:spPr>
          <a:xfrm>
            <a:off x="11100" y="11100"/>
            <a:ext cx="9132900" cy="5132400"/>
          </a:xfrm>
          <a:prstGeom prst="rect">
            <a:avLst/>
          </a:prstGeom>
          <a:gradFill>
            <a:gsLst>
              <a:gs pos="0">
                <a:schemeClr val="accent1">
                  <a:alpha val="50000"/>
                </a:schemeClr>
              </a:gs>
              <a:gs pos="50000">
                <a:srgbClr val="4C00FF">
                  <a:alpha val="50000"/>
                </a:srgbClr>
              </a:gs>
              <a:gs pos="100000">
                <a:srgbClr val="4C00FF">
                  <a:alpha val="50196"/>
                  <a:alpha val="5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68"/>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a:endParaRPr/>
          </a:p>
        </p:txBody>
      </p:sp>
      <p:sp>
        <p:nvSpPr>
          <p:cNvPr id="735" name="Google Shape;735;p68"/>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36" name="Google Shape;736;p68"/>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737" name="Google Shape;737;p68"/>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738" name="Google Shape;738;p68"/>
          <p:cNvGrpSpPr/>
          <p:nvPr/>
        </p:nvGrpSpPr>
        <p:grpSpPr>
          <a:xfrm>
            <a:off x="7857076" y="4774405"/>
            <a:ext cx="1025200" cy="206270"/>
            <a:chOff x="238125" y="2139750"/>
            <a:chExt cx="7144250" cy="1437425"/>
          </a:xfrm>
        </p:grpSpPr>
        <p:sp>
          <p:nvSpPr>
            <p:cNvPr id="739" name="Google Shape;739;p68"/>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8"/>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8"/>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68"/>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68"/>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68"/>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68"/>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68"/>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68"/>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68"/>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68"/>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68"/>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68"/>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2" name="Google Shape;752;p68"/>
          <p:cNvSpPr/>
          <p:nvPr/>
        </p:nvSpPr>
        <p:spPr>
          <a:xfrm>
            <a:off x="91453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53" name="Google Shape;753;p68"/>
          <p:cNvSpPr/>
          <p:nvPr/>
        </p:nvSpPr>
        <p:spPr>
          <a:xfrm>
            <a:off x="-32194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54" name="Google Shape;754;p68"/>
          <p:cNvSpPr/>
          <p:nvPr/>
        </p:nvSpPr>
        <p:spPr>
          <a:xfrm rot="-5400000">
            <a:off x="2656438" y="-6868950"/>
            <a:ext cx="32181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55" name="Google Shape;755;p68"/>
          <p:cNvSpPr/>
          <p:nvPr/>
        </p:nvSpPr>
        <p:spPr>
          <a:xfrm rot="-5400000">
            <a:off x="1874800" y="2274450"/>
            <a:ext cx="47814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F Title Slide 3">
  <p:cSld name="TITLE_1_2_1">
    <p:spTree>
      <p:nvGrpSpPr>
        <p:cNvPr id="1" name="Shape 756"/>
        <p:cNvGrpSpPr/>
        <p:nvPr/>
      </p:nvGrpSpPr>
      <p:grpSpPr>
        <a:xfrm>
          <a:off x="0" y="0"/>
          <a:ext cx="0" cy="0"/>
          <a:chOff x="0" y="0"/>
          <a:chExt cx="0" cy="0"/>
        </a:xfrm>
      </p:grpSpPr>
      <p:sp>
        <p:nvSpPr>
          <p:cNvPr id="757" name="Google Shape;757;p69"/>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grpSp>
        <p:nvGrpSpPr>
          <p:cNvPr id="758" name="Google Shape;758;p69"/>
          <p:cNvGrpSpPr/>
          <p:nvPr/>
        </p:nvGrpSpPr>
        <p:grpSpPr>
          <a:xfrm>
            <a:off x="231460" y="-1043175"/>
            <a:ext cx="11124300" cy="11641956"/>
            <a:chOff x="231460" y="-1043175"/>
            <a:chExt cx="11124300" cy="11641956"/>
          </a:xfrm>
        </p:grpSpPr>
        <p:sp>
          <p:nvSpPr>
            <p:cNvPr id="759" name="Google Shape;759;p69"/>
            <p:cNvSpPr/>
            <p:nvPr/>
          </p:nvSpPr>
          <p:spPr>
            <a:xfrm>
              <a:off x="5155800" y="3049025"/>
              <a:ext cx="4244400" cy="4244400"/>
            </a:xfrm>
            <a:prstGeom prst="ellipse">
              <a:avLst/>
            </a:prstGeom>
            <a:noFill/>
            <a:ln w="152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60" name="Google Shape;760;p69"/>
            <p:cNvSpPr/>
            <p:nvPr/>
          </p:nvSpPr>
          <p:spPr>
            <a:xfrm rot="10800000">
              <a:off x="6442650" y="-1043175"/>
              <a:ext cx="3269100" cy="3392400"/>
            </a:xfrm>
            <a:prstGeom prst="snip1Rect">
              <a:avLst>
                <a:gd name="adj" fmla="val 40871"/>
              </a:avLst>
            </a:prstGeom>
            <a:noFill/>
            <a:ln w="152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61" name="Google Shape;761;p69"/>
            <p:cNvSpPr/>
            <p:nvPr/>
          </p:nvSpPr>
          <p:spPr>
            <a:xfrm rot="-1905311">
              <a:off x="860025" y="3196206"/>
              <a:ext cx="9867169" cy="5194950"/>
            </a:xfrm>
            <a:prstGeom prst="round2SameRect">
              <a:avLst>
                <a:gd name="adj1" fmla="val 13137"/>
                <a:gd name="adj2" fmla="val 0"/>
              </a:avLst>
            </a:prstGeom>
            <a:noFill/>
            <a:ln w="152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sp>
        <p:nvSpPr>
          <p:cNvPr id="762" name="Google Shape;762;p69"/>
          <p:cNvSpPr/>
          <p:nvPr/>
        </p:nvSpPr>
        <p:spPr>
          <a:xfrm>
            <a:off x="11100" y="11100"/>
            <a:ext cx="9132900" cy="5132400"/>
          </a:xfrm>
          <a:prstGeom prst="rect">
            <a:avLst/>
          </a:prstGeom>
          <a:gradFill>
            <a:gsLst>
              <a:gs pos="0">
                <a:schemeClr val="accent1">
                  <a:alpha val="50000"/>
                </a:schemeClr>
              </a:gs>
              <a:gs pos="50000">
                <a:srgbClr val="4C00FF">
                  <a:alpha val="50000"/>
                </a:srgbClr>
              </a:gs>
              <a:gs pos="100000">
                <a:srgbClr val="4C00FF">
                  <a:alpha val="50196"/>
                  <a:alpha val="5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69"/>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a:endParaRPr/>
          </a:p>
        </p:txBody>
      </p:sp>
      <p:sp>
        <p:nvSpPr>
          <p:cNvPr id="764" name="Google Shape;764;p69"/>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65" name="Google Shape;765;p69"/>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766" name="Google Shape;766;p69"/>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767" name="Google Shape;767;p69"/>
          <p:cNvGrpSpPr/>
          <p:nvPr/>
        </p:nvGrpSpPr>
        <p:grpSpPr>
          <a:xfrm>
            <a:off x="7857076" y="4774405"/>
            <a:ext cx="1025200" cy="206270"/>
            <a:chOff x="238125" y="2139750"/>
            <a:chExt cx="7144250" cy="1437425"/>
          </a:xfrm>
        </p:grpSpPr>
        <p:sp>
          <p:nvSpPr>
            <p:cNvPr id="768" name="Google Shape;768;p69"/>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9"/>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69"/>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69"/>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9"/>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69"/>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69"/>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9"/>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69"/>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69"/>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69"/>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69"/>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69"/>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1" name="Google Shape;781;p69"/>
          <p:cNvSpPr/>
          <p:nvPr/>
        </p:nvSpPr>
        <p:spPr>
          <a:xfrm>
            <a:off x="91453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82" name="Google Shape;782;p69"/>
          <p:cNvSpPr/>
          <p:nvPr/>
        </p:nvSpPr>
        <p:spPr>
          <a:xfrm>
            <a:off x="-32194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83" name="Google Shape;783;p69"/>
          <p:cNvSpPr/>
          <p:nvPr/>
        </p:nvSpPr>
        <p:spPr>
          <a:xfrm rot="-5400000">
            <a:off x="2656438" y="-6868950"/>
            <a:ext cx="32181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784" name="Google Shape;784;p69"/>
          <p:cNvSpPr/>
          <p:nvPr/>
        </p:nvSpPr>
        <p:spPr>
          <a:xfrm rot="-5400000">
            <a:off x="1874800" y="2274450"/>
            <a:ext cx="47814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785" name="Google Shape;785;p69" title="cf-badge-light.png"/>
          <p:cNvPicPr preferRelativeResize="0"/>
          <p:nvPr/>
        </p:nvPicPr>
        <p:blipFill>
          <a:blip r:embed="rId2">
            <a:alphaModFix/>
          </a:blip>
          <a:stretch>
            <a:fillRect/>
          </a:stretch>
        </p:blipFill>
        <p:spPr>
          <a:xfrm>
            <a:off x="7857075" y="3313535"/>
            <a:ext cx="1025199" cy="116332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2">
  <p:cSld name="TITLE_1_1">
    <p:spTree>
      <p:nvGrpSpPr>
        <p:cNvPr id="1" name="Shape 786"/>
        <p:cNvGrpSpPr/>
        <p:nvPr/>
      </p:nvGrpSpPr>
      <p:grpSpPr>
        <a:xfrm>
          <a:off x="0" y="0"/>
          <a:ext cx="0" cy="0"/>
          <a:chOff x="0" y="0"/>
          <a:chExt cx="0" cy="0"/>
        </a:xfrm>
      </p:grpSpPr>
      <p:sp>
        <p:nvSpPr>
          <p:cNvPr id="787" name="Google Shape;787;p70"/>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70"/>
          <p:cNvSpPr txBox="1">
            <a:spLocks noGrp="1"/>
          </p:cNvSpPr>
          <p:nvPr>
            <p:ph type="title"/>
          </p:nvPr>
        </p:nvSpPr>
        <p:spPr>
          <a:xfrm>
            <a:off x="333325" y="1113200"/>
            <a:ext cx="5275200" cy="1872300"/>
          </a:xfrm>
          <a:prstGeom prst="rect">
            <a:avLst/>
          </a:prstGeom>
          <a:noFill/>
        </p:spPr>
        <p:txBody>
          <a:bodyPr spcFirstLastPara="1" wrap="square" lIns="0" tIns="0" rIns="0" bIns="0" anchor="b"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lt1"/>
              </a:buClr>
              <a:buSzPts val="2400"/>
              <a:buNone/>
              <a:defRPr>
                <a:solidFill>
                  <a:schemeClr val="lt1"/>
                </a:solidFill>
              </a:defRPr>
            </a:lvl2pPr>
            <a:lvl3pPr lvl="2">
              <a:lnSpc>
                <a:spcPct val="85000"/>
              </a:lnSpc>
              <a:spcBef>
                <a:spcPts val="0"/>
              </a:spcBef>
              <a:spcAft>
                <a:spcPts val="0"/>
              </a:spcAft>
              <a:buClr>
                <a:schemeClr val="lt1"/>
              </a:buClr>
              <a:buSzPts val="2400"/>
              <a:buNone/>
              <a:defRPr>
                <a:solidFill>
                  <a:schemeClr val="lt1"/>
                </a:solidFill>
              </a:defRPr>
            </a:lvl3pPr>
            <a:lvl4pPr lvl="3">
              <a:lnSpc>
                <a:spcPct val="85000"/>
              </a:lnSpc>
              <a:spcBef>
                <a:spcPts val="0"/>
              </a:spcBef>
              <a:spcAft>
                <a:spcPts val="0"/>
              </a:spcAft>
              <a:buClr>
                <a:schemeClr val="lt1"/>
              </a:buClr>
              <a:buSzPts val="2400"/>
              <a:buNone/>
              <a:defRPr>
                <a:solidFill>
                  <a:schemeClr val="lt1"/>
                </a:solidFill>
              </a:defRPr>
            </a:lvl4pPr>
            <a:lvl5pPr lvl="4">
              <a:lnSpc>
                <a:spcPct val="85000"/>
              </a:lnSpc>
              <a:spcBef>
                <a:spcPts val="0"/>
              </a:spcBef>
              <a:spcAft>
                <a:spcPts val="0"/>
              </a:spcAft>
              <a:buClr>
                <a:schemeClr val="lt1"/>
              </a:buClr>
              <a:buSzPts val="2400"/>
              <a:buNone/>
              <a:defRPr>
                <a:solidFill>
                  <a:schemeClr val="lt1"/>
                </a:solidFill>
              </a:defRPr>
            </a:lvl5pPr>
            <a:lvl6pPr lvl="5">
              <a:lnSpc>
                <a:spcPct val="85000"/>
              </a:lnSpc>
              <a:spcBef>
                <a:spcPts val="0"/>
              </a:spcBef>
              <a:spcAft>
                <a:spcPts val="0"/>
              </a:spcAft>
              <a:buClr>
                <a:schemeClr val="lt1"/>
              </a:buClr>
              <a:buSzPts val="2400"/>
              <a:buNone/>
              <a:defRPr>
                <a:solidFill>
                  <a:schemeClr val="lt1"/>
                </a:solidFill>
              </a:defRPr>
            </a:lvl6pPr>
            <a:lvl7pPr lvl="6">
              <a:lnSpc>
                <a:spcPct val="85000"/>
              </a:lnSpc>
              <a:spcBef>
                <a:spcPts val="0"/>
              </a:spcBef>
              <a:spcAft>
                <a:spcPts val="0"/>
              </a:spcAft>
              <a:buClr>
                <a:schemeClr val="lt1"/>
              </a:buClr>
              <a:buSzPts val="2400"/>
              <a:buNone/>
              <a:defRPr>
                <a:solidFill>
                  <a:schemeClr val="lt1"/>
                </a:solidFill>
              </a:defRPr>
            </a:lvl7pPr>
            <a:lvl8pPr lvl="7">
              <a:lnSpc>
                <a:spcPct val="85000"/>
              </a:lnSpc>
              <a:spcBef>
                <a:spcPts val="0"/>
              </a:spcBef>
              <a:spcAft>
                <a:spcPts val="0"/>
              </a:spcAft>
              <a:buClr>
                <a:schemeClr val="lt1"/>
              </a:buClr>
              <a:buSzPts val="2400"/>
              <a:buNone/>
              <a:defRPr>
                <a:solidFill>
                  <a:schemeClr val="lt1"/>
                </a:solidFill>
              </a:defRPr>
            </a:lvl8pPr>
            <a:lvl9pPr lvl="8">
              <a:lnSpc>
                <a:spcPct val="85000"/>
              </a:lnSpc>
              <a:spcBef>
                <a:spcPts val="0"/>
              </a:spcBef>
              <a:spcAft>
                <a:spcPts val="0"/>
              </a:spcAft>
              <a:buClr>
                <a:schemeClr val="lt1"/>
              </a:buClr>
              <a:buSzPts val="2400"/>
              <a:buNone/>
              <a:defRPr>
                <a:solidFill>
                  <a:schemeClr val="lt1"/>
                </a:solidFill>
              </a:defRPr>
            </a:lvl9pPr>
          </a:lstStyle>
          <a:p>
            <a:endParaRPr/>
          </a:p>
        </p:txBody>
      </p:sp>
      <p:sp>
        <p:nvSpPr>
          <p:cNvPr id="789" name="Google Shape;789;p70"/>
          <p:cNvSpPr txBox="1">
            <a:spLocks noGrp="1"/>
          </p:cNvSpPr>
          <p:nvPr>
            <p:ph type="subTitle" idx="1"/>
          </p:nvPr>
        </p:nvSpPr>
        <p:spPr>
          <a:xfrm>
            <a:off x="333325" y="3125363"/>
            <a:ext cx="4864500" cy="365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790" name="Google Shape;790;p70"/>
          <p:cNvSpPr txBox="1">
            <a:spLocks noGrp="1"/>
          </p:cNvSpPr>
          <p:nvPr>
            <p:ph type="subTitle" idx="2"/>
          </p:nvPr>
        </p:nvSpPr>
        <p:spPr>
          <a:xfrm>
            <a:off x="333325" y="3970838"/>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791" name="Google Shape;791;p70"/>
          <p:cNvSpPr txBox="1">
            <a:spLocks noGrp="1"/>
          </p:cNvSpPr>
          <p:nvPr>
            <p:ph type="subTitle" idx="3"/>
          </p:nvPr>
        </p:nvSpPr>
        <p:spPr>
          <a:xfrm>
            <a:off x="1795375" y="3970838"/>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792" name="Google Shape;792;p70"/>
          <p:cNvSpPr txBox="1">
            <a:spLocks noGrp="1"/>
          </p:cNvSpPr>
          <p:nvPr>
            <p:ph type="subTitle" idx="4"/>
          </p:nvPr>
        </p:nvSpPr>
        <p:spPr>
          <a:xfrm>
            <a:off x="3257425" y="3970838"/>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793" name="Google Shape;793;p70"/>
          <p:cNvSpPr txBox="1">
            <a:spLocks noGrp="1"/>
          </p:cNvSpPr>
          <p:nvPr>
            <p:ph type="subTitle" idx="5"/>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794" name="Google Shape;794;p70"/>
          <p:cNvGrpSpPr/>
          <p:nvPr/>
        </p:nvGrpSpPr>
        <p:grpSpPr>
          <a:xfrm>
            <a:off x="338326" y="4774405"/>
            <a:ext cx="1025200" cy="206270"/>
            <a:chOff x="238125" y="2139750"/>
            <a:chExt cx="7144250" cy="1437425"/>
          </a:xfrm>
        </p:grpSpPr>
        <p:sp>
          <p:nvSpPr>
            <p:cNvPr id="795" name="Google Shape;795;p70"/>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70"/>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70"/>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70"/>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70"/>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70"/>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70"/>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70"/>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70"/>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70"/>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70"/>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70"/>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70"/>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8" name="Google Shape;808;p70"/>
          <p:cNvSpPr>
            <a:spLocks noGrp="1"/>
          </p:cNvSpPr>
          <p:nvPr>
            <p:ph type="pic" idx="6"/>
          </p:nvPr>
        </p:nvSpPr>
        <p:spPr>
          <a:xfrm flipH="1">
            <a:off x="5786100" y="342900"/>
            <a:ext cx="3357900" cy="4800600"/>
          </a:xfrm>
          <a:prstGeom prst="round1Rect">
            <a:avLst>
              <a:gd name="adj" fmla="val 11007"/>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3">
  <p:cSld name="TITLE_2">
    <p:spTree>
      <p:nvGrpSpPr>
        <p:cNvPr id="1" name="Shape 809"/>
        <p:cNvGrpSpPr/>
        <p:nvPr/>
      </p:nvGrpSpPr>
      <p:grpSpPr>
        <a:xfrm>
          <a:off x="0" y="0"/>
          <a:ext cx="0" cy="0"/>
          <a:chOff x="0" y="0"/>
          <a:chExt cx="0" cy="0"/>
        </a:xfrm>
      </p:grpSpPr>
      <p:sp>
        <p:nvSpPr>
          <p:cNvPr id="810" name="Google Shape;810;p71"/>
          <p:cNvSpPr/>
          <p:nvPr/>
        </p:nvSpPr>
        <p:spPr>
          <a:xfrm>
            <a:off x="0" y="0"/>
            <a:ext cx="9144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811" name="Google Shape;811;p71"/>
          <p:cNvSpPr txBox="1">
            <a:spLocks noGrp="1"/>
          </p:cNvSpPr>
          <p:nvPr>
            <p:ph type="title"/>
          </p:nvPr>
        </p:nvSpPr>
        <p:spPr>
          <a:xfrm>
            <a:off x="1533525" y="1240600"/>
            <a:ext cx="5095800" cy="2021100"/>
          </a:xfrm>
          <a:prstGeom prst="rect">
            <a:avLst/>
          </a:prstGeom>
          <a:noFill/>
        </p:spPr>
        <p:txBody>
          <a:bodyPr spcFirstLastPara="1" wrap="square" lIns="0" tIns="0" rIns="0" bIns="0" anchor="t"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dk2"/>
              </a:buClr>
              <a:buSzPts val="2400"/>
              <a:buNone/>
              <a:defRPr>
                <a:solidFill>
                  <a:schemeClr val="dk2"/>
                </a:solidFill>
              </a:defRPr>
            </a:lvl2pPr>
            <a:lvl3pPr lvl="2">
              <a:lnSpc>
                <a:spcPct val="85000"/>
              </a:lnSpc>
              <a:spcBef>
                <a:spcPts val="0"/>
              </a:spcBef>
              <a:spcAft>
                <a:spcPts val="0"/>
              </a:spcAft>
              <a:buClr>
                <a:schemeClr val="dk2"/>
              </a:buClr>
              <a:buSzPts val="2400"/>
              <a:buNone/>
              <a:defRPr>
                <a:solidFill>
                  <a:schemeClr val="dk2"/>
                </a:solidFill>
              </a:defRPr>
            </a:lvl3pPr>
            <a:lvl4pPr lvl="3">
              <a:lnSpc>
                <a:spcPct val="85000"/>
              </a:lnSpc>
              <a:spcBef>
                <a:spcPts val="0"/>
              </a:spcBef>
              <a:spcAft>
                <a:spcPts val="0"/>
              </a:spcAft>
              <a:buClr>
                <a:schemeClr val="dk2"/>
              </a:buClr>
              <a:buSzPts val="2400"/>
              <a:buNone/>
              <a:defRPr>
                <a:solidFill>
                  <a:schemeClr val="dk2"/>
                </a:solidFill>
              </a:defRPr>
            </a:lvl4pPr>
            <a:lvl5pPr lvl="4">
              <a:lnSpc>
                <a:spcPct val="85000"/>
              </a:lnSpc>
              <a:spcBef>
                <a:spcPts val="0"/>
              </a:spcBef>
              <a:spcAft>
                <a:spcPts val="0"/>
              </a:spcAft>
              <a:buClr>
                <a:schemeClr val="dk2"/>
              </a:buClr>
              <a:buSzPts val="2400"/>
              <a:buNone/>
              <a:defRPr>
                <a:solidFill>
                  <a:schemeClr val="dk2"/>
                </a:solidFill>
              </a:defRPr>
            </a:lvl5pPr>
            <a:lvl6pPr lvl="5">
              <a:lnSpc>
                <a:spcPct val="85000"/>
              </a:lnSpc>
              <a:spcBef>
                <a:spcPts val="0"/>
              </a:spcBef>
              <a:spcAft>
                <a:spcPts val="0"/>
              </a:spcAft>
              <a:buClr>
                <a:schemeClr val="dk2"/>
              </a:buClr>
              <a:buSzPts val="2400"/>
              <a:buNone/>
              <a:defRPr>
                <a:solidFill>
                  <a:schemeClr val="dk2"/>
                </a:solidFill>
              </a:defRPr>
            </a:lvl6pPr>
            <a:lvl7pPr lvl="6">
              <a:lnSpc>
                <a:spcPct val="85000"/>
              </a:lnSpc>
              <a:spcBef>
                <a:spcPts val="0"/>
              </a:spcBef>
              <a:spcAft>
                <a:spcPts val="0"/>
              </a:spcAft>
              <a:buClr>
                <a:schemeClr val="dk2"/>
              </a:buClr>
              <a:buSzPts val="2400"/>
              <a:buNone/>
              <a:defRPr>
                <a:solidFill>
                  <a:schemeClr val="dk2"/>
                </a:solidFill>
              </a:defRPr>
            </a:lvl7pPr>
            <a:lvl8pPr lvl="7">
              <a:lnSpc>
                <a:spcPct val="85000"/>
              </a:lnSpc>
              <a:spcBef>
                <a:spcPts val="0"/>
              </a:spcBef>
              <a:spcAft>
                <a:spcPts val="0"/>
              </a:spcAft>
              <a:buClr>
                <a:schemeClr val="dk2"/>
              </a:buClr>
              <a:buSzPts val="2400"/>
              <a:buNone/>
              <a:defRPr>
                <a:solidFill>
                  <a:schemeClr val="dk2"/>
                </a:solidFill>
              </a:defRPr>
            </a:lvl8pPr>
            <a:lvl9pPr lvl="8">
              <a:lnSpc>
                <a:spcPct val="85000"/>
              </a:lnSpc>
              <a:spcBef>
                <a:spcPts val="0"/>
              </a:spcBef>
              <a:spcAft>
                <a:spcPts val="0"/>
              </a:spcAft>
              <a:buClr>
                <a:schemeClr val="dk2"/>
              </a:buClr>
              <a:buSzPts val="2400"/>
              <a:buNone/>
              <a:defRPr>
                <a:solidFill>
                  <a:schemeClr val="dk2"/>
                </a:solidFill>
              </a:defRPr>
            </a:lvl9pPr>
          </a:lstStyle>
          <a:p>
            <a:endParaRPr/>
          </a:p>
        </p:txBody>
      </p:sp>
      <p:sp>
        <p:nvSpPr>
          <p:cNvPr id="812" name="Google Shape;812;p71"/>
          <p:cNvSpPr txBox="1">
            <a:spLocks noGrp="1"/>
          </p:cNvSpPr>
          <p:nvPr>
            <p:ph type="subTitle" idx="1"/>
          </p:nvPr>
        </p:nvSpPr>
        <p:spPr>
          <a:xfrm>
            <a:off x="1533600" y="3424100"/>
            <a:ext cx="50958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1400"/>
              <a:buNone/>
              <a:defRPr sz="1400"/>
            </a:lvl2pPr>
            <a:lvl3pPr lvl="2">
              <a:lnSpc>
                <a:spcPct val="100000"/>
              </a:lnSpc>
              <a:spcBef>
                <a:spcPts val="0"/>
              </a:spcBef>
              <a:spcAft>
                <a:spcPts val="0"/>
              </a:spcAft>
              <a:buSzPts val="1400"/>
              <a:buNone/>
              <a:defRPr sz="1400"/>
            </a:lvl3pPr>
            <a:lvl4pPr lvl="3">
              <a:lnSpc>
                <a:spcPct val="100000"/>
              </a:lnSpc>
              <a:spcBef>
                <a:spcPts val="0"/>
              </a:spcBef>
              <a:spcAft>
                <a:spcPts val="0"/>
              </a:spcAft>
              <a:buSzPts val="1400"/>
              <a:buNone/>
              <a:defRPr sz="1400"/>
            </a:lvl4pPr>
            <a:lvl5pPr lvl="4">
              <a:lnSpc>
                <a:spcPct val="100000"/>
              </a:lnSpc>
              <a:spcBef>
                <a:spcPts val="0"/>
              </a:spcBef>
              <a:spcAft>
                <a:spcPts val="0"/>
              </a:spcAft>
              <a:buSzPts val="1400"/>
              <a:buNone/>
              <a:defRPr sz="1400"/>
            </a:lvl5pPr>
            <a:lvl6pPr lvl="5">
              <a:lnSpc>
                <a:spcPct val="100000"/>
              </a:lnSpc>
              <a:spcBef>
                <a:spcPts val="0"/>
              </a:spcBef>
              <a:spcAft>
                <a:spcPts val="0"/>
              </a:spcAft>
              <a:buSzPts val="1400"/>
              <a:buNone/>
              <a:defRPr sz="1400"/>
            </a:lvl6pPr>
            <a:lvl7pPr lvl="6">
              <a:lnSpc>
                <a:spcPct val="100000"/>
              </a:lnSpc>
              <a:spcBef>
                <a:spcPts val="0"/>
              </a:spcBef>
              <a:spcAft>
                <a:spcPts val="0"/>
              </a:spcAft>
              <a:buSzPts val="1400"/>
              <a:buNone/>
              <a:defRPr sz="1400"/>
            </a:lvl7pPr>
            <a:lvl8pPr lvl="7">
              <a:lnSpc>
                <a:spcPct val="100000"/>
              </a:lnSpc>
              <a:spcBef>
                <a:spcPts val="0"/>
              </a:spcBef>
              <a:spcAft>
                <a:spcPts val="0"/>
              </a:spcAft>
              <a:buSzPts val="1400"/>
              <a:buNone/>
              <a:defRPr sz="1400"/>
            </a:lvl8pPr>
            <a:lvl9pPr lvl="8">
              <a:lnSpc>
                <a:spcPct val="100000"/>
              </a:lnSpc>
              <a:spcBef>
                <a:spcPts val="0"/>
              </a:spcBef>
              <a:spcAft>
                <a:spcPts val="0"/>
              </a:spcAft>
              <a:buSzPts val="1400"/>
              <a:buNone/>
              <a:defRPr sz="1400"/>
            </a:lvl9pPr>
          </a:lstStyle>
          <a:p>
            <a:endParaRPr/>
          </a:p>
        </p:txBody>
      </p:sp>
      <p:sp>
        <p:nvSpPr>
          <p:cNvPr id="813" name="Google Shape;813;p71"/>
          <p:cNvSpPr txBox="1">
            <a:spLocks noGrp="1"/>
          </p:cNvSpPr>
          <p:nvPr>
            <p:ph type="subTitle" idx="2"/>
          </p:nvPr>
        </p:nvSpPr>
        <p:spPr>
          <a:xfrm>
            <a:off x="6867650" y="1240600"/>
            <a:ext cx="19335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14" name="Google Shape;814;p71"/>
          <p:cNvSpPr txBox="1">
            <a:spLocks noGrp="1"/>
          </p:cNvSpPr>
          <p:nvPr>
            <p:ph type="subTitle" idx="3"/>
          </p:nvPr>
        </p:nvSpPr>
        <p:spPr>
          <a:xfrm>
            <a:off x="6867650" y="2013350"/>
            <a:ext cx="19335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15" name="Google Shape;815;p71"/>
          <p:cNvSpPr txBox="1">
            <a:spLocks noGrp="1"/>
          </p:cNvSpPr>
          <p:nvPr>
            <p:ph type="subTitle" idx="4"/>
          </p:nvPr>
        </p:nvSpPr>
        <p:spPr>
          <a:xfrm>
            <a:off x="1533600" y="683400"/>
            <a:ext cx="50958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816" name="Google Shape;816;p71"/>
          <p:cNvGrpSpPr/>
          <p:nvPr/>
        </p:nvGrpSpPr>
        <p:grpSpPr>
          <a:xfrm>
            <a:off x="7860415" y="4774368"/>
            <a:ext cx="1025200" cy="206270"/>
            <a:chOff x="238125" y="2139750"/>
            <a:chExt cx="7144250" cy="1437425"/>
          </a:xfrm>
        </p:grpSpPr>
        <p:sp>
          <p:nvSpPr>
            <p:cNvPr id="817" name="Google Shape;817;p71"/>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71"/>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71"/>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71"/>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71"/>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71"/>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71"/>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71"/>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71"/>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71"/>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71"/>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71"/>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71"/>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4">
  <p:cSld name="TITLE_2_1">
    <p:spTree>
      <p:nvGrpSpPr>
        <p:cNvPr id="1" name="Shape 830"/>
        <p:cNvGrpSpPr/>
        <p:nvPr/>
      </p:nvGrpSpPr>
      <p:grpSpPr>
        <a:xfrm>
          <a:off x="0" y="0"/>
          <a:ext cx="0" cy="0"/>
          <a:chOff x="0" y="0"/>
          <a:chExt cx="0" cy="0"/>
        </a:xfrm>
      </p:grpSpPr>
      <p:sp>
        <p:nvSpPr>
          <p:cNvPr id="831" name="Google Shape;831;p72"/>
          <p:cNvSpPr/>
          <p:nvPr/>
        </p:nvSpPr>
        <p:spPr>
          <a:xfrm>
            <a:off x="0" y="25"/>
            <a:ext cx="9144000" cy="5143500"/>
          </a:xfrm>
          <a:prstGeom prst="rect">
            <a:avLst/>
          </a:prstGeom>
          <a:gradFill>
            <a:gsLst>
              <a:gs pos="0">
                <a:schemeClr val="accent1"/>
              </a:gs>
              <a:gs pos="100000">
                <a:srgbClr val="0E041F"/>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nvGrpSpPr>
          <p:cNvPr id="832" name="Google Shape;832;p72"/>
          <p:cNvGrpSpPr/>
          <p:nvPr/>
        </p:nvGrpSpPr>
        <p:grpSpPr>
          <a:xfrm>
            <a:off x="-3805826" y="-1835600"/>
            <a:ext cx="15549626" cy="13818983"/>
            <a:chOff x="-3805826" y="-1835600"/>
            <a:chExt cx="15549626" cy="13818983"/>
          </a:xfrm>
        </p:grpSpPr>
        <p:sp>
          <p:nvSpPr>
            <p:cNvPr id="833" name="Google Shape;833;p72"/>
            <p:cNvSpPr/>
            <p:nvPr/>
          </p:nvSpPr>
          <p:spPr>
            <a:xfrm>
              <a:off x="5971200" y="-1835600"/>
              <a:ext cx="5772600" cy="5772600"/>
            </a:xfrm>
            <a:prstGeom prst="ellipse">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834" name="Google Shape;834;p72"/>
            <p:cNvSpPr/>
            <p:nvPr/>
          </p:nvSpPr>
          <p:spPr>
            <a:xfrm rot="-1358181">
              <a:off x="-3186131" y="5089821"/>
              <a:ext cx="9867208" cy="5194823"/>
            </a:xfrm>
            <a:prstGeom prst="round2SameRect">
              <a:avLst>
                <a:gd name="adj1" fmla="val 13137"/>
                <a:gd name="adj2" fmla="val 0"/>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835" name="Google Shape;835;p72"/>
            <p:cNvSpPr/>
            <p:nvPr/>
          </p:nvSpPr>
          <p:spPr>
            <a:xfrm>
              <a:off x="6513225" y="2601725"/>
              <a:ext cx="3576600" cy="5457900"/>
            </a:xfrm>
            <a:prstGeom prst="roundRect">
              <a:avLst>
                <a:gd name="adj" fmla="val 50000"/>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sp>
        <p:nvSpPr>
          <p:cNvPr id="836" name="Google Shape;836;p72"/>
          <p:cNvSpPr/>
          <p:nvPr/>
        </p:nvSpPr>
        <p:spPr>
          <a:xfrm>
            <a:off x="9145300" y="-4699000"/>
            <a:ext cx="5364300" cy="170496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837" name="Google Shape;837;p72"/>
          <p:cNvSpPr/>
          <p:nvPr/>
        </p:nvSpPr>
        <p:spPr>
          <a:xfrm>
            <a:off x="-5097100" y="-4699000"/>
            <a:ext cx="5095800" cy="170496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838" name="Google Shape;838;p72"/>
          <p:cNvSpPr/>
          <p:nvPr/>
        </p:nvSpPr>
        <p:spPr>
          <a:xfrm rot="-5400000">
            <a:off x="1916050" y="-7609350"/>
            <a:ext cx="46989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839" name="Google Shape;839;p72"/>
          <p:cNvSpPr/>
          <p:nvPr/>
        </p:nvSpPr>
        <p:spPr>
          <a:xfrm rot="-5400000">
            <a:off x="661900" y="3487250"/>
            <a:ext cx="72072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840" name="Google Shape;840;p72"/>
          <p:cNvSpPr txBox="1">
            <a:spLocks noGrp="1"/>
          </p:cNvSpPr>
          <p:nvPr>
            <p:ph type="subTitle" idx="1"/>
          </p:nvPr>
        </p:nvSpPr>
        <p:spPr>
          <a:xfrm>
            <a:off x="6867650" y="1240600"/>
            <a:ext cx="19335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41" name="Google Shape;841;p72"/>
          <p:cNvSpPr txBox="1">
            <a:spLocks noGrp="1"/>
          </p:cNvSpPr>
          <p:nvPr>
            <p:ph type="subTitle" idx="2"/>
          </p:nvPr>
        </p:nvSpPr>
        <p:spPr>
          <a:xfrm>
            <a:off x="6867650" y="2013350"/>
            <a:ext cx="1933500" cy="2772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42" name="Google Shape;842;p72"/>
          <p:cNvSpPr txBox="1">
            <a:spLocks noGrp="1"/>
          </p:cNvSpPr>
          <p:nvPr>
            <p:ph type="subTitle" idx="3"/>
          </p:nvPr>
        </p:nvSpPr>
        <p:spPr>
          <a:xfrm>
            <a:off x="1533600" y="683400"/>
            <a:ext cx="50958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b="1">
                <a:solidFill>
                  <a:schemeClr val="lt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843" name="Google Shape;843;p72"/>
          <p:cNvGrpSpPr/>
          <p:nvPr/>
        </p:nvGrpSpPr>
        <p:grpSpPr>
          <a:xfrm>
            <a:off x="7860415" y="4774368"/>
            <a:ext cx="1025200" cy="206270"/>
            <a:chOff x="238125" y="2139750"/>
            <a:chExt cx="7144250" cy="1437425"/>
          </a:xfrm>
        </p:grpSpPr>
        <p:sp>
          <p:nvSpPr>
            <p:cNvPr id="844" name="Google Shape;844;p72"/>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72"/>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72"/>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72"/>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72"/>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72"/>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72"/>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72"/>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72"/>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72"/>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72"/>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72"/>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72"/>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7" name="Google Shape;857;p72"/>
          <p:cNvSpPr txBox="1">
            <a:spLocks noGrp="1"/>
          </p:cNvSpPr>
          <p:nvPr>
            <p:ph type="subTitle" idx="4"/>
          </p:nvPr>
        </p:nvSpPr>
        <p:spPr>
          <a:xfrm>
            <a:off x="1533600" y="3424100"/>
            <a:ext cx="50958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400"/>
              <a:buNone/>
              <a:defRPr sz="1400">
                <a:solidFill>
                  <a:schemeClr val="lt1"/>
                </a:solidFill>
              </a:defRPr>
            </a:lvl1pPr>
            <a:lvl2pPr lvl="1">
              <a:lnSpc>
                <a:spcPct val="100000"/>
              </a:lnSpc>
              <a:spcBef>
                <a:spcPts val="0"/>
              </a:spcBef>
              <a:spcAft>
                <a:spcPts val="0"/>
              </a:spcAft>
              <a:buSzPts val="1400"/>
              <a:buNone/>
              <a:defRPr sz="1400"/>
            </a:lvl2pPr>
            <a:lvl3pPr lvl="2">
              <a:lnSpc>
                <a:spcPct val="100000"/>
              </a:lnSpc>
              <a:spcBef>
                <a:spcPts val="0"/>
              </a:spcBef>
              <a:spcAft>
                <a:spcPts val="0"/>
              </a:spcAft>
              <a:buSzPts val="1400"/>
              <a:buNone/>
              <a:defRPr sz="1400"/>
            </a:lvl3pPr>
            <a:lvl4pPr lvl="3">
              <a:lnSpc>
                <a:spcPct val="100000"/>
              </a:lnSpc>
              <a:spcBef>
                <a:spcPts val="0"/>
              </a:spcBef>
              <a:spcAft>
                <a:spcPts val="0"/>
              </a:spcAft>
              <a:buSzPts val="1400"/>
              <a:buNone/>
              <a:defRPr sz="1400"/>
            </a:lvl4pPr>
            <a:lvl5pPr lvl="4">
              <a:lnSpc>
                <a:spcPct val="100000"/>
              </a:lnSpc>
              <a:spcBef>
                <a:spcPts val="0"/>
              </a:spcBef>
              <a:spcAft>
                <a:spcPts val="0"/>
              </a:spcAft>
              <a:buSzPts val="1400"/>
              <a:buNone/>
              <a:defRPr sz="1400"/>
            </a:lvl5pPr>
            <a:lvl6pPr lvl="5">
              <a:lnSpc>
                <a:spcPct val="100000"/>
              </a:lnSpc>
              <a:spcBef>
                <a:spcPts val="0"/>
              </a:spcBef>
              <a:spcAft>
                <a:spcPts val="0"/>
              </a:spcAft>
              <a:buSzPts val="1400"/>
              <a:buNone/>
              <a:defRPr sz="1400"/>
            </a:lvl6pPr>
            <a:lvl7pPr lvl="6">
              <a:lnSpc>
                <a:spcPct val="100000"/>
              </a:lnSpc>
              <a:spcBef>
                <a:spcPts val="0"/>
              </a:spcBef>
              <a:spcAft>
                <a:spcPts val="0"/>
              </a:spcAft>
              <a:buSzPts val="1400"/>
              <a:buNone/>
              <a:defRPr sz="1400"/>
            </a:lvl7pPr>
            <a:lvl8pPr lvl="7">
              <a:lnSpc>
                <a:spcPct val="100000"/>
              </a:lnSpc>
              <a:spcBef>
                <a:spcPts val="0"/>
              </a:spcBef>
              <a:spcAft>
                <a:spcPts val="0"/>
              </a:spcAft>
              <a:buSzPts val="1400"/>
              <a:buNone/>
              <a:defRPr sz="1400"/>
            </a:lvl8pPr>
            <a:lvl9pPr lvl="8">
              <a:lnSpc>
                <a:spcPct val="100000"/>
              </a:lnSpc>
              <a:spcBef>
                <a:spcPts val="0"/>
              </a:spcBef>
              <a:spcAft>
                <a:spcPts val="0"/>
              </a:spcAft>
              <a:buSzPts val="1400"/>
              <a:buNone/>
              <a:defRPr sz="1400"/>
            </a:lvl9pPr>
          </a:lstStyle>
          <a:p>
            <a:endParaRPr/>
          </a:p>
        </p:txBody>
      </p:sp>
      <p:sp>
        <p:nvSpPr>
          <p:cNvPr id="858" name="Google Shape;858;p72"/>
          <p:cNvSpPr txBox="1">
            <a:spLocks noGrp="1"/>
          </p:cNvSpPr>
          <p:nvPr>
            <p:ph type="title"/>
          </p:nvPr>
        </p:nvSpPr>
        <p:spPr>
          <a:xfrm>
            <a:off x="1533525" y="1240600"/>
            <a:ext cx="5095800" cy="2021100"/>
          </a:xfrm>
          <a:prstGeom prst="rect">
            <a:avLst/>
          </a:prstGeom>
          <a:noFill/>
        </p:spPr>
        <p:txBody>
          <a:bodyPr spcFirstLastPara="1" wrap="square" lIns="0" tIns="0" rIns="0" bIns="0" anchor="t" anchorCtr="0">
            <a:noAutofit/>
          </a:bodyPr>
          <a:lstStyle>
            <a:lvl1pPr lvl="0">
              <a:lnSpc>
                <a:spcPct val="80000"/>
              </a:lnSpc>
              <a:spcBef>
                <a:spcPts val="0"/>
              </a:spcBef>
              <a:spcAft>
                <a:spcPts val="0"/>
              </a:spcAft>
              <a:buClr>
                <a:schemeClr val="lt1"/>
              </a:buClr>
              <a:buSzPts val="5200"/>
              <a:buNone/>
              <a:defRPr sz="5200">
                <a:solidFill>
                  <a:schemeClr val="lt1"/>
                </a:solidFill>
              </a:defRPr>
            </a:lvl1pPr>
            <a:lvl2pPr lvl="1">
              <a:lnSpc>
                <a:spcPct val="85000"/>
              </a:lnSpc>
              <a:spcBef>
                <a:spcPts val="0"/>
              </a:spcBef>
              <a:spcAft>
                <a:spcPts val="0"/>
              </a:spcAft>
              <a:buClr>
                <a:schemeClr val="dk2"/>
              </a:buClr>
              <a:buSzPts val="2400"/>
              <a:buNone/>
              <a:defRPr>
                <a:solidFill>
                  <a:schemeClr val="dk2"/>
                </a:solidFill>
              </a:defRPr>
            </a:lvl2pPr>
            <a:lvl3pPr lvl="2">
              <a:lnSpc>
                <a:spcPct val="85000"/>
              </a:lnSpc>
              <a:spcBef>
                <a:spcPts val="0"/>
              </a:spcBef>
              <a:spcAft>
                <a:spcPts val="0"/>
              </a:spcAft>
              <a:buClr>
                <a:schemeClr val="dk2"/>
              </a:buClr>
              <a:buSzPts val="2400"/>
              <a:buNone/>
              <a:defRPr>
                <a:solidFill>
                  <a:schemeClr val="dk2"/>
                </a:solidFill>
              </a:defRPr>
            </a:lvl3pPr>
            <a:lvl4pPr lvl="3">
              <a:lnSpc>
                <a:spcPct val="85000"/>
              </a:lnSpc>
              <a:spcBef>
                <a:spcPts val="0"/>
              </a:spcBef>
              <a:spcAft>
                <a:spcPts val="0"/>
              </a:spcAft>
              <a:buClr>
                <a:schemeClr val="dk2"/>
              </a:buClr>
              <a:buSzPts val="2400"/>
              <a:buNone/>
              <a:defRPr>
                <a:solidFill>
                  <a:schemeClr val="dk2"/>
                </a:solidFill>
              </a:defRPr>
            </a:lvl4pPr>
            <a:lvl5pPr lvl="4">
              <a:lnSpc>
                <a:spcPct val="85000"/>
              </a:lnSpc>
              <a:spcBef>
                <a:spcPts val="0"/>
              </a:spcBef>
              <a:spcAft>
                <a:spcPts val="0"/>
              </a:spcAft>
              <a:buClr>
                <a:schemeClr val="dk2"/>
              </a:buClr>
              <a:buSzPts val="2400"/>
              <a:buNone/>
              <a:defRPr>
                <a:solidFill>
                  <a:schemeClr val="dk2"/>
                </a:solidFill>
              </a:defRPr>
            </a:lvl5pPr>
            <a:lvl6pPr lvl="5">
              <a:lnSpc>
                <a:spcPct val="85000"/>
              </a:lnSpc>
              <a:spcBef>
                <a:spcPts val="0"/>
              </a:spcBef>
              <a:spcAft>
                <a:spcPts val="0"/>
              </a:spcAft>
              <a:buClr>
                <a:schemeClr val="dk2"/>
              </a:buClr>
              <a:buSzPts val="2400"/>
              <a:buNone/>
              <a:defRPr>
                <a:solidFill>
                  <a:schemeClr val="dk2"/>
                </a:solidFill>
              </a:defRPr>
            </a:lvl6pPr>
            <a:lvl7pPr lvl="6">
              <a:lnSpc>
                <a:spcPct val="85000"/>
              </a:lnSpc>
              <a:spcBef>
                <a:spcPts val="0"/>
              </a:spcBef>
              <a:spcAft>
                <a:spcPts val="0"/>
              </a:spcAft>
              <a:buClr>
                <a:schemeClr val="dk2"/>
              </a:buClr>
              <a:buSzPts val="2400"/>
              <a:buNone/>
              <a:defRPr>
                <a:solidFill>
                  <a:schemeClr val="dk2"/>
                </a:solidFill>
              </a:defRPr>
            </a:lvl7pPr>
            <a:lvl8pPr lvl="7">
              <a:lnSpc>
                <a:spcPct val="85000"/>
              </a:lnSpc>
              <a:spcBef>
                <a:spcPts val="0"/>
              </a:spcBef>
              <a:spcAft>
                <a:spcPts val="0"/>
              </a:spcAft>
              <a:buClr>
                <a:schemeClr val="dk2"/>
              </a:buClr>
              <a:buSzPts val="2400"/>
              <a:buNone/>
              <a:defRPr>
                <a:solidFill>
                  <a:schemeClr val="dk2"/>
                </a:solidFill>
              </a:defRPr>
            </a:lvl8pPr>
            <a:lvl9pPr lvl="8">
              <a:lnSpc>
                <a:spcPct val="85000"/>
              </a:lnSpc>
              <a:spcBef>
                <a:spcPts val="0"/>
              </a:spcBef>
              <a:spcAft>
                <a:spcPts val="0"/>
              </a:spcAft>
              <a:buClr>
                <a:schemeClr val="dk2"/>
              </a:buClr>
              <a:buSzPts val="2400"/>
              <a:buNone/>
              <a:defRPr>
                <a:solidFill>
                  <a:schemeClr val="dk2"/>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5">
  <p:cSld name="TITLE_1_1_1">
    <p:spTree>
      <p:nvGrpSpPr>
        <p:cNvPr id="1" name="Shape 859"/>
        <p:cNvGrpSpPr/>
        <p:nvPr/>
      </p:nvGrpSpPr>
      <p:grpSpPr>
        <a:xfrm>
          <a:off x="0" y="0"/>
          <a:ext cx="0" cy="0"/>
          <a:chOff x="0" y="0"/>
          <a:chExt cx="0" cy="0"/>
        </a:xfrm>
      </p:grpSpPr>
      <p:sp>
        <p:nvSpPr>
          <p:cNvPr id="860" name="Google Shape;860;p73"/>
          <p:cNvSpPr/>
          <p:nvPr/>
        </p:nvSpPr>
        <p:spPr>
          <a:xfrm>
            <a:off x="0" y="0"/>
            <a:ext cx="9149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73"/>
          <p:cNvSpPr txBox="1">
            <a:spLocks noGrp="1"/>
          </p:cNvSpPr>
          <p:nvPr>
            <p:ph type="title"/>
          </p:nvPr>
        </p:nvSpPr>
        <p:spPr>
          <a:xfrm>
            <a:off x="333325" y="1113200"/>
            <a:ext cx="55584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5200"/>
              <a:buNone/>
              <a:defRPr sz="5200"/>
            </a:lvl1pPr>
            <a:lvl2pPr lvl="1">
              <a:lnSpc>
                <a:spcPct val="85000"/>
              </a:lnSpc>
              <a:spcBef>
                <a:spcPts val="0"/>
              </a:spcBef>
              <a:spcAft>
                <a:spcPts val="0"/>
              </a:spcAft>
              <a:buSzPts val="2400"/>
              <a:buNone/>
              <a:defRPr/>
            </a:lvl2pPr>
            <a:lvl3pPr lvl="2">
              <a:lnSpc>
                <a:spcPct val="85000"/>
              </a:lnSpc>
              <a:spcBef>
                <a:spcPts val="0"/>
              </a:spcBef>
              <a:spcAft>
                <a:spcPts val="0"/>
              </a:spcAft>
              <a:buSzPts val="2400"/>
              <a:buNone/>
              <a:defRPr/>
            </a:lvl3pPr>
            <a:lvl4pPr lvl="3">
              <a:lnSpc>
                <a:spcPct val="85000"/>
              </a:lnSpc>
              <a:spcBef>
                <a:spcPts val="0"/>
              </a:spcBef>
              <a:spcAft>
                <a:spcPts val="0"/>
              </a:spcAft>
              <a:buSzPts val="2400"/>
              <a:buNone/>
              <a:defRPr/>
            </a:lvl4pPr>
            <a:lvl5pPr lvl="4">
              <a:lnSpc>
                <a:spcPct val="85000"/>
              </a:lnSpc>
              <a:spcBef>
                <a:spcPts val="0"/>
              </a:spcBef>
              <a:spcAft>
                <a:spcPts val="0"/>
              </a:spcAft>
              <a:buSzPts val="2400"/>
              <a:buNone/>
              <a:defRPr/>
            </a:lvl5pPr>
            <a:lvl6pPr lvl="5">
              <a:lnSpc>
                <a:spcPct val="85000"/>
              </a:lnSpc>
              <a:spcBef>
                <a:spcPts val="0"/>
              </a:spcBef>
              <a:spcAft>
                <a:spcPts val="0"/>
              </a:spcAft>
              <a:buSzPts val="2400"/>
              <a:buNone/>
              <a:defRPr/>
            </a:lvl6pPr>
            <a:lvl7pPr lvl="6">
              <a:lnSpc>
                <a:spcPct val="85000"/>
              </a:lnSpc>
              <a:spcBef>
                <a:spcPts val="0"/>
              </a:spcBef>
              <a:spcAft>
                <a:spcPts val="0"/>
              </a:spcAft>
              <a:buSzPts val="2400"/>
              <a:buNone/>
              <a:defRPr/>
            </a:lvl7pPr>
            <a:lvl8pPr lvl="7">
              <a:lnSpc>
                <a:spcPct val="85000"/>
              </a:lnSpc>
              <a:spcBef>
                <a:spcPts val="0"/>
              </a:spcBef>
              <a:spcAft>
                <a:spcPts val="0"/>
              </a:spcAft>
              <a:buSzPts val="2400"/>
              <a:buNone/>
              <a:defRPr/>
            </a:lvl8pPr>
            <a:lvl9pPr lvl="8">
              <a:lnSpc>
                <a:spcPct val="85000"/>
              </a:lnSpc>
              <a:spcBef>
                <a:spcPts val="0"/>
              </a:spcBef>
              <a:spcAft>
                <a:spcPts val="0"/>
              </a:spcAft>
              <a:buSzPts val="2400"/>
              <a:buNone/>
              <a:defRPr/>
            </a:lvl9pPr>
          </a:lstStyle>
          <a:p>
            <a:endParaRPr/>
          </a:p>
        </p:txBody>
      </p:sp>
      <p:sp>
        <p:nvSpPr>
          <p:cNvPr id="862" name="Google Shape;862;p73"/>
          <p:cNvSpPr txBox="1">
            <a:spLocks noGrp="1"/>
          </p:cNvSpPr>
          <p:nvPr>
            <p:ph type="subTitle" idx="1"/>
          </p:nvPr>
        </p:nvSpPr>
        <p:spPr>
          <a:xfrm>
            <a:off x="333325" y="2651350"/>
            <a:ext cx="48483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863" name="Google Shape;863;p73"/>
          <p:cNvSpPr txBox="1">
            <a:spLocks noGrp="1"/>
          </p:cNvSpPr>
          <p:nvPr>
            <p:ph type="subTitle" idx="2"/>
          </p:nvPr>
        </p:nvSpPr>
        <p:spPr>
          <a:xfrm>
            <a:off x="333325" y="3742238"/>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64" name="Google Shape;864;p73"/>
          <p:cNvSpPr txBox="1">
            <a:spLocks noGrp="1"/>
          </p:cNvSpPr>
          <p:nvPr>
            <p:ph type="subTitle" idx="3"/>
          </p:nvPr>
        </p:nvSpPr>
        <p:spPr>
          <a:xfrm>
            <a:off x="2512375" y="3742238"/>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65" name="Google Shape;865;p73"/>
          <p:cNvSpPr txBox="1">
            <a:spLocks noGrp="1"/>
          </p:cNvSpPr>
          <p:nvPr>
            <p:ph type="subTitle" idx="4"/>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b="1"/>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866" name="Google Shape;866;p73"/>
          <p:cNvGrpSpPr/>
          <p:nvPr/>
        </p:nvGrpSpPr>
        <p:grpSpPr>
          <a:xfrm>
            <a:off x="342902" y="4774371"/>
            <a:ext cx="1014484" cy="202964"/>
            <a:chOff x="238125" y="2139750"/>
            <a:chExt cx="7144250" cy="1437425"/>
          </a:xfrm>
        </p:grpSpPr>
        <p:sp>
          <p:nvSpPr>
            <p:cNvPr id="867" name="Google Shape;867;p73"/>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73"/>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73"/>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73"/>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73"/>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73"/>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73"/>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73"/>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73"/>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73"/>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73"/>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73"/>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73"/>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F Title Slide 5">
  <p:cSld name="TITLE_1_1_1_2">
    <p:spTree>
      <p:nvGrpSpPr>
        <p:cNvPr id="1" name="Shape 880"/>
        <p:cNvGrpSpPr/>
        <p:nvPr/>
      </p:nvGrpSpPr>
      <p:grpSpPr>
        <a:xfrm>
          <a:off x="0" y="0"/>
          <a:ext cx="0" cy="0"/>
          <a:chOff x="0" y="0"/>
          <a:chExt cx="0" cy="0"/>
        </a:xfrm>
      </p:grpSpPr>
      <p:sp>
        <p:nvSpPr>
          <p:cNvPr id="881" name="Google Shape;881;p74"/>
          <p:cNvSpPr/>
          <p:nvPr/>
        </p:nvSpPr>
        <p:spPr>
          <a:xfrm>
            <a:off x="-2850" y="0"/>
            <a:ext cx="9149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2" name="Google Shape;882;p74" title="customer-first-badge-dark.png"/>
          <p:cNvPicPr preferRelativeResize="0"/>
          <p:nvPr/>
        </p:nvPicPr>
        <p:blipFill>
          <a:blip r:embed="rId2">
            <a:alphaModFix/>
          </a:blip>
          <a:stretch>
            <a:fillRect/>
          </a:stretch>
        </p:blipFill>
        <p:spPr>
          <a:xfrm>
            <a:off x="7857075" y="378574"/>
            <a:ext cx="876575" cy="994025"/>
          </a:xfrm>
          <a:prstGeom prst="rect">
            <a:avLst/>
          </a:prstGeom>
          <a:noFill/>
          <a:ln>
            <a:noFill/>
          </a:ln>
        </p:spPr>
      </p:pic>
      <p:sp>
        <p:nvSpPr>
          <p:cNvPr id="883" name="Google Shape;883;p74"/>
          <p:cNvSpPr txBox="1">
            <a:spLocks noGrp="1"/>
          </p:cNvSpPr>
          <p:nvPr>
            <p:ph type="title"/>
          </p:nvPr>
        </p:nvSpPr>
        <p:spPr>
          <a:xfrm>
            <a:off x="333325" y="1113200"/>
            <a:ext cx="5558400" cy="13140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5200"/>
              <a:buNone/>
              <a:defRPr sz="5200"/>
            </a:lvl1pPr>
            <a:lvl2pPr lvl="1">
              <a:lnSpc>
                <a:spcPct val="85000"/>
              </a:lnSpc>
              <a:spcBef>
                <a:spcPts val="0"/>
              </a:spcBef>
              <a:spcAft>
                <a:spcPts val="0"/>
              </a:spcAft>
              <a:buSzPts val="2400"/>
              <a:buNone/>
              <a:defRPr/>
            </a:lvl2pPr>
            <a:lvl3pPr lvl="2">
              <a:lnSpc>
                <a:spcPct val="85000"/>
              </a:lnSpc>
              <a:spcBef>
                <a:spcPts val="0"/>
              </a:spcBef>
              <a:spcAft>
                <a:spcPts val="0"/>
              </a:spcAft>
              <a:buSzPts val="2400"/>
              <a:buNone/>
              <a:defRPr/>
            </a:lvl3pPr>
            <a:lvl4pPr lvl="3">
              <a:lnSpc>
                <a:spcPct val="85000"/>
              </a:lnSpc>
              <a:spcBef>
                <a:spcPts val="0"/>
              </a:spcBef>
              <a:spcAft>
                <a:spcPts val="0"/>
              </a:spcAft>
              <a:buSzPts val="2400"/>
              <a:buNone/>
              <a:defRPr/>
            </a:lvl4pPr>
            <a:lvl5pPr lvl="4">
              <a:lnSpc>
                <a:spcPct val="85000"/>
              </a:lnSpc>
              <a:spcBef>
                <a:spcPts val="0"/>
              </a:spcBef>
              <a:spcAft>
                <a:spcPts val="0"/>
              </a:spcAft>
              <a:buSzPts val="2400"/>
              <a:buNone/>
              <a:defRPr/>
            </a:lvl5pPr>
            <a:lvl6pPr lvl="5">
              <a:lnSpc>
                <a:spcPct val="85000"/>
              </a:lnSpc>
              <a:spcBef>
                <a:spcPts val="0"/>
              </a:spcBef>
              <a:spcAft>
                <a:spcPts val="0"/>
              </a:spcAft>
              <a:buSzPts val="2400"/>
              <a:buNone/>
              <a:defRPr/>
            </a:lvl6pPr>
            <a:lvl7pPr lvl="6">
              <a:lnSpc>
                <a:spcPct val="85000"/>
              </a:lnSpc>
              <a:spcBef>
                <a:spcPts val="0"/>
              </a:spcBef>
              <a:spcAft>
                <a:spcPts val="0"/>
              </a:spcAft>
              <a:buSzPts val="2400"/>
              <a:buNone/>
              <a:defRPr/>
            </a:lvl7pPr>
            <a:lvl8pPr lvl="7">
              <a:lnSpc>
                <a:spcPct val="85000"/>
              </a:lnSpc>
              <a:spcBef>
                <a:spcPts val="0"/>
              </a:spcBef>
              <a:spcAft>
                <a:spcPts val="0"/>
              </a:spcAft>
              <a:buSzPts val="2400"/>
              <a:buNone/>
              <a:defRPr/>
            </a:lvl8pPr>
            <a:lvl9pPr lvl="8">
              <a:lnSpc>
                <a:spcPct val="85000"/>
              </a:lnSpc>
              <a:spcBef>
                <a:spcPts val="0"/>
              </a:spcBef>
              <a:spcAft>
                <a:spcPts val="0"/>
              </a:spcAft>
              <a:buSzPts val="2400"/>
              <a:buNone/>
              <a:defRPr/>
            </a:lvl9pPr>
          </a:lstStyle>
          <a:p>
            <a:endParaRPr/>
          </a:p>
        </p:txBody>
      </p:sp>
      <p:sp>
        <p:nvSpPr>
          <p:cNvPr id="884" name="Google Shape;884;p74"/>
          <p:cNvSpPr txBox="1">
            <a:spLocks noGrp="1"/>
          </p:cNvSpPr>
          <p:nvPr>
            <p:ph type="subTitle" idx="1"/>
          </p:nvPr>
        </p:nvSpPr>
        <p:spPr>
          <a:xfrm>
            <a:off x="333325" y="2651350"/>
            <a:ext cx="48483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885" name="Google Shape;885;p74"/>
          <p:cNvSpPr txBox="1">
            <a:spLocks noGrp="1"/>
          </p:cNvSpPr>
          <p:nvPr>
            <p:ph type="subTitle" idx="2"/>
          </p:nvPr>
        </p:nvSpPr>
        <p:spPr>
          <a:xfrm>
            <a:off x="333325" y="3742238"/>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86" name="Google Shape;886;p74"/>
          <p:cNvSpPr txBox="1">
            <a:spLocks noGrp="1"/>
          </p:cNvSpPr>
          <p:nvPr>
            <p:ph type="subTitle" idx="3"/>
          </p:nvPr>
        </p:nvSpPr>
        <p:spPr>
          <a:xfrm>
            <a:off x="2512375" y="3742238"/>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887" name="Google Shape;887;p74"/>
          <p:cNvSpPr txBox="1">
            <a:spLocks noGrp="1"/>
          </p:cNvSpPr>
          <p:nvPr>
            <p:ph type="subTitle" idx="4"/>
          </p:nvPr>
        </p:nvSpPr>
        <p:spPr>
          <a:xfrm>
            <a:off x="333325" y="683400"/>
            <a:ext cx="65559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b="1"/>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888" name="Google Shape;888;p74"/>
          <p:cNvGrpSpPr/>
          <p:nvPr/>
        </p:nvGrpSpPr>
        <p:grpSpPr>
          <a:xfrm>
            <a:off x="342902" y="4774371"/>
            <a:ext cx="1014484" cy="202964"/>
            <a:chOff x="238125" y="2139750"/>
            <a:chExt cx="7144250" cy="1437425"/>
          </a:xfrm>
        </p:grpSpPr>
        <p:sp>
          <p:nvSpPr>
            <p:cNvPr id="889" name="Google Shape;889;p74"/>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74"/>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74"/>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74"/>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74"/>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74"/>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74"/>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74"/>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74"/>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74"/>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74"/>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74"/>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74"/>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6">
  <p:cSld name="TITLE_1_1_1_1">
    <p:spTree>
      <p:nvGrpSpPr>
        <p:cNvPr id="1" name="Shape 902"/>
        <p:cNvGrpSpPr/>
        <p:nvPr/>
      </p:nvGrpSpPr>
      <p:grpSpPr>
        <a:xfrm>
          <a:off x="0" y="0"/>
          <a:ext cx="0" cy="0"/>
          <a:chOff x="0" y="0"/>
          <a:chExt cx="0" cy="0"/>
        </a:xfrm>
      </p:grpSpPr>
      <p:sp>
        <p:nvSpPr>
          <p:cNvPr id="903" name="Google Shape;903;p75"/>
          <p:cNvSpPr/>
          <p:nvPr/>
        </p:nvSpPr>
        <p:spPr>
          <a:xfrm>
            <a:off x="0" y="0"/>
            <a:ext cx="2525100" cy="5143500"/>
          </a:xfrm>
          <a:prstGeom prst="rect">
            <a:avLst/>
          </a:prstGeom>
          <a:solidFill>
            <a:srgbClr val="C2A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904" name="Google Shape;904;p75"/>
          <p:cNvSpPr/>
          <p:nvPr/>
        </p:nvSpPr>
        <p:spPr>
          <a:xfrm rot="5400000">
            <a:off x="374504" y="831228"/>
            <a:ext cx="2494800" cy="2494800"/>
          </a:xfrm>
          <a:prstGeom prst="round2SameRect">
            <a:avLst>
              <a:gd name="adj1" fmla="val 42032"/>
              <a:gd name="adj2" fmla="val 0"/>
            </a:avLst>
          </a:prstGeom>
          <a:gradFill>
            <a:gsLst>
              <a:gs pos="0">
                <a:schemeClr val="accent1"/>
              </a:gs>
              <a:gs pos="100000">
                <a:schemeClr val="accent6"/>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05" name="Google Shape;905;p75"/>
          <p:cNvSpPr/>
          <p:nvPr/>
        </p:nvSpPr>
        <p:spPr>
          <a:xfrm>
            <a:off x="-589121" y="1817469"/>
            <a:ext cx="2494800" cy="2494800"/>
          </a:xfrm>
          <a:prstGeom prst="roundRect">
            <a:avLst>
              <a:gd name="adj" fmla="val 6751"/>
            </a:avLst>
          </a:prstGeom>
          <a:gradFill>
            <a:gsLst>
              <a:gs pos="0">
                <a:schemeClr val="accent1"/>
              </a:gs>
              <a:gs pos="100000">
                <a:schemeClr val="accent6"/>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06" name="Google Shape;906;p75"/>
          <p:cNvSpPr/>
          <p:nvPr/>
        </p:nvSpPr>
        <p:spPr>
          <a:xfrm rot="-5400000">
            <a:off x="528375" y="3840000"/>
            <a:ext cx="1948800" cy="1921200"/>
          </a:xfrm>
          <a:prstGeom prst="round2SameRect">
            <a:avLst>
              <a:gd name="adj1" fmla="val 50000"/>
              <a:gd name="adj2" fmla="val 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07" name="Google Shape;907;p75"/>
          <p:cNvSpPr>
            <a:spLocks noGrp="1"/>
          </p:cNvSpPr>
          <p:nvPr>
            <p:ph type="pic" idx="2"/>
          </p:nvPr>
        </p:nvSpPr>
        <p:spPr>
          <a:xfrm>
            <a:off x="374825" y="1817475"/>
            <a:ext cx="1530900" cy="1508700"/>
          </a:xfrm>
          <a:prstGeom prst="snip1Rect">
            <a:avLst>
              <a:gd name="adj" fmla="val 35053"/>
            </a:avLst>
          </a:prstGeom>
          <a:noFill/>
          <a:ln>
            <a:noFill/>
          </a:ln>
        </p:spPr>
      </p:sp>
      <p:sp>
        <p:nvSpPr>
          <p:cNvPr id="908" name="Google Shape;908;p75"/>
          <p:cNvSpPr/>
          <p:nvPr/>
        </p:nvSpPr>
        <p:spPr>
          <a:xfrm>
            <a:off x="2287625" y="0"/>
            <a:ext cx="6856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909" name="Google Shape;909;p75"/>
          <p:cNvSpPr txBox="1">
            <a:spLocks noGrp="1"/>
          </p:cNvSpPr>
          <p:nvPr>
            <p:ph type="subTitle" idx="1"/>
          </p:nvPr>
        </p:nvSpPr>
        <p:spPr>
          <a:xfrm>
            <a:off x="2801525" y="4019763"/>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910" name="Google Shape;910;p75"/>
          <p:cNvSpPr txBox="1">
            <a:spLocks noGrp="1"/>
          </p:cNvSpPr>
          <p:nvPr>
            <p:ph type="subTitle" idx="3"/>
          </p:nvPr>
        </p:nvSpPr>
        <p:spPr>
          <a:xfrm>
            <a:off x="4897675" y="4019763"/>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911" name="Google Shape;911;p75"/>
          <p:cNvSpPr txBox="1">
            <a:spLocks noGrp="1"/>
          </p:cNvSpPr>
          <p:nvPr>
            <p:ph type="subTitle" idx="4"/>
          </p:nvPr>
        </p:nvSpPr>
        <p:spPr>
          <a:xfrm>
            <a:off x="2801525" y="683400"/>
            <a:ext cx="52053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b="1"/>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912" name="Google Shape;912;p75"/>
          <p:cNvGrpSpPr/>
          <p:nvPr/>
        </p:nvGrpSpPr>
        <p:grpSpPr>
          <a:xfrm>
            <a:off x="2811102" y="4774371"/>
            <a:ext cx="1014484" cy="202964"/>
            <a:chOff x="238125" y="2139750"/>
            <a:chExt cx="7144250" cy="1437425"/>
          </a:xfrm>
        </p:grpSpPr>
        <p:sp>
          <p:nvSpPr>
            <p:cNvPr id="913" name="Google Shape;913;p75"/>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75"/>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75"/>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75"/>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75"/>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75"/>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75"/>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75"/>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75"/>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75"/>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75"/>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75"/>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75"/>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6" name="Google Shape;926;p75"/>
          <p:cNvSpPr/>
          <p:nvPr/>
        </p:nvSpPr>
        <p:spPr>
          <a:xfrm rot="10800000">
            <a:off x="-1026550" y="-617700"/>
            <a:ext cx="1948800" cy="1921200"/>
          </a:xfrm>
          <a:prstGeom prst="round2SameRect">
            <a:avLst>
              <a:gd name="adj1" fmla="val 50000"/>
              <a:gd name="adj2" fmla="val 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27" name="Google Shape;927;p75"/>
          <p:cNvSpPr/>
          <p:nvPr/>
        </p:nvSpPr>
        <p:spPr>
          <a:xfrm>
            <a:off x="91453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28" name="Google Shape;928;p75"/>
          <p:cNvSpPr/>
          <p:nvPr/>
        </p:nvSpPr>
        <p:spPr>
          <a:xfrm>
            <a:off x="-32194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29" name="Google Shape;929;p75"/>
          <p:cNvSpPr/>
          <p:nvPr/>
        </p:nvSpPr>
        <p:spPr>
          <a:xfrm rot="-5400000">
            <a:off x="2656438" y="-6868950"/>
            <a:ext cx="32181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30" name="Google Shape;930;p75"/>
          <p:cNvSpPr/>
          <p:nvPr/>
        </p:nvSpPr>
        <p:spPr>
          <a:xfrm rot="-5400000">
            <a:off x="1874800" y="2274450"/>
            <a:ext cx="47814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31" name="Google Shape;931;p75"/>
          <p:cNvSpPr txBox="1">
            <a:spLocks noGrp="1"/>
          </p:cNvSpPr>
          <p:nvPr>
            <p:ph type="title"/>
          </p:nvPr>
        </p:nvSpPr>
        <p:spPr>
          <a:xfrm>
            <a:off x="2801600" y="1113200"/>
            <a:ext cx="4332000" cy="18984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4800"/>
              <a:buNone/>
              <a:defRPr sz="4800"/>
            </a:lvl1pPr>
            <a:lvl2pPr lvl="1">
              <a:lnSpc>
                <a:spcPct val="90000"/>
              </a:lnSpc>
              <a:spcBef>
                <a:spcPts val="0"/>
              </a:spcBef>
              <a:spcAft>
                <a:spcPts val="0"/>
              </a:spcAft>
              <a:buSzPts val="4800"/>
              <a:buNone/>
              <a:defRPr sz="4800"/>
            </a:lvl2pPr>
            <a:lvl3pPr lvl="2">
              <a:lnSpc>
                <a:spcPct val="90000"/>
              </a:lnSpc>
              <a:spcBef>
                <a:spcPts val="0"/>
              </a:spcBef>
              <a:spcAft>
                <a:spcPts val="0"/>
              </a:spcAft>
              <a:buSzPts val="4800"/>
              <a:buNone/>
              <a:defRPr sz="4800"/>
            </a:lvl3pPr>
            <a:lvl4pPr lvl="3">
              <a:lnSpc>
                <a:spcPct val="90000"/>
              </a:lnSpc>
              <a:spcBef>
                <a:spcPts val="0"/>
              </a:spcBef>
              <a:spcAft>
                <a:spcPts val="0"/>
              </a:spcAft>
              <a:buSzPts val="4800"/>
              <a:buNone/>
              <a:defRPr sz="4800"/>
            </a:lvl4pPr>
            <a:lvl5pPr lvl="4">
              <a:lnSpc>
                <a:spcPct val="90000"/>
              </a:lnSpc>
              <a:spcBef>
                <a:spcPts val="0"/>
              </a:spcBef>
              <a:spcAft>
                <a:spcPts val="0"/>
              </a:spcAft>
              <a:buSzPts val="4800"/>
              <a:buNone/>
              <a:defRPr sz="4800"/>
            </a:lvl5pPr>
            <a:lvl6pPr lvl="5">
              <a:lnSpc>
                <a:spcPct val="90000"/>
              </a:lnSpc>
              <a:spcBef>
                <a:spcPts val="0"/>
              </a:spcBef>
              <a:spcAft>
                <a:spcPts val="0"/>
              </a:spcAft>
              <a:buSzPts val="4800"/>
              <a:buNone/>
              <a:defRPr sz="4800"/>
            </a:lvl6pPr>
            <a:lvl7pPr lvl="6">
              <a:lnSpc>
                <a:spcPct val="90000"/>
              </a:lnSpc>
              <a:spcBef>
                <a:spcPts val="0"/>
              </a:spcBef>
              <a:spcAft>
                <a:spcPts val="0"/>
              </a:spcAft>
              <a:buSzPts val="4800"/>
              <a:buNone/>
              <a:defRPr sz="4800"/>
            </a:lvl7pPr>
            <a:lvl8pPr lvl="7">
              <a:lnSpc>
                <a:spcPct val="90000"/>
              </a:lnSpc>
              <a:spcBef>
                <a:spcPts val="0"/>
              </a:spcBef>
              <a:spcAft>
                <a:spcPts val="0"/>
              </a:spcAft>
              <a:buSzPts val="4800"/>
              <a:buNone/>
              <a:defRPr sz="4800"/>
            </a:lvl8pPr>
            <a:lvl9pPr lvl="8">
              <a:lnSpc>
                <a:spcPct val="90000"/>
              </a:lnSpc>
              <a:spcBef>
                <a:spcPts val="0"/>
              </a:spcBef>
              <a:spcAft>
                <a:spcPts val="0"/>
              </a:spcAft>
              <a:buSzPts val="4800"/>
              <a:buNone/>
              <a:defRPr sz="4800"/>
            </a:lvl9pPr>
          </a:lstStyle>
          <a:p>
            <a:endParaRPr/>
          </a:p>
        </p:txBody>
      </p:sp>
      <p:sp>
        <p:nvSpPr>
          <p:cNvPr id="932" name="Google Shape;932;p75"/>
          <p:cNvSpPr txBox="1">
            <a:spLocks noGrp="1"/>
          </p:cNvSpPr>
          <p:nvPr>
            <p:ph type="subTitle" idx="5"/>
          </p:nvPr>
        </p:nvSpPr>
        <p:spPr>
          <a:xfrm>
            <a:off x="2801525" y="3207625"/>
            <a:ext cx="4332000" cy="6342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F Title Slide 6">
  <p:cSld name="TITLE_1_1_1_1_1">
    <p:spTree>
      <p:nvGrpSpPr>
        <p:cNvPr id="1" name="Shape 933"/>
        <p:cNvGrpSpPr/>
        <p:nvPr/>
      </p:nvGrpSpPr>
      <p:grpSpPr>
        <a:xfrm>
          <a:off x="0" y="0"/>
          <a:ext cx="0" cy="0"/>
          <a:chOff x="0" y="0"/>
          <a:chExt cx="0" cy="0"/>
        </a:xfrm>
      </p:grpSpPr>
      <p:sp>
        <p:nvSpPr>
          <p:cNvPr id="934" name="Google Shape;934;p76"/>
          <p:cNvSpPr/>
          <p:nvPr/>
        </p:nvSpPr>
        <p:spPr>
          <a:xfrm>
            <a:off x="0" y="0"/>
            <a:ext cx="2525100" cy="5143500"/>
          </a:xfrm>
          <a:prstGeom prst="rect">
            <a:avLst/>
          </a:prstGeom>
          <a:solidFill>
            <a:srgbClr val="C2A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935" name="Google Shape;935;p76"/>
          <p:cNvSpPr/>
          <p:nvPr/>
        </p:nvSpPr>
        <p:spPr>
          <a:xfrm rot="5400000">
            <a:off x="374504" y="831228"/>
            <a:ext cx="2494800" cy="2494800"/>
          </a:xfrm>
          <a:prstGeom prst="round2SameRect">
            <a:avLst>
              <a:gd name="adj1" fmla="val 42032"/>
              <a:gd name="adj2" fmla="val 0"/>
            </a:avLst>
          </a:prstGeom>
          <a:gradFill>
            <a:gsLst>
              <a:gs pos="0">
                <a:schemeClr val="accent1"/>
              </a:gs>
              <a:gs pos="100000">
                <a:schemeClr val="accent6"/>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36" name="Google Shape;936;p76"/>
          <p:cNvSpPr/>
          <p:nvPr/>
        </p:nvSpPr>
        <p:spPr>
          <a:xfrm>
            <a:off x="-589121" y="1817469"/>
            <a:ext cx="2494800" cy="2494800"/>
          </a:xfrm>
          <a:prstGeom prst="roundRect">
            <a:avLst>
              <a:gd name="adj" fmla="val 6751"/>
            </a:avLst>
          </a:prstGeom>
          <a:gradFill>
            <a:gsLst>
              <a:gs pos="0">
                <a:schemeClr val="accent1"/>
              </a:gs>
              <a:gs pos="100000">
                <a:schemeClr val="accent6"/>
              </a:gs>
            </a:gsLst>
            <a:lin ang="26986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37" name="Google Shape;937;p76"/>
          <p:cNvSpPr/>
          <p:nvPr/>
        </p:nvSpPr>
        <p:spPr>
          <a:xfrm rot="-5400000">
            <a:off x="528375" y="3840000"/>
            <a:ext cx="1948800" cy="1921200"/>
          </a:xfrm>
          <a:prstGeom prst="round2SameRect">
            <a:avLst>
              <a:gd name="adj1" fmla="val 50000"/>
              <a:gd name="adj2" fmla="val 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38" name="Google Shape;938;p76"/>
          <p:cNvSpPr>
            <a:spLocks noGrp="1"/>
          </p:cNvSpPr>
          <p:nvPr>
            <p:ph type="pic" idx="2"/>
          </p:nvPr>
        </p:nvSpPr>
        <p:spPr>
          <a:xfrm>
            <a:off x="374825" y="1817475"/>
            <a:ext cx="1530900" cy="1508700"/>
          </a:xfrm>
          <a:prstGeom prst="snip1Rect">
            <a:avLst>
              <a:gd name="adj" fmla="val 35053"/>
            </a:avLst>
          </a:prstGeom>
          <a:noFill/>
          <a:ln>
            <a:noFill/>
          </a:ln>
        </p:spPr>
      </p:sp>
      <p:sp>
        <p:nvSpPr>
          <p:cNvPr id="939" name="Google Shape;939;p76"/>
          <p:cNvSpPr/>
          <p:nvPr/>
        </p:nvSpPr>
        <p:spPr>
          <a:xfrm>
            <a:off x="2287625" y="0"/>
            <a:ext cx="6856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940" name="Google Shape;940;p76"/>
          <p:cNvSpPr txBox="1">
            <a:spLocks noGrp="1"/>
          </p:cNvSpPr>
          <p:nvPr>
            <p:ph type="subTitle" idx="1"/>
          </p:nvPr>
        </p:nvSpPr>
        <p:spPr>
          <a:xfrm>
            <a:off x="2801525" y="4019763"/>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941" name="Google Shape;941;p76"/>
          <p:cNvSpPr txBox="1">
            <a:spLocks noGrp="1"/>
          </p:cNvSpPr>
          <p:nvPr>
            <p:ph type="subTitle" idx="3"/>
          </p:nvPr>
        </p:nvSpPr>
        <p:spPr>
          <a:xfrm>
            <a:off x="4897675" y="4019763"/>
            <a:ext cx="1200300" cy="292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a:lvl2pPr>
            <a:lvl3pPr lvl="2">
              <a:lnSpc>
                <a:spcPct val="100000"/>
              </a:lnSpc>
              <a:spcBef>
                <a:spcPts val="0"/>
              </a:spcBef>
              <a:spcAft>
                <a:spcPts val="0"/>
              </a:spcAft>
              <a:buSzPts val="1000"/>
              <a:buNone/>
              <a:defRPr/>
            </a:lvl3pPr>
            <a:lvl4pPr lvl="3">
              <a:lnSpc>
                <a:spcPct val="100000"/>
              </a:lnSpc>
              <a:spcBef>
                <a:spcPts val="0"/>
              </a:spcBef>
              <a:spcAft>
                <a:spcPts val="0"/>
              </a:spcAft>
              <a:buSzPts val="1000"/>
              <a:buNone/>
              <a:defRPr/>
            </a:lvl4pPr>
            <a:lvl5pPr lvl="4">
              <a:lnSpc>
                <a:spcPct val="100000"/>
              </a:lnSpc>
              <a:spcBef>
                <a:spcPts val="0"/>
              </a:spcBef>
              <a:spcAft>
                <a:spcPts val="0"/>
              </a:spcAft>
              <a:buSzPts val="1000"/>
              <a:buNone/>
              <a:defRPr/>
            </a:lvl5pPr>
            <a:lvl6pPr lvl="5">
              <a:lnSpc>
                <a:spcPct val="100000"/>
              </a:lnSpc>
              <a:spcBef>
                <a:spcPts val="0"/>
              </a:spcBef>
              <a:spcAft>
                <a:spcPts val="0"/>
              </a:spcAft>
              <a:buSzPts val="1000"/>
              <a:buNone/>
              <a:defRPr/>
            </a:lvl6pPr>
            <a:lvl7pPr lvl="6">
              <a:lnSpc>
                <a:spcPct val="100000"/>
              </a:lnSpc>
              <a:spcBef>
                <a:spcPts val="0"/>
              </a:spcBef>
              <a:spcAft>
                <a:spcPts val="0"/>
              </a:spcAft>
              <a:buSzPts val="1000"/>
              <a:buNone/>
              <a:defRPr/>
            </a:lvl7pPr>
            <a:lvl8pPr lvl="7">
              <a:lnSpc>
                <a:spcPct val="100000"/>
              </a:lnSpc>
              <a:spcBef>
                <a:spcPts val="0"/>
              </a:spcBef>
              <a:spcAft>
                <a:spcPts val="0"/>
              </a:spcAft>
              <a:buSzPts val="1000"/>
              <a:buNone/>
              <a:defRPr/>
            </a:lvl8pPr>
            <a:lvl9pPr lvl="8">
              <a:lnSpc>
                <a:spcPct val="100000"/>
              </a:lnSpc>
              <a:spcBef>
                <a:spcPts val="0"/>
              </a:spcBef>
              <a:spcAft>
                <a:spcPts val="0"/>
              </a:spcAft>
              <a:buSzPts val="1000"/>
              <a:buNone/>
              <a:defRPr/>
            </a:lvl9pPr>
          </a:lstStyle>
          <a:p>
            <a:endParaRPr/>
          </a:p>
        </p:txBody>
      </p:sp>
      <p:sp>
        <p:nvSpPr>
          <p:cNvPr id="942" name="Google Shape;942;p76"/>
          <p:cNvSpPr txBox="1">
            <a:spLocks noGrp="1"/>
          </p:cNvSpPr>
          <p:nvPr>
            <p:ph type="subTitle" idx="4"/>
          </p:nvPr>
        </p:nvSpPr>
        <p:spPr>
          <a:xfrm>
            <a:off x="2801525" y="683400"/>
            <a:ext cx="5205300" cy="2166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None/>
              <a:defRPr sz="1000" b="1"/>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grpSp>
        <p:nvGrpSpPr>
          <p:cNvPr id="943" name="Google Shape;943;p76"/>
          <p:cNvGrpSpPr/>
          <p:nvPr/>
        </p:nvGrpSpPr>
        <p:grpSpPr>
          <a:xfrm>
            <a:off x="2811102" y="4774371"/>
            <a:ext cx="1014484" cy="202964"/>
            <a:chOff x="238125" y="2139750"/>
            <a:chExt cx="7144250" cy="1437425"/>
          </a:xfrm>
        </p:grpSpPr>
        <p:sp>
          <p:nvSpPr>
            <p:cNvPr id="944" name="Google Shape;944;p76"/>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76"/>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76"/>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76"/>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76"/>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76"/>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76"/>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76"/>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76"/>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76"/>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76"/>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76"/>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76"/>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7" name="Google Shape;957;p76"/>
          <p:cNvSpPr/>
          <p:nvPr/>
        </p:nvSpPr>
        <p:spPr>
          <a:xfrm rot="10800000">
            <a:off x="-1026550" y="-617700"/>
            <a:ext cx="1948800" cy="1921200"/>
          </a:xfrm>
          <a:prstGeom prst="round2SameRect">
            <a:avLst>
              <a:gd name="adj1" fmla="val 50000"/>
              <a:gd name="adj2" fmla="val 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58" name="Google Shape;958;p76"/>
          <p:cNvSpPr/>
          <p:nvPr/>
        </p:nvSpPr>
        <p:spPr>
          <a:xfrm>
            <a:off x="91453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59" name="Google Shape;959;p76"/>
          <p:cNvSpPr/>
          <p:nvPr/>
        </p:nvSpPr>
        <p:spPr>
          <a:xfrm>
            <a:off x="-32194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60" name="Google Shape;960;p76"/>
          <p:cNvSpPr/>
          <p:nvPr/>
        </p:nvSpPr>
        <p:spPr>
          <a:xfrm rot="-5400000">
            <a:off x="2656438" y="-6868950"/>
            <a:ext cx="32181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961" name="Google Shape;961;p76"/>
          <p:cNvSpPr/>
          <p:nvPr/>
        </p:nvSpPr>
        <p:spPr>
          <a:xfrm rot="-5400000">
            <a:off x="1874800" y="2274450"/>
            <a:ext cx="47814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962" name="Google Shape;962;p76" title="customer-first-badge-dark.png"/>
          <p:cNvPicPr preferRelativeResize="0"/>
          <p:nvPr/>
        </p:nvPicPr>
        <p:blipFill>
          <a:blip r:embed="rId2">
            <a:alphaModFix/>
          </a:blip>
          <a:stretch>
            <a:fillRect/>
          </a:stretch>
        </p:blipFill>
        <p:spPr>
          <a:xfrm>
            <a:off x="7857075" y="378574"/>
            <a:ext cx="876575" cy="994025"/>
          </a:xfrm>
          <a:prstGeom prst="rect">
            <a:avLst/>
          </a:prstGeom>
          <a:noFill/>
          <a:ln>
            <a:noFill/>
          </a:ln>
        </p:spPr>
      </p:pic>
      <p:sp>
        <p:nvSpPr>
          <p:cNvPr id="963" name="Google Shape;963;p76"/>
          <p:cNvSpPr txBox="1">
            <a:spLocks noGrp="1"/>
          </p:cNvSpPr>
          <p:nvPr>
            <p:ph type="title"/>
          </p:nvPr>
        </p:nvSpPr>
        <p:spPr>
          <a:xfrm>
            <a:off x="2801600" y="1113200"/>
            <a:ext cx="4332000" cy="18984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4800"/>
              <a:buNone/>
              <a:defRPr sz="4800"/>
            </a:lvl1pPr>
            <a:lvl2pPr lvl="1">
              <a:lnSpc>
                <a:spcPct val="90000"/>
              </a:lnSpc>
              <a:spcBef>
                <a:spcPts val="0"/>
              </a:spcBef>
              <a:spcAft>
                <a:spcPts val="0"/>
              </a:spcAft>
              <a:buSzPts val="4800"/>
              <a:buNone/>
              <a:defRPr sz="4800"/>
            </a:lvl2pPr>
            <a:lvl3pPr lvl="2">
              <a:lnSpc>
                <a:spcPct val="90000"/>
              </a:lnSpc>
              <a:spcBef>
                <a:spcPts val="0"/>
              </a:spcBef>
              <a:spcAft>
                <a:spcPts val="0"/>
              </a:spcAft>
              <a:buSzPts val="4800"/>
              <a:buNone/>
              <a:defRPr sz="4800"/>
            </a:lvl3pPr>
            <a:lvl4pPr lvl="3">
              <a:lnSpc>
                <a:spcPct val="90000"/>
              </a:lnSpc>
              <a:spcBef>
                <a:spcPts val="0"/>
              </a:spcBef>
              <a:spcAft>
                <a:spcPts val="0"/>
              </a:spcAft>
              <a:buSzPts val="4800"/>
              <a:buNone/>
              <a:defRPr sz="4800"/>
            </a:lvl4pPr>
            <a:lvl5pPr lvl="4">
              <a:lnSpc>
                <a:spcPct val="90000"/>
              </a:lnSpc>
              <a:spcBef>
                <a:spcPts val="0"/>
              </a:spcBef>
              <a:spcAft>
                <a:spcPts val="0"/>
              </a:spcAft>
              <a:buSzPts val="4800"/>
              <a:buNone/>
              <a:defRPr sz="4800"/>
            </a:lvl5pPr>
            <a:lvl6pPr lvl="5">
              <a:lnSpc>
                <a:spcPct val="90000"/>
              </a:lnSpc>
              <a:spcBef>
                <a:spcPts val="0"/>
              </a:spcBef>
              <a:spcAft>
                <a:spcPts val="0"/>
              </a:spcAft>
              <a:buSzPts val="4800"/>
              <a:buNone/>
              <a:defRPr sz="4800"/>
            </a:lvl6pPr>
            <a:lvl7pPr lvl="6">
              <a:lnSpc>
                <a:spcPct val="90000"/>
              </a:lnSpc>
              <a:spcBef>
                <a:spcPts val="0"/>
              </a:spcBef>
              <a:spcAft>
                <a:spcPts val="0"/>
              </a:spcAft>
              <a:buSzPts val="4800"/>
              <a:buNone/>
              <a:defRPr sz="4800"/>
            </a:lvl7pPr>
            <a:lvl8pPr lvl="7">
              <a:lnSpc>
                <a:spcPct val="90000"/>
              </a:lnSpc>
              <a:spcBef>
                <a:spcPts val="0"/>
              </a:spcBef>
              <a:spcAft>
                <a:spcPts val="0"/>
              </a:spcAft>
              <a:buSzPts val="4800"/>
              <a:buNone/>
              <a:defRPr sz="4800"/>
            </a:lvl8pPr>
            <a:lvl9pPr lvl="8">
              <a:lnSpc>
                <a:spcPct val="90000"/>
              </a:lnSpc>
              <a:spcBef>
                <a:spcPts val="0"/>
              </a:spcBef>
              <a:spcAft>
                <a:spcPts val="0"/>
              </a:spcAft>
              <a:buSzPts val="4800"/>
              <a:buNone/>
              <a:defRPr sz="4800"/>
            </a:lvl9pPr>
          </a:lstStyle>
          <a:p>
            <a:endParaRPr/>
          </a:p>
        </p:txBody>
      </p:sp>
      <p:sp>
        <p:nvSpPr>
          <p:cNvPr id="964" name="Google Shape;964;p76"/>
          <p:cNvSpPr txBox="1">
            <a:spLocks noGrp="1"/>
          </p:cNvSpPr>
          <p:nvPr>
            <p:ph type="subTitle" idx="5"/>
          </p:nvPr>
        </p:nvSpPr>
        <p:spPr>
          <a:xfrm>
            <a:off x="2801525" y="3207625"/>
            <a:ext cx="4332000" cy="6342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SECTION_HEADER_1_2_1">
    <p:spTree>
      <p:nvGrpSpPr>
        <p:cNvPr id="1" name="Shape 965"/>
        <p:cNvGrpSpPr/>
        <p:nvPr/>
      </p:nvGrpSpPr>
      <p:grpSpPr>
        <a:xfrm>
          <a:off x="0" y="0"/>
          <a:ext cx="0" cy="0"/>
          <a:chOff x="0" y="0"/>
          <a:chExt cx="0" cy="0"/>
        </a:xfrm>
      </p:grpSpPr>
      <p:sp>
        <p:nvSpPr>
          <p:cNvPr id="966" name="Google Shape;966;p77"/>
          <p:cNvSpPr/>
          <p:nvPr/>
        </p:nvSpPr>
        <p:spPr>
          <a:xfrm>
            <a:off x="0" y="-7800"/>
            <a:ext cx="9144000" cy="5159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77"/>
          <p:cNvGrpSpPr/>
          <p:nvPr/>
        </p:nvGrpSpPr>
        <p:grpSpPr>
          <a:xfrm>
            <a:off x="-8750" y="-17475"/>
            <a:ext cx="2889499" cy="5168774"/>
            <a:chOff x="-8750" y="-17475"/>
            <a:chExt cx="2889499" cy="5168774"/>
          </a:xfrm>
        </p:grpSpPr>
        <p:pic>
          <p:nvPicPr>
            <p:cNvPr id="968" name="Google Shape;968;p77"/>
            <p:cNvPicPr preferRelativeResize="0"/>
            <p:nvPr/>
          </p:nvPicPr>
          <p:blipFill rotWithShape="1">
            <a:blip r:embed="rId2">
              <a:alphaModFix/>
            </a:blip>
            <a:srcRect t="64880" r="65213"/>
            <a:stretch/>
          </p:blipFill>
          <p:spPr>
            <a:xfrm rot="-5400000">
              <a:off x="-231675" y="205451"/>
              <a:ext cx="2252225" cy="1806374"/>
            </a:xfrm>
            <a:prstGeom prst="rect">
              <a:avLst/>
            </a:prstGeom>
            <a:noFill/>
            <a:ln>
              <a:noFill/>
            </a:ln>
          </p:spPr>
        </p:pic>
        <p:pic>
          <p:nvPicPr>
            <p:cNvPr id="969" name="Google Shape;969;p77"/>
            <p:cNvPicPr preferRelativeResize="0"/>
            <p:nvPr/>
          </p:nvPicPr>
          <p:blipFill rotWithShape="1">
            <a:blip r:embed="rId3">
              <a:alphaModFix/>
            </a:blip>
            <a:srcRect l="55369" b="10873"/>
            <a:stretch/>
          </p:blipFill>
          <p:spPr>
            <a:xfrm>
              <a:off x="-8750" y="567225"/>
              <a:ext cx="2889499" cy="4584075"/>
            </a:xfrm>
            <a:prstGeom prst="rect">
              <a:avLst/>
            </a:prstGeom>
            <a:noFill/>
            <a:ln>
              <a:noFill/>
            </a:ln>
          </p:spPr>
        </p:pic>
      </p:grpSp>
      <p:sp>
        <p:nvSpPr>
          <p:cNvPr id="970" name="Google Shape;970;p7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71" name="Google Shape;971;p77"/>
          <p:cNvSpPr txBox="1">
            <a:spLocks noGrp="1"/>
          </p:cNvSpPr>
          <p:nvPr>
            <p:ph type="title"/>
          </p:nvPr>
        </p:nvSpPr>
        <p:spPr>
          <a:xfrm>
            <a:off x="3252375" y="1113200"/>
            <a:ext cx="4332000" cy="18984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4800"/>
              <a:buNone/>
              <a:defRPr sz="4800"/>
            </a:lvl1pPr>
            <a:lvl2pPr lvl="1">
              <a:lnSpc>
                <a:spcPct val="90000"/>
              </a:lnSpc>
              <a:spcBef>
                <a:spcPts val="0"/>
              </a:spcBef>
              <a:spcAft>
                <a:spcPts val="0"/>
              </a:spcAft>
              <a:buSzPts val="4800"/>
              <a:buNone/>
              <a:defRPr sz="4800"/>
            </a:lvl2pPr>
            <a:lvl3pPr lvl="2">
              <a:lnSpc>
                <a:spcPct val="90000"/>
              </a:lnSpc>
              <a:spcBef>
                <a:spcPts val="0"/>
              </a:spcBef>
              <a:spcAft>
                <a:spcPts val="0"/>
              </a:spcAft>
              <a:buSzPts val="4800"/>
              <a:buNone/>
              <a:defRPr sz="4800"/>
            </a:lvl3pPr>
            <a:lvl4pPr lvl="3">
              <a:lnSpc>
                <a:spcPct val="90000"/>
              </a:lnSpc>
              <a:spcBef>
                <a:spcPts val="0"/>
              </a:spcBef>
              <a:spcAft>
                <a:spcPts val="0"/>
              </a:spcAft>
              <a:buSzPts val="4800"/>
              <a:buNone/>
              <a:defRPr sz="4800"/>
            </a:lvl4pPr>
            <a:lvl5pPr lvl="4">
              <a:lnSpc>
                <a:spcPct val="90000"/>
              </a:lnSpc>
              <a:spcBef>
                <a:spcPts val="0"/>
              </a:spcBef>
              <a:spcAft>
                <a:spcPts val="0"/>
              </a:spcAft>
              <a:buSzPts val="4800"/>
              <a:buNone/>
              <a:defRPr sz="4800"/>
            </a:lvl5pPr>
            <a:lvl6pPr lvl="5">
              <a:lnSpc>
                <a:spcPct val="90000"/>
              </a:lnSpc>
              <a:spcBef>
                <a:spcPts val="0"/>
              </a:spcBef>
              <a:spcAft>
                <a:spcPts val="0"/>
              </a:spcAft>
              <a:buSzPts val="4800"/>
              <a:buNone/>
              <a:defRPr sz="4800"/>
            </a:lvl6pPr>
            <a:lvl7pPr lvl="6">
              <a:lnSpc>
                <a:spcPct val="90000"/>
              </a:lnSpc>
              <a:spcBef>
                <a:spcPts val="0"/>
              </a:spcBef>
              <a:spcAft>
                <a:spcPts val="0"/>
              </a:spcAft>
              <a:buSzPts val="4800"/>
              <a:buNone/>
              <a:defRPr sz="4800"/>
            </a:lvl7pPr>
            <a:lvl8pPr lvl="7">
              <a:lnSpc>
                <a:spcPct val="90000"/>
              </a:lnSpc>
              <a:spcBef>
                <a:spcPts val="0"/>
              </a:spcBef>
              <a:spcAft>
                <a:spcPts val="0"/>
              </a:spcAft>
              <a:buSzPts val="4800"/>
              <a:buNone/>
              <a:defRPr sz="4800"/>
            </a:lvl8pPr>
            <a:lvl9pPr lvl="8">
              <a:lnSpc>
                <a:spcPct val="90000"/>
              </a:lnSpc>
              <a:spcBef>
                <a:spcPts val="0"/>
              </a:spcBef>
              <a:spcAft>
                <a:spcPts val="0"/>
              </a:spcAft>
              <a:buSzPts val="4800"/>
              <a:buNone/>
              <a:defRPr sz="4800"/>
            </a:lvl9pPr>
          </a:lstStyle>
          <a:p>
            <a:endParaRPr/>
          </a:p>
        </p:txBody>
      </p:sp>
      <p:sp>
        <p:nvSpPr>
          <p:cNvPr id="972" name="Google Shape;972;p77"/>
          <p:cNvSpPr txBox="1">
            <a:spLocks noGrp="1"/>
          </p:cNvSpPr>
          <p:nvPr>
            <p:ph type="subTitle" idx="1"/>
          </p:nvPr>
        </p:nvSpPr>
        <p:spPr>
          <a:xfrm>
            <a:off x="3252300" y="3207625"/>
            <a:ext cx="4332000" cy="838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grpSp>
        <p:nvGrpSpPr>
          <p:cNvPr id="973" name="Google Shape;973;p77"/>
          <p:cNvGrpSpPr/>
          <p:nvPr/>
        </p:nvGrpSpPr>
        <p:grpSpPr>
          <a:xfrm>
            <a:off x="342902" y="4774371"/>
            <a:ext cx="1014484" cy="202964"/>
            <a:chOff x="238125" y="2139750"/>
            <a:chExt cx="7144250" cy="1437425"/>
          </a:xfrm>
        </p:grpSpPr>
        <p:sp>
          <p:nvSpPr>
            <p:cNvPr id="974" name="Google Shape;974;p77"/>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77"/>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77"/>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77"/>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77"/>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77"/>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77"/>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77"/>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77"/>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77"/>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77"/>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77"/>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77"/>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F Section Header 1">
  <p:cSld name="SECTION_HEADER_1_2_1_3">
    <p:spTree>
      <p:nvGrpSpPr>
        <p:cNvPr id="1" name="Shape 987"/>
        <p:cNvGrpSpPr/>
        <p:nvPr/>
      </p:nvGrpSpPr>
      <p:grpSpPr>
        <a:xfrm>
          <a:off x="0" y="0"/>
          <a:ext cx="0" cy="0"/>
          <a:chOff x="0" y="0"/>
          <a:chExt cx="0" cy="0"/>
        </a:xfrm>
      </p:grpSpPr>
      <p:sp>
        <p:nvSpPr>
          <p:cNvPr id="988" name="Google Shape;988;p78"/>
          <p:cNvSpPr/>
          <p:nvPr/>
        </p:nvSpPr>
        <p:spPr>
          <a:xfrm>
            <a:off x="0" y="-7800"/>
            <a:ext cx="9144000" cy="5159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9" name="Google Shape;989;p78"/>
          <p:cNvGrpSpPr/>
          <p:nvPr/>
        </p:nvGrpSpPr>
        <p:grpSpPr>
          <a:xfrm>
            <a:off x="-8750" y="-17475"/>
            <a:ext cx="2889499" cy="5168774"/>
            <a:chOff x="-8750" y="-17475"/>
            <a:chExt cx="2889499" cy="5168774"/>
          </a:xfrm>
        </p:grpSpPr>
        <p:pic>
          <p:nvPicPr>
            <p:cNvPr id="990" name="Google Shape;990;p78"/>
            <p:cNvPicPr preferRelativeResize="0"/>
            <p:nvPr/>
          </p:nvPicPr>
          <p:blipFill rotWithShape="1">
            <a:blip r:embed="rId2">
              <a:alphaModFix/>
            </a:blip>
            <a:srcRect t="64880" r="65213"/>
            <a:stretch/>
          </p:blipFill>
          <p:spPr>
            <a:xfrm rot="-5400000">
              <a:off x="-231675" y="205451"/>
              <a:ext cx="2252225" cy="1806374"/>
            </a:xfrm>
            <a:prstGeom prst="rect">
              <a:avLst/>
            </a:prstGeom>
            <a:noFill/>
            <a:ln>
              <a:noFill/>
            </a:ln>
          </p:spPr>
        </p:pic>
        <p:pic>
          <p:nvPicPr>
            <p:cNvPr id="991" name="Google Shape;991;p78"/>
            <p:cNvPicPr preferRelativeResize="0"/>
            <p:nvPr/>
          </p:nvPicPr>
          <p:blipFill rotWithShape="1">
            <a:blip r:embed="rId3">
              <a:alphaModFix/>
            </a:blip>
            <a:srcRect l="55369" b="10873"/>
            <a:stretch/>
          </p:blipFill>
          <p:spPr>
            <a:xfrm>
              <a:off x="-8750" y="567225"/>
              <a:ext cx="2889499" cy="4584075"/>
            </a:xfrm>
            <a:prstGeom prst="rect">
              <a:avLst/>
            </a:prstGeom>
            <a:noFill/>
            <a:ln>
              <a:noFill/>
            </a:ln>
          </p:spPr>
        </p:pic>
      </p:grpSp>
      <p:sp>
        <p:nvSpPr>
          <p:cNvPr id="992" name="Google Shape;992;p7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93" name="Google Shape;993;p78"/>
          <p:cNvSpPr txBox="1">
            <a:spLocks noGrp="1"/>
          </p:cNvSpPr>
          <p:nvPr>
            <p:ph type="title"/>
          </p:nvPr>
        </p:nvSpPr>
        <p:spPr>
          <a:xfrm>
            <a:off x="3252375" y="1113200"/>
            <a:ext cx="4332000" cy="18984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4800"/>
              <a:buNone/>
              <a:defRPr sz="4800"/>
            </a:lvl1pPr>
            <a:lvl2pPr lvl="1">
              <a:lnSpc>
                <a:spcPct val="90000"/>
              </a:lnSpc>
              <a:spcBef>
                <a:spcPts val="0"/>
              </a:spcBef>
              <a:spcAft>
                <a:spcPts val="0"/>
              </a:spcAft>
              <a:buSzPts val="4800"/>
              <a:buNone/>
              <a:defRPr sz="4800"/>
            </a:lvl2pPr>
            <a:lvl3pPr lvl="2">
              <a:lnSpc>
                <a:spcPct val="90000"/>
              </a:lnSpc>
              <a:spcBef>
                <a:spcPts val="0"/>
              </a:spcBef>
              <a:spcAft>
                <a:spcPts val="0"/>
              </a:spcAft>
              <a:buSzPts val="4800"/>
              <a:buNone/>
              <a:defRPr sz="4800"/>
            </a:lvl3pPr>
            <a:lvl4pPr lvl="3">
              <a:lnSpc>
                <a:spcPct val="90000"/>
              </a:lnSpc>
              <a:spcBef>
                <a:spcPts val="0"/>
              </a:spcBef>
              <a:spcAft>
                <a:spcPts val="0"/>
              </a:spcAft>
              <a:buSzPts val="4800"/>
              <a:buNone/>
              <a:defRPr sz="4800"/>
            </a:lvl4pPr>
            <a:lvl5pPr lvl="4">
              <a:lnSpc>
                <a:spcPct val="90000"/>
              </a:lnSpc>
              <a:spcBef>
                <a:spcPts val="0"/>
              </a:spcBef>
              <a:spcAft>
                <a:spcPts val="0"/>
              </a:spcAft>
              <a:buSzPts val="4800"/>
              <a:buNone/>
              <a:defRPr sz="4800"/>
            </a:lvl5pPr>
            <a:lvl6pPr lvl="5">
              <a:lnSpc>
                <a:spcPct val="90000"/>
              </a:lnSpc>
              <a:spcBef>
                <a:spcPts val="0"/>
              </a:spcBef>
              <a:spcAft>
                <a:spcPts val="0"/>
              </a:spcAft>
              <a:buSzPts val="4800"/>
              <a:buNone/>
              <a:defRPr sz="4800"/>
            </a:lvl6pPr>
            <a:lvl7pPr lvl="6">
              <a:lnSpc>
                <a:spcPct val="90000"/>
              </a:lnSpc>
              <a:spcBef>
                <a:spcPts val="0"/>
              </a:spcBef>
              <a:spcAft>
                <a:spcPts val="0"/>
              </a:spcAft>
              <a:buSzPts val="4800"/>
              <a:buNone/>
              <a:defRPr sz="4800"/>
            </a:lvl7pPr>
            <a:lvl8pPr lvl="7">
              <a:lnSpc>
                <a:spcPct val="90000"/>
              </a:lnSpc>
              <a:spcBef>
                <a:spcPts val="0"/>
              </a:spcBef>
              <a:spcAft>
                <a:spcPts val="0"/>
              </a:spcAft>
              <a:buSzPts val="4800"/>
              <a:buNone/>
              <a:defRPr sz="4800"/>
            </a:lvl8pPr>
            <a:lvl9pPr lvl="8">
              <a:lnSpc>
                <a:spcPct val="90000"/>
              </a:lnSpc>
              <a:spcBef>
                <a:spcPts val="0"/>
              </a:spcBef>
              <a:spcAft>
                <a:spcPts val="0"/>
              </a:spcAft>
              <a:buSzPts val="4800"/>
              <a:buNone/>
              <a:defRPr sz="4800"/>
            </a:lvl9pPr>
          </a:lstStyle>
          <a:p>
            <a:endParaRPr/>
          </a:p>
        </p:txBody>
      </p:sp>
      <p:sp>
        <p:nvSpPr>
          <p:cNvPr id="994" name="Google Shape;994;p78"/>
          <p:cNvSpPr txBox="1">
            <a:spLocks noGrp="1"/>
          </p:cNvSpPr>
          <p:nvPr>
            <p:ph type="subTitle" idx="1"/>
          </p:nvPr>
        </p:nvSpPr>
        <p:spPr>
          <a:xfrm>
            <a:off x="3252300" y="3207625"/>
            <a:ext cx="4332000" cy="838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grpSp>
        <p:nvGrpSpPr>
          <p:cNvPr id="995" name="Google Shape;995;p78"/>
          <p:cNvGrpSpPr/>
          <p:nvPr/>
        </p:nvGrpSpPr>
        <p:grpSpPr>
          <a:xfrm>
            <a:off x="342902" y="4774371"/>
            <a:ext cx="1014484" cy="202964"/>
            <a:chOff x="238125" y="2139750"/>
            <a:chExt cx="7144250" cy="1437425"/>
          </a:xfrm>
        </p:grpSpPr>
        <p:sp>
          <p:nvSpPr>
            <p:cNvPr id="996" name="Google Shape;996;p78"/>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78"/>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78"/>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78"/>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78"/>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78"/>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78"/>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78"/>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78"/>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78"/>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78"/>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78"/>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78"/>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09" name="Google Shape;1009;p78" title="customer-first-badge-dark.png"/>
          <p:cNvPicPr preferRelativeResize="0"/>
          <p:nvPr/>
        </p:nvPicPr>
        <p:blipFill>
          <a:blip r:embed="rId4">
            <a:alphaModFix/>
          </a:blip>
          <a:stretch>
            <a:fillRect/>
          </a:stretch>
        </p:blipFill>
        <p:spPr>
          <a:xfrm>
            <a:off x="7857075" y="378574"/>
            <a:ext cx="876575" cy="99402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2">
  <p:cSld name="SECTION_HEADER_1_2_1_2">
    <p:bg>
      <p:bgPr>
        <a:solidFill>
          <a:schemeClr val="lt2"/>
        </a:solidFill>
        <a:effectLst/>
      </p:bgPr>
    </p:bg>
    <p:spTree>
      <p:nvGrpSpPr>
        <p:cNvPr id="1" name="Shape 1010"/>
        <p:cNvGrpSpPr/>
        <p:nvPr/>
      </p:nvGrpSpPr>
      <p:grpSpPr>
        <a:xfrm>
          <a:off x="0" y="0"/>
          <a:ext cx="0" cy="0"/>
          <a:chOff x="0" y="0"/>
          <a:chExt cx="0" cy="0"/>
        </a:xfrm>
      </p:grpSpPr>
      <p:sp>
        <p:nvSpPr>
          <p:cNvPr id="1011" name="Google Shape;1011;p7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12" name="Google Shape;1012;p79"/>
          <p:cNvSpPr txBox="1">
            <a:spLocks noGrp="1"/>
          </p:cNvSpPr>
          <p:nvPr>
            <p:ph type="title"/>
          </p:nvPr>
        </p:nvSpPr>
        <p:spPr>
          <a:xfrm>
            <a:off x="1533525" y="953400"/>
            <a:ext cx="6083100" cy="23085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5200"/>
              <a:buNone/>
              <a:defRPr sz="5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013" name="Google Shape;1013;p79"/>
          <p:cNvSpPr txBox="1">
            <a:spLocks noGrp="1"/>
          </p:cNvSpPr>
          <p:nvPr>
            <p:ph type="subTitle" idx="1"/>
          </p:nvPr>
        </p:nvSpPr>
        <p:spPr>
          <a:xfrm>
            <a:off x="1533525" y="3424100"/>
            <a:ext cx="55488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sz="1400"/>
            </a:lvl2pPr>
            <a:lvl3pPr lvl="2">
              <a:lnSpc>
                <a:spcPct val="100000"/>
              </a:lnSpc>
              <a:spcBef>
                <a:spcPts val="0"/>
              </a:spcBef>
              <a:spcAft>
                <a:spcPts val="0"/>
              </a:spcAft>
              <a:buSzPts val="1400"/>
              <a:buNone/>
              <a:defRPr sz="1400"/>
            </a:lvl3pPr>
            <a:lvl4pPr lvl="3">
              <a:lnSpc>
                <a:spcPct val="100000"/>
              </a:lnSpc>
              <a:spcBef>
                <a:spcPts val="0"/>
              </a:spcBef>
              <a:spcAft>
                <a:spcPts val="0"/>
              </a:spcAft>
              <a:buSzPts val="1400"/>
              <a:buNone/>
              <a:defRPr sz="1400"/>
            </a:lvl4pPr>
            <a:lvl5pPr lvl="4">
              <a:lnSpc>
                <a:spcPct val="100000"/>
              </a:lnSpc>
              <a:spcBef>
                <a:spcPts val="0"/>
              </a:spcBef>
              <a:spcAft>
                <a:spcPts val="0"/>
              </a:spcAft>
              <a:buSzPts val="1400"/>
              <a:buNone/>
              <a:defRPr sz="1400"/>
            </a:lvl5pPr>
            <a:lvl6pPr lvl="5">
              <a:lnSpc>
                <a:spcPct val="100000"/>
              </a:lnSpc>
              <a:spcBef>
                <a:spcPts val="0"/>
              </a:spcBef>
              <a:spcAft>
                <a:spcPts val="0"/>
              </a:spcAft>
              <a:buSzPts val="1400"/>
              <a:buNone/>
              <a:defRPr sz="1400"/>
            </a:lvl6pPr>
            <a:lvl7pPr lvl="6">
              <a:lnSpc>
                <a:spcPct val="100000"/>
              </a:lnSpc>
              <a:spcBef>
                <a:spcPts val="0"/>
              </a:spcBef>
              <a:spcAft>
                <a:spcPts val="0"/>
              </a:spcAft>
              <a:buSzPts val="1400"/>
              <a:buNone/>
              <a:defRPr sz="1400"/>
            </a:lvl7pPr>
            <a:lvl8pPr lvl="7">
              <a:lnSpc>
                <a:spcPct val="100000"/>
              </a:lnSpc>
              <a:spcBef>
                <a:spcPts val="0"/>
              </a:spcBef>
              <a:spcAft>
                <a:spcPts val="0"/>
              </a:spcAft>
              <a:buSzPts val="1400"/>
              <a:buNone/>
              <a:defRPr sz="1400"/>
            </a:lvl8pPr>
            <a:lvl9pPr lvl="8">
              <a:lnSpc>
                <a:spcPct val="100000"/>
              </a:lnSpc>
              <a:spcBef>
                <a:spcPts val="0"/>
              </a:spcBef>
              <a:spcAft>
                <a:spcPts val="0"/>
              </a:spcAft>
              <a:buSzPts val="1400"/>
              <a:buNone/>
              <a:defRPr sz="1400"/>
            </a:lvl9pPr>
          </a:lstStyle>
          <a:p>
            <a:endParaRPr/>
          </a:p>
        </p:txBody>
      </p:sp>
      <p:sp>
        <p:nvSpPr>
          <p:cNvPr id="1014" name="Google Shape;1014;p79"/>
          <p:cNvSpPr/>
          <p:nvPr/>
        </p:nvSpPr>
        <p:spPr>
          <a:xfrm>
            <a:off x="279925" y="306150"/>
            <a:ext cx="1906800" cy="349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F Section Header 2">
  <p:cSld name="SECTION_HEADER_1_2_1_2_1">
    <p:bg>
      <p:bgPr>
        <a:solidFill>
          <a:schemeClr val="lt2"/>
        </a:solidFill>
        <a:effectLst/>
      </p:bgPr>
    </p:bg>
    <p:spTree>
      <p:nvGrpSpPr>
        <p:cNvPr id="1" name="Shape 1015"/>
        <p:cNvGrpSpPr/>
        <p:nvPr/>
      </p:nvGrpSpPr>
      <p:grpSpPr>
        <a:xfrm>
          <a:off x="0" y="0"/>
          <a:ext cx="0" cy="0"/>
          <a:chOff x="0" y="0"/>
          <a:chExt cx="0" cy="0"/>
        </a:xfrm>
      </p:grpSpPr>
      <p:sp>
        <p:nvSpPr>
          <p:cNvPr id="1016" name="Google Shape;1016;p8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17" name="Google Shape;1017;p80"/>
          <p:cNvSpPr txBox="1">
            <a:spLocks noGrp="1"/>
          </p:cNvSpPr>
          <p:nvPr>
            <p:ph type="title"/>
          </p:nvPr>
        </p:nvSpPr>
        <p:spPr>
          <a:xfrm>
            <a:off x="1533525" y="953400"/>
            <a:ext cx="6083100" cy="23085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5200"/>
              <a:buNone/>
              <a:defRPr sz="5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018" name="Google Shape;1018;p80"/>
          <p:cNvSpPr txBox="1">
            <a:spLocks noGrp="1"/>
          </p:cNvSpPr>
          <p:nvPr>
            <p:ph type="subTitle" idx="1"/>
          </p:nvPr>
        </p:nvSpPr>
        <p:spPr>
          <a:xfrm>
            <a:off x="1533525" y="3424100"/>
            <a:ext cx="55488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sz="1400"/>
            </a:lvl2pPr>
            <a:lvl3pPr lvl="2">
              <a:lnSpc>
                <a:spcPct val="100000"/>
              </a:lnSpc>
              <a:spcBef>
                <a:spcPts val="0"/>
              </a:spcBef>
              <a:spcAft>
                <a:spcPts val="0"/>
              </a:spcAft>
              <a:buSzPts val="1400"/>
              <a:buNone/>
              <a:defRPr sz="1400"/>
            </a:lvl3pPr>
            <a:lvl4pPr lvl="3">
              <a:lnSpc>
                <a:spcPct val="100000"/>
              </a:lnSpc>
              <a:spcBef>
                <a:spcPts val="0"/>
              </a:spcBef>
              <a:spcAft>
                <a:spcPts val="0"/>
              </a:spcAft>
              <a:buSzPts val="1400"/>
              <a:buNone/>
              <a:defRPr sz="1400"/>
            </a:lvl4pPr>
            <a:lvl5pPr lvl="4">
              <a:lnSpc>
                <a:spcPct val="100000"/>
              </a:lnSpc>
              <a:spcBef>
                <a:spcPts val="0"/>
              </a:spcBef>
              <a:spcAft>
                <a:spcPts val="0"/>
              </a:spcAft>
              <a:buSzPts val="1400"/>
              <a:buNone/>
              <a:defRPr sz="1400"/>
            </a:lvl5pPr>
            <a:lvl6pPr lvl="5">
              <a:lnSpc>
                <a:spcPct val="100000"/>
              </a:lnSpc>
              <a:spcBef>
                <a:spcPts val="0"/>
              </a:spcBef>
              <a:spcAft>
                <a:spcPts val="0"/>
              </a:spcAft>
              <a:buSzPts val="1400"/>
              <a:buNone/>
              <a:defRPr sz="1400"/>
            </a:lvl6pPr>
            <a:lvl7pPr lvl="6">
              <a:lnSpc>
                <a:spcPct val="100000"/>
              </a:lnSpc>
              <a:spcBef>
                <a:spcPts val="0"/>
              </a:spcBef>
              <a:spcAft>
                <a:spcPts val="0"/>
              </a:spcAft>
              <a:buSzPts val="1400"/>
              <a:buNone/>
              <a:defRPr sz="1400"/>
            </a:lvl7pPr>
            <a:lvl8pPr lvl="7">
              <a:lnSpc>
                <a:spcPct val="100000"/>
              </a:lnSpc>
              <a:spcBef>
                <a:spcPts val="0"/>
              </a:spcBef>
              <a:spcAft>
                <a:spcPts val="0"/>
              </a:spcAft>
              <a:buSzPts val="1400"/>
              <a:buNone/>
              <a:defRPr sz="1400"/>
            </a:lvl8pPr>
            <a:lvl9pPr lvl="8">
              <a:lnSpc>
                <a:spcPct val="100000"/>
              </a:lnSpc>
              <a:spcBef>
                <a:spcPts val="0"/>
              </a:spcBef>
              <a:spcAft>
                <a:spcPts val="0"/>
              </a:spcAft>
              <a:buSzPts val="1400"/>
              <a:buNone/>
              <a:defRPr sz="1400"/>
            </a:lvl9pPr>
          </a:lstStyle>
          <a:p>
            <a:endParaRPr/>
          </a:p>
        </p:txBody>
      </p:sp>
      <p:sp>
        <p:nvSpPr>
          <p:cNvPr id="1019" name="Google Shape;1019;p80"/>
          <p:cNvSpPr/>
          <p:nvPr/>
        </p:nvSpPr>
        <p:spPr>
          <a:xfrm>
            <a:off x="279925" y="306150"/>
            <a:ext cx="1906800" cy="349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0" name="Google Shape;1020;p80" title="customer-first-badge-dark.png"/>
          <p:cNvPicPr preferRelativeResize="0"/>
          <p:nvPr/>
        </p:nvPicPr>
        <p:blipFill>
          <a:blip r:embed="rId2">
            <a:alphaModFix/>
          </a:blip>
          <a:stretch>
            <a:fillRect/>
          </a:stretch>
        </p:blipFill>
        <p:spPr>
          <a:xfrm>
            <a:off x="7857075" y="378574"/>
            <a:ext cx="876575" cy="99402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slide 1">
  <p:cSld name="SECTION_HEADER_3_1">
    <p:spTree>
      <p:nvGrpSpPr>
        <p:cNvPr id="1" name="Shape 1021"/>
        <p:cNvGrpSpPr/>
        <p:nvPr/>
      </p:nvGrpSpPr>
      <p:grpSpPr>
        <a:xfrm>
          <a:off x="0" y="0"/>
          <a:ext cx="0" cy="0"/>
          <a:chOff x="0" y="0"/>
          <a:chExt cx="0" cy="0"/>
        </a:xfrm>
      </p:grpSpPr>
      <p:sp>
        <p:nvSpPr>
          <p:cNvPr id="1022" name="Google Shape;1022;p8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23" name="Google Shape;1023;p81"/>
          <p:cNvSpPr txBox="1">
            <a:spLocks noGrp="1"/>
          </p:cNvSpPr>
          <p:nvPr>
            <p:ph type="title"/>
          </p:nvPr>
        </p:nvSpPr>
        <p:spPr>
          <a:xfrm>
            <a:off x="342900" y="1240600"/>
            <a:ext cx="2639400" cy="2805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80000"/>
              </a:lnSpc>
              <a:spcBef>
                <a:spcPts val="0"/>
              </a:spcBef>
              <a:spcAft>
                <a:spcPts val="0"/>
              </a:spcAft>
              <a:buSzPts val="2400"/>
              <a:buNone/>
              <a:defRPr/>
            </a:lvl2pPr>
            <a:lvl3pPr lvl="2">
              <a:lnSpc>
                <a:spcPct val="80000"/>
              </a:lnSpc>
              <a:spcBef>
                <a:spcPts val="0"/>
              </a:spcBef>
              <a:spcAft>
                <a:spcPts val="0"/>
              </a:spcAft>
              <a:buSzPts val="2400"/>
              <a:buNone/>
              <a:defRPr/>
            </a:lvl3pPr>
            <a:lvl4pPr lvl="3">
              <a:lnSpc>
                <a:spcPct val="80000"/>
              </a:lnSpc>
              <a:spcBef>
                <a:spcPts val="0"/>
              </a:spcBef>
              <a:spcAft>
                <a:spcPts val="0"/>
              </a:spcAft>
              <a:buSzPts val="2400"/>
              <a:buNone/>
              <a:defRPr/>
            </a:lvl4pPr>
            <a:lvl5pPr lvl="4">
              <a:lnSpc>
                <a:spcPct val="80000"/>
              </a:lnSpc>
              <a:spcBef>
                <a:spcPts val="0"/>
              </a:spcBef>
              <a:spcAft>
                <a:spcPts val="0"/>
              </a:spcAft>
              <a:buSzPts val="2400"/>
              <a:buNone/>
              <a:defRPr/>
            </a:lvl5pPr>
            <a:lvl6pPr lvl="5">
              <a:lnSpc>
                <a:spcPct val="80000"/>
              </a:lnSpc>
              <a:spcBef>
                <a:spcPts val="0"/>
              </a:spcBef>
              <a:spcAft>
                <a:spcPts val="0"/>
              </a:spcAft>
              <a:buSzPts val="2400"/>
              <a:buNone/>
              <a:defRPr/>
            </a:lvl6pPr>
            <a:lvl7pPr lvl="6">
              <a:lnSpc>
                <a:spcPct val="80000"/>
              </a:lnSpc>
              <a:spcBef>
                <a:spcPts val="0"/>
              </a:spcBef>
              <a:spcAft>
                <a:spcPts val="0"/>
              </a:spcAft>
              <a:buSzPts val="2400"/>
              <a:buNone/>
              <a:defRPr/>
            </a:lvl7pPr>
            <a:lvl8pPr lvl="7">
              <a:lnSpc>
                <a:spcPct val="80000"/>
              </a:lnSpc>
              <a:spcBef>
                <a:spcPts val="0"/>
              </a:spcBef>
              <a:spcAft>
                <a:spcPts val="0"/>
              </a:spcAft>
              <a:buSzPts val="2400"/>
              <a:buNone/>
              <a:defRPr/>
            </a:lvl8pPr>
            <a:lvl9pPr lvl="8">
              <a:lnSpc>
                <a:spcPct val="80000"/>
              </a:lnSpc>
              <a:spcBef>
                <a:spcPts val="0"/>
              </a:spcBef>
              <a:spcAft>
                <a:spcPts val="0"/>
              </a:spcAft>
              <a:buSzPts val="2400"/>
              <a:buNone/>
              <a:defRPr/>
            </a:lvl9pPr>
          </a:lstStyle>
          <a:p>
            <a:endParaRPr/>
          </a:p>
        </p:txBody>
      </p:sp>
      <p:sp>
        <p:nvSpPr>
          <p:cNvPr id="1024" name="Google Shape;1024;p81"/>
          <p:cNvSpPr txBox="1">
            <a:spLocks noGrp="1"/>
          </p:cNvSpPr>
          <p:nvPr>
            <p:ph type="subTitle" idx="1"/>
          </p:nvPr>
        </p:nvSpPr>
        <p:spPr>
          <a:xfrm>
            <a:off x="3238350" y="1240600"/>
            <a:ext cx="4114800" cy="6168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sp>
        <p:nvSpPr>
          <p:cNvPr id="1025" name="Google Shape;1025;p81"/>
          <p:cNvSpPr txBox="1">
            <a:spLocks noGrp="1"/>
          </p:cNvSpPr>
          <p:nvPr>
            <p:ph type="subTitle" idx="2"/>
          </p:nvPr>
        </p:nvSpPr>
        <p:spPr>
          <a:xfrm>
            <a:off x="3238500" y="1879850"/>
            <a:ext cx="4114800" cy="2154900"/>
          </a:xfrm>
          <a:prstGeom prst="rect">
            <a:avLst/>
          </a:prstGeom>
        </p:spPr>
        <p:txBody>
          <a:bodyPr spcFirstLastPara="1" wrap="square" lIns="0" tIns="0" rIns="0" bIns="0" anchor="t" anchorCtr="0">
            <a:noAutofit/>
          </a:bodyPr>
          <a:lstStyle>
            <a:lvl1pPr lvl="0">
              <a:lnSpc>
                <a:spcPct val="150000"/>
              </a:lnSpc>
              <a:spcBef>
                <a:spcPts val="0"/>
              </a:spcBef>
              <a:spcAft>
                <a:spcPts val="0"/>
              </a:spcAft>
              <a:buClr>
                <a:schemeClr val="dk1"/>
              </a:buClr>
              <a:buSzPts val="1000"/>
              <a:buNone/>
              <a:defRPr sz="1000">
                <a:solidFill>
                  <a:schemeClr val="dk1"/>
                </a:solidFill>
              </a:defRPr>
            </a:lvl1pPr>
            <a:lvl2pPr lvl="1">
              <a:lnSpc>
                <a:spcPct val="150000"/>
              </a:lnSpc>
              <a:spcBef>
                <a:spcPts val="0"/>
              </a:spcBef>
              <a:spcAft>
                <a:spcPts val="0"/>
              </a:spcAft>
              <a:buClr>
                <a:schemeClr val="dk1"/>
              </a:buClr>
              <a:buSzPts val="1600"/>
              <a:buNone/>
              <a:defRPr sz="1600">
                <a:solidFill>
                  <a:schemeClr val="dk1"/>
                </a:solidFill>
              </a:defRPr>
            </a:lvl2pPr>
            <a:lvl3pPr lvl="2">
              <a:lnSpc>
                <a:spcPct val="150000"/>
              </a:lnSpc>
              <a:spcBef>
                <a:spcPts val="0"/>
              </a:spcBef>
              <a:spcAft>
                <a:spcPts val="0"/>
              </a:spcAft>
              <a:buClr>
                <a:schemeClr val="dk1"/>
              </a:buClr>
              <a:buSzPts val="1600"/>
              <a:buNone/>
              <a:defRPr sz="1600">
                <a:solidFill>
                  <a:schemeClr val="dk1"/>
                </a:solidFill>
              </a:defRPr>
            </a:lvl3pPr>
            <a:lvl4pPr lvl="3">
              <a:lnSpc>
                <a:spcPct val="150000"/>
              </a:lnSpc>
              <a:spcBef>
                <a:spcPts val="0"/>
              </a:spcBef>
              <a:spcAft>
                <a:spcPts val="0"/>
              </a:spcAft>
              <a:buClr>
                <a:schemeClr val="dk1"/>
              </a:buClr>
              <a:buSzPts val="1600"/>
              <a:buNone/>
              <a:defRPr sz="1600">
                <a:solidFill>
                  <a:schemeClr val="dk1"/>
                </a:solidFill>
              </a:defRPr>
            </a:lvl4pPr>
            <a:lvl5pPr lvl="4">
              <a:lnSpc>
                <a:spcPct val="150000"/>
              </a:lnSpc>
              <a:spcBef>
                <a:spcPts val="0"/>
              </a:spcBef>
              <a:spcAft>
                <a:spcPts val="0"/>
              </a:spcAft>
              <a:buClr>
                <a:schemeClr val="dk1"/>
              </a:buClr>
              <a:buSzPts val="1600"/>
              <a:buNone/>
              <a:defRPr sz="1600">
                <a:solidFill>
                  <a:schemeClr val="dk1"/>
                </a:solidFill>
              </a:defRPr>
            </a:lvl5pPr>
            <a:lvl6pPr lvl="5">
              <a:lnSpc>
                <a:spcPct val="150000"/>
              </a:lnSpc>
              <a:spcBef>
                <a:spcPts val="0"/>
              </a:spcBef>
              <a:spcAft>
                <a:spcPts val="0"/>
              </a:spcAft>
              <a:buClr>
                <a:schemeClr val="dk1"/>
              </a:buClr>
              <a:buSzPts val="1600"/>
              <a:buNone/>
              <a:defRPr sz="1600">
                <a:solidFill>
                  <a:schemeClr val="dk1"/>
                </a:solidFill>
              </a:defRPr>
            </a:lvl6pPr>
            <a:lvl7pPr lvl="6">
              <a:lnSpc>
                <a:spcPct val="150000"/>
              </a:lnSpc>
              <a:spcBef>
                <a:spcPts val="0"/>
              </a:spcBef>
              <a:spcAft>
                <a:spcPts val="0"/>
              </a:spcAft>
              <a:buClr>
                <a:schemeClr val="dk1"/>
              </a:buClr>
              <a:buSzPts val="1600"/>
              <a:buNone/>
              <a:defRPr sz="1600">
                <a:solidFill>
                  <a:schemeClr val="dk1"/>
                </a:solidFill>
              </a:defRPr>
            </a:lvl7pPr>
            <a:lvl8pPr lvl="7">
              <a:lnSpc>
                <a:spcPct val="150000"/>
              </a:lnSpc>
              <a:spcBef>
                <a:spcPts val="0"/>
              </a:spcBef>
              <a:spcAft>
                <a:spcPts val="0"/>
              </a:spcAft>
              <a:buClr>
                <a:schemeClr val="dk1"/>
              </a:buClr>
              <a:buSzPts val="1600"/>
              <a:buNone/>
              <a:defRPr sz="1600">
                <a:solidFill>
                  <a:schemeClr val="dk1"/>
                </a:solidFill>
              </a:defRPr>
            </a:lvl8pPr>
            <a:lvl9pPr lvl="8">
              <a:lnSpc>
                <a:spcPct val="150000"/>
              </a:lnSpc>
              <a:spcBef>
                <a:spcPts val="0"/>
              </a:spcBef>
              <a:spcAft>
                <a:spcPts val="0"/>
              </a:spcAft>
              <a:buClr>
                <a:schemeClr val="dk1"/>
              </a:buClr>
              <a:buSzPts val="1600"/>
              <a:buNone/>
              <a:defRPr sz="1600">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Agenda slide 2" type="secHead">
  <p:cSld name="SECTION_HEADER">
    <p:spTree>
      <p:nvGrpSpPr>
        <p:cNvPr id="1" name="Shape 1026"/>
        <p:cNvGrpSpPr/>
        <p:nvPr/>
      </p:nvGrpSpPr>
      <p:grpSpPr>
        <a:xfrm>
          <a:off x="0" y="0"/>
          <a:ext cx="0" cy="0"/>
          <a:chOff x="0" y="0"/>
          <a:chExt cx="0" cy="0"/>
        </a:xfrm>
      </p:grpSpPr>
      <p:sp>
        <p:nvSpPr>
          <p:cNvPr id="1027" name="Google Shape;1027;p8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28" name="Google Shape;1028;p82"/>
          <p:cNvSpPr txBox="1">
            <a:spLocks noGrp="1"/>
          </p:cNvSpPr>
          <p:nvPr>
            <p:ph type="title"/>
          </p:nvPr>
        </p:nvSpPr>
        <p:spPr>
          <a:xfrm>
            <a:off x="342900" y="1240600"/>
            <a:ext cx="2639400" cy="2805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80000"/>
              </a:lnSpc>
              <a:spcBef>
                <a:spcPts val="0"/>
              </a:spcBef>
              <a:spcAft>
                <a:spcPts val="0"/>
              </a:spcAft>
              <a:buSzPts val="2400"/>
              <a:buNone/>
              <a:defRPr/>
            </a:lvl2pPr>
            <a:lvl3pPr lvl="2">
              <a:lnSpc>
                <a:spcPct val="80000"/>
              </a:lnSpc>
              <a:spcBef>
                <a:spcPts val="0"/>
              </a:spcBef>
              <a:spcAft>
                <a:spcPts val="0"/>
              </a:spcAft>
              <a:buSzPts val="2400"/>
              <a:buNone/>
              <a:defRPr/>
            </a:lvl3pPr>
            <a:lvl4pPr lvl="3">
              <a:lnSpc>
                <a:spcPct val="80000"/>
              </a:lnSpc>
              <a:spcBef>
                <a:spcPts val="0"/>
              </a:spcBef>
              <a:spcAft>
                <a:spcPts val="0"/>
              </a:spcAft>
              <a:buSzPts val="2400"/>
              <a:buNone/>
              <a:defRPr/>
            </a:lvl4pPr>
            <a:lvl5pPr lvl="4">
              <a:lnSpc>
                <a:spcPct val="80000"/>
              </a:lnSpc>
              <a:spcBef>
                <a:spcPts val="0"/>
              </a:spcBef>
              <a:spcAft>
                <a:spcPts val="0"/>
              </a:spcAft>
              <a:buSzPts val="2400"/>
              <a:buNone/>
              <a:defRPr/>
            </a:lvl5pPr>
            <a:lvl6pPr lvl="5">
              <a:lnSpc>
                <a:spcPct val="80000"/>
              </a:lnSpc>
              <a:spcBef>
                <a:spcPts val="0"/>
              </a:spcBef>
              <a:spcAft>
                <a:spcPts val="0"/>
              </a:spcAft>
              <a:buSzPts val="2400"/>
              <a:buNone/>
              <a:defRPr/>
            </a:lvl6pPr>
            <a:lvl7pPr lvl="6">
              <a:lnSpc>
                <a:spcPct val="80000"/>
              </a:lnSpc>
              <a:spcBef>
                <a:spcPts val="0"/>
              </a:spcBef>
              <a:spcAft>
                <a:spcPts val="0"/>
              </a:spcAft>
              <a:buSzPts val="2400"/>
              <a:buNone/>
              <a:defRPr/>
            </a:lvl7pPr>
            <a:lvl8pPr lvl="7">
              <a:lnSpc>
                <a:spcPct val="80000"/>
              </a:lnSpc>
              <a:spcBef>
                <a:spcPts val="0"/>
              </a:spcBef>
              <a:spcAft>
                <a:spcPts val="0"/>
              </a:spcAft>
              <a:buSzPts val="2400"/>
              <a:buNone/>
              <a:defRPr/>
            </a:lvl8pPr>
            <a:lvl9pPr lvl="8">
              <a:lnSpc>
                <a:spcPct val="80000"/>
              </a:lnSpc>
              <a:spcBef>
                <a:spcPts val="0"/>
              </a:spcBef>
              <a:spcAft>
                <a:spcPts val="0"/>
              </a:spcAft>
              <a:buSzPts val="2400"/>
              <a:buNone/>
              <a:defRPr/>
            </a:lvl9pPr>
          </a:lstStyle>
          <a:p>
            <a:endParaRPr/>
          </a:p>
        </p:txBody>
      </p:sp>
      <p:sp>
        <p:nvSpPr>
          <p:cNvPr id="1029" name="Google Shape;1029;p82"/>
          <p:cNvSpPr txBox="1">
            <a:spLocks noGrp="1"/>
          </p:cNvSpPr>
          <p:nvPr>
            <p:ph type="subTitle" idx="1"/>
          </p:nvPr>
        </p:nvSpPr>
        <p:spPr>
          <a:xfrm>
            <a:off x="3238350" y="1240600"/>
            <a:ext cx="2653200" cy="561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sp>
        <p:nvSpPr>
          <p:cNvPr id="1030" name="Google Shape;1030;p82"/>
          <p:cNvSpPr txBox="1">
            <a:spLocks noGrp="1"/>
          </p:cNvSpPr>
          <p:nvPr>
            <p:ph type="subTitle" idx="2"/>
          </p:nvPr>
        </p:nvSpPr>
        <p:spPr>
          <a:xfrm>
            <a:off x="3238450" y="2115625"/>
            <a:ext cx="2653200" cy="2076300"/>
          </a:xfrm>
          <a:prstGeom prst="rect">
            <a:avLst/>
          </a:prstGeom>
        </p:spPr>
        <p:txBody>
          <a:bodyPr spcFirstLastPara="1" wrap="square" lIns="0" tIns="0" rIns="0" bIns="0" anchor="t" anchorCtr="0">
            <a:noAutofit/>
          </a:bodyPr>
          <a:lstStyle>
            <a:lvl1pPr lvl="0">
              <a:lnSpc>
                <a:spcPct val="150000"/>
              </a:lnSpc>
              <a:spcBef>
                <a:spcPts val="0"/>
              </a:spcBef>
              <a:spcAft>
                <a:spcPts val="0"/>
              </a:spcAft>
              <a:buClr>
                <a:schemeClr val="dk1"/>
              </a:buClr>
              <a:buSzPts val="1000"/>
              <a:buNone/>
              <a:defRPr sz="1000">
                <a:solidFill>
                  <a:schemeClr val="dk1"/>
                </a:solidFill>
              </a:defRPr>
            </a:lvl1pPr>
            <a:lvl2pPr lvl="1">
              <a:lnSpc>
                <a:spcPct val="150000"/>
              </a:lnSpc>
              <a:spcBef>
                <a:spcPts val="0"/>
              </a:spcBef>
              <a:spcAft>
                <a:spcPts val="0"/>
              </a:spcAft>
              <a:buClr>
                <a:schemeClr val="dk1"/>
              </a:buClr>
              <a:buSzPts val="1200"/>
              <a:buNone/>
              <a:defRPr sz="1200">
                <a:solidFill>
                  <a:schemeClr val="dk1"/>
                </a:solidFill>
              </a:defRPr>
            </a:lvl2pPr>
            <a:lvl3pPr lvl="2">
              <a:lnSpc>
                <a:spcPct val="150000"/>
              </a:lnSpc>
              <a:spcBef>
                <a:spcPts val="0"/>
              </a:spcBef>
              <a:spcAft>
                <a:spcPts val="0"/>
              </a:spcAft>
              <a:buClr>
                <a:schemeClr val="dk1"/>
              </a:buClr>
              <a:buSzPts val="1200"/>
              <a:buNone/>
              <a:defRPr sz="1200">
                <a:solidFill>
                  <a:schemeClr val="dk1"/>
                </a:solidFill>
              </a:defRPr>
            </a:lvl3pPr>
            <a:lvl4pPr lvl="3">
              <a:lnSpc>
                <a:spcPct val="150000"/>
              </a:lnSpc>
              <a:spcBef>
                <a:spcPts val="0"/>
              </a:spcBef>
              <a:spcAft>
                <a:spcPts val="0"/>
              </a:spcAft>
              <a:buClr>
                <a:schemeClr val="dk1"/>
              </a:buClr>
              <a:buSzPts val="1200"/>
              <a:buNone/>
              <a:defRPr sz="1200">
                <a:solidFill>
                  <a:schemeClr val="dk1"/>
                </a:solidFill>
              </a:defRPr>
            </a:lvl4pPr>
            <a:lvl5pPr lvl="4">
              <a:lnSpc>
                <a:spcPct val="150000"/>
              </a:lnSpc>
              <a:spcBef>
                <a:spcPts val="0"/>
              </a:spcBef>
              <a:spcAft>
                <a:spcPts val="0"/>
              </a:spcAft>
              <a:buClr>
                <a:schemeClr val="dk1"/>
              </a:buClr>
              <a:buSzPts val="1200"/>
              <a:buNone/>
              <a:defRPr sz="1200">
                <a:solidFill>
                  <a:schemeClr val="dk1"/>
                </a:solidFill>
              </a:defRPr>
            </a:lvl5pPr>
            <a:lvl6pPr lvl="5">
              <a:lnSpc>
                <a:spcPct val="150000"/>
              </a:lnSpc>
              <a:spcBef>
                <a:spcPts val="0"/>
              </a:spcBef>
              <a:spcAft>
                <a:spcPts val="0"/>
              </a:spcAft>
              <a:buClr>
                <a:schemeClr val="dk1"/>
              </a:buClr>
              <a:buSzPts val="1200"/>
              <a:buNone/>
              <a:defRPr sz="1200">
                <a:solidFill>
                  <a:schemeClr val="dk1"/>
                </a:solidFill>
              </a:defRPr>
            </a:lvl6pPr>
            <a:lvl7pPr lvl="6">
              <a:lnSpc>
                <a:spcPct val="150000"/>
              </a:lnSpc>
              <a:spcBef>
                <a:spcPts val="0"/>
              </a:spcBef>
              <a:spcAft>
                <a:spcPts val="0"/>
              </a:spcAft>
              <a:buClr>
                <a:schemeClr val="dk1"/>
              </a:buClr>
              <a:buSzPts val="1200"/>
              <a:buNone/>
              <a:defRPr sz="1200">
                <a:solidFill>
                  <a:schemeClr val="dk1"/>
                </a:solidFill>
              </a:defRPr>
            </a:lvl7pPr>
            <a:lvl8pPr lvl="7">
              <a:lnSpc>
                <a:spcPct val="150000"/>
              </a:lnSpc>
              <a:spcBef>
                <a:spcPts val="0"/>
              </a:spcBef>
              <a:spcAft>
                <a:spcPts val="0"/>
              </a:spcAft>
              <a:buClr>
                <a:schemeClr val="dk1"/>
              </a:buClr>
              <a:buSzPts val="1200"/>
              <a:buNone/>
              <a:defRPr sz="1200">
                <a:solidFill>
                  <a:schemeClr val="dk1"/>
                </a:solidFill>
              </a:defRPr>
            </a:lvl8pPr>
            <a:lvl9pPr lvl="8">
              <a:lnSpc>
                <a:spcPct val="150000"/>
              </a:lnSpc>
              <a:spcBef>
                <a:spcPts val="0"/>
              </a:spcBef>
              <a:spcAft>
                <a:spcPts val="0"/>
              </a:spcAft>
              <a:buClr>
                <a:schemeClr val="dk1"/>
              </a:buClr>
              <a:buSzPts val="1200"/>
              <a:buNone/>
              <a:defRPr sz="1200">
                <a:solidFill>
                  <a:schemeClr val="dk1"/>
                </a:solidFill>
              </a:defRPr>
            </a:lvl9pPr>
          </a:lstStyle>
          <a:p>
            <a:endParaRPr/>
          </a:p>
        </p:txBody>
      </p:sp>
      <p:sp>
        <p:nvSpPr>
          <p:cNvPr id="1031" name="Google Shape;1031;p82"/>
          <p:cNvSpPr txBox="1">
            <a:spLocks noGrp="1"/>
          </p:cNvSpPr>
          <p:nvPr>
            <p:ph type="subTitle" idx="3"/>
          </p:nvPr>
        </p:nvSpPr>
        <p:spPr>
          <a:xfrm>
            <a:off x="6161850" y="1240600"/>
            <a:ext cx="2653200" cy="5616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000"/>
              <a:buNone/>
              <a:defRPr b="1"/>
            </a:lvl2pPr>
            <a:lvl3pPr lvl="2">
              <a:lnSpc>
                <a:spcPct val="100000"/>
              </a:lnSpc>
              <a:spcBef>
                <a:spcPts val="0"/>
              </a:spcBef>
              <a:spcAft>
                <a:spcPts val="0"/>
              </a:spcAft>
              <a:buSzPts val="1000"/>
              <a:buNone/>
              <a:defRPr b="1"/>
            </a:lvl3pPr>
            <a:lvl4pPr lvl="3">
              <a:lnSpc>
                <a:spcPct val="100000"/>
              </a:lnSpc>
              <a:spcBef>
                <a:spcPts val="0"/>
              </a:spcBef>
              <a:spcAft>
                <a:spcPts val="0"/>
              </a:spcAft>
              <a:buSzPts val="1000"/>
              <a:buNone/>
              <a:defRPr b="1"/>
            </a:lvl4pPr>
            <a:lvl5pPr lvl="4">
              <a:lnSpc>
                <a:spcPct val="100000"/>
              </a:lnSpc>
              <a:spcBef>
                <a:spcPts val="0"/>
              </a:spcBef>
              <a:spcAft>
                <a:spcPts val="0"/>
              </a:spcAft>
              <a:buSzPts val="1000"/>
              <a:buNone/>
              <a:defRPr b="1"/>
            </a:lvl5pPr>
            <a:lvl6pPr lvl="5">
              <a:lnSpc>
                <a:spcPct val="100000"/>
              </a:lnSpc>
              <a:spcBef>
                <a:spcPts val="0"/>
              </a:spcBef>
              <a:spcAft>
                <a:spcPts val="0"/>
              </a:spcAft>
              <a:buSzPts val="1000"/>
              <a:buNone/>
              <a:defRPr b="1"/>
            </a:lvl6pPr>
            <a:lvl7pPr lvl="6">
              <a:lnSpc>
                <a:spcPct val="100000"/>
              </a:lnSpc>
              <a:spcBef>
                <a:spcPts val="0"/>
              </a:spcBef>
              <a:spcAft>
                <a:spcPts val="0"/>
              </a:spcAft>
              <a:buSzPts val="1000"/>
              <a:buNone/>
              <a:defRPr b="1"/>
            </a:lvl7pPr>
            <a:lvl8pPr lvl="7">
              <a:lnSpc>
                <a:spcPct val="100000"/>
              </a:lnSpc>
              <a:spcBef>
                <a:spcPts val="0"/>
              </a:spcBef>
              <a:spcAft>
                <a:spcPts val="0"/>
              </a:spcAft>
              <a:buSzPts val="1000"/>
              <a:buNone/>
              <a:defRPr b="1"/>
            </a:lvl8pPr>
            <a:lvl9pPr lvl="8">
              <a:lnSpc>
                <a:spcPct val="100000"/>
              </a:lnSpc>
              <a:spcBef>
                <a:spcPts val="0"/>
              </a:spcBef>
              <a:spcAft>
                <a:spcPts val="0"/>
              </a:spcAft>
              <a:buSzPts val="1000"/>
              <a:buNone/>
              <a:defRPr b="1"/>
            </a:lvl9pPr>
          </a:lstStyle>
          <a:p>
            <a:endParaRPr/>
          </a:p>
        </p:txBody>
      </p:sp>
      <p:sp>
        <p:nvSpPr>
          <p:cNvPr id="1032" name="Google Shape;1032;p82"/>
          <p:cNvSpPr txBox="1">
            <a:spLocks noGrp="1"/>
          </p:cNvSpPr>
          <p:nvPr>
            <p:ph type="subTitle" idx="4"/>
          </p:nvPr>
        </p:nvSpPr>
        <p:spPr>
          <a:xfrm>
            <a:off x="6161950" y="2115625"/>
            <a:ext cx="2653200" cy="2076300"/>
          </a:xfrm>
          <a:prstGeom prst="rect">
            <a:avLst/>
          </a:prstGeom>
        </p:spPr>
        <p:txBody>
          <a:bodyPr spcFirstLastPara="1" wrap="square" lIns="0" tIns="0" rIns="0" bIns="0" anchor="t" anchorCtr="0">
            <a:noAutofit/>
          </a:bodyPr>
          <a:lstStyle>
            <a:lvl1pPr lvl="0">
              <a:lnSpc>
                <a:spcPct val="150000"/>
              </a:lnSpc>
              <a:spcBef>
                <a:spcPts val="0"/>
              </a:spcBef>
              <a:spcAft>
                <a:spcPts val="0"/>
              </a:spcAft>
              <a:buClr>
                <a:schemeClr val="dk1"/>
              </a:buClr>
              <a:buSzPts val="1000"/>
              <a:buNone/>
              <a:defRPr sz="1000">
                <a:solidFill>
                  <a:schemeClr val="dk1"/>
                </a:solidFill>
              </a:defRPr>
            </a:lvl1pPr>
            <a:lvl2pPr lvl="1">
              <a:lnSpc>
                <a:spcPct val="150000"/>
              </a:lnSpc>
              <a:spcBef>
                <a:spcPts val="0"/>
              </a:spcBef>
              <a:spcAft>
                <a:spcPts val="0"/>
              </a:spcAft>
              <a:buClr>
                <a:schemeClr val="dk1"/>
              </a:buClr>
              <a:buSzPts val="1200"/>
              <a:buNone/>
              <a:defRPr sz="1200">
                <a:solidFill>
                  <a:schemeClr val="dk1"/>
                </a:solidFill>
              </a:defRPr>
            </a:lvl2pPr>
            <a:lvl3pPr lvl="2">
              <a:lnSpc>
                <a:spcPct val="150000"/>
              </a:lnSpc>
              <a:spcBef>
                <a:spcPts val="0"/>
              </a:spcBef>
              <a:spcAft>
                <a:spcPts val="0"/>
              </a:spcAft>
              <a:buClr>
                <a:schemeClr val="dk1"/>
              </a:buClr>
              <a:buSzPts val="1200"/>
              <a:buNone/>
              <a:defRPr sz="1200">
                <a:solidFill>
                  <a:schemeClr val="dk1"/>
                </a:solidFill>
              </a:defRPr>
            </a:lvl3pPr>
            <a:lvl4pPr lvl="3">
              <a:lnSpc>
                <a:spcPct val="150000"/>
              </a:lnSpc>
              <a:spcBef>
                <a:spcPts val="0"/>
              </a:spcBef>
              <a:spcAft>
                <a:spcPts val="0"/>
              </a:spcAft>
              <a:buClr>
                <a:schemeClr val="dk1"/>
              </a:buClr>
              <a:buSzPts val="1200"/>
              <a:buNone/>
              <a:defRPr sz="1200">
                <a:solidFill>
                  <a:schemeClr val="dk1"/>
                </a:solidFill>
              </a:defRPr>
            </a:lvl4pPr>
            <a:lvl5pPr lvl="4">
              <a:lnSpc>
                <a:spcPct val="150000"/>
              </a:lnSpc>
              <a:spcBef>
                <a:spcPts val="0"/>
              </a:spcBef>
              <a:spcAft>
                <a:spcPts val="0"/>
              </a:spcAft>
              <a:buClr>
                <a:schemeClr val="dk1"/>
              </a:buClr>
              <a:buSzPts val="1200"/>
              <a:buNone/>
              <a:defRPr sz="1200">
                <a:solidFill>
                  <a:schemeClr val="dk1"/>
                </a:solidFill>
              </a:defRPr>
            </a:lvl5pPr>
            <a:lvl6pPr lvl="5">
              <a:lnSpc>
                <a:spcPct val="150000"/>
              </a:lnSpc>
              <a:spcBef>
                <a:spcPts val="0"/>
              </a:spcBef>
              <a:spcAft>
                <a:spcPts val="0"/>
              </a:spcAft>
              <a:buClr>
                <a:schemeClr val="dk1"/>
              </a:buClr>
              <a:buSzPts val="1200"/>
              <a:buNone/>
              <a:defRPr sz="1200">
                <a:solidFill>
                  <a:schemeClr val="dk1"/>
                </a:solidFill>
              </a:defRPr>
            </a:lvl6pPr>
            <a:lvl7pPr lvl="6">
              <a:lnSpc>
                <a:spcPct val="150000"/>
              </a:lnSpc>
              <a:spcBef>
                <a:spcPts val="0"/>
              </a:spcBef>
              <a:spcAft>
                <a:spcPts val="0"/>
              </a:spcAft>
              <a:buClr>
                <a:schemeClr val="dk1"/>
              </a:buClr>
              <a:buSzPts val="1200"/>
              <a:buNone/>
              <a:defRPr sz="1200">
                <a:solidFill>
                  <a:schemeClr val="dk1"/>
                </a:solidFill>
              </a:defRPr>
            </a:lvl7pPr>
            <a:lvl8pPr lvl="7">
              <a:lnSpc>
                <a:spcPct val="150000"/>
              </a:lnSpc>
              <a:spcBef>
                <a:spcPts val="0"/>
              </a:spcBef>
              <a:spcAft>
                <a:spcPts val="0"/>
              </a:spcAft>
              <a:buClr>
                <a:schemeClr val="dk1"/>
              </a:buClr>
              <a:buSzPts val="1200"/>
              <a:buNone/>
              <a:defRPr sz="1200">
                <a:solidFill>
                  <a:schemeClr val="dk1"/>
                </a:solidFill>
              </a:defRPr>
            </a:lvl8pPr>
            <a:lvl9pPr lvl="8">
              <a:lnSpc>
                <a:spcPct val="150000"/>
              </a:lnSpc>
              <a:spcBef>
                <a:spcPts val="0"/>
              </a:spcBef>
              <a:spcAft>
                <a:spcPts val="0"/>
              </a:spcAft>
              <a:buClr>
                <a:schemeClr val="dk1"/>
              </a:buClr>
              <a:buSzPts val="1200"/>
              <a:buNone/>
              <a:defRPr sz="1200">
                <a:solidFill>
                  <a:schemeClr val="dk1"/>
                </a:solidFill>
              </a:defRPr>
            </a:lvl9pPr>
          </a:lstStyle>
          <a:p>
            <a:endParaRPr/>
          </a:p>
        </p:txBody>
      </p:sp>
      <p:cxnSp>
        <p:nvCxnSpPr>
          <p:cNvPr id="1033" name="Google Shape;1033;p82"/>
          <p:cNvCxnSpPr/>
          <p:nvPr/>
        </p:nvCxnSpPr>
        <p:spPr>
          <a:xfrm>
            <a:off x="3253448" y="1959575"/>
            <a:ext cx="2644800" cy="0"/>
          </a:xfrm>
          <a:prstGeom prst="straightConnector1">
            <a:avLst/>
          </a:prstGeom>
          <a:noFill/>
          <a:ln w="19050" cap="flat" cmpd="sng">
            <a:solidFill>
              <a:schemeClr val="accent6"/>
            </a:solidFill>
            <a:prstDash val="solid"/>
            <a:round/>
            <a:headEnd type="none" w="med" len="med"/>
            <a:tailEnd type="none" w="med" len="med"/>
          </a:ln>
        </p:spPr>
      </p:cxnSp>
      <p:cxnSp>
        <p:nvCxnSpPr>
          <p:cNvPr id="1034" name="Google Shape;1034;p82"/>
          <p:cNvCxnSpPr/>
          <p:nvPr/>
        </p:nvCxnSpPr>
        <p:spPr>
          <a:xfrm>
            <a:off x="6161594" y="1959575"/>
            <a:ext cx="2644800" cy="0"/>
          </a:xfrm>
          <a:prstGeom prst="straightConnector1">
            <a:avLst/>
          </a:prstGeom>
          <a:noFill/>
          <a:ln w="19050" cap="flat" cmpd="sng">
            <a:solidFill>
              <a:schemeClr val="accent6"/>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peaker Panel 1">
  <p:cSld name="SECTION_HEADER_2_1_1_2_1_2_2">
    <p:spTree>
      <p:nvGrpSpPr>
        <p:cNvPr id="1" name="Shape 1035"/>
        <p:cNvGrpSpPr/>
        <p:nvPr/>
      </p:nvGrpSpPr>
      <p:grpSpPr>
        <a:xfrm>
          <a:off x="0" y="0"/>
          <a:ext cx="0" cy="0"/>
          <a:chOff x="0" y="0"/>
          <a:chExt cx="0" cy="0"/>
        </a:xfrm>
      </p:grpSpPr>
      <p:sp>
        <p:nvSpPr>
          <p:cNvPr id="1036" name="Google Shape;1036;p83"/>
          <p:cNvSpPr>
            <a:spLocks noGrp="1"/>
          </p:cNvSpPr>
          <p:nvPr>
            <p:ph type="pic" idx="2"/>
          </p:nvPr>
        </p:nvSpPr>
        <p:spPr>
          <a:xfrm>
            <a:off x="2518425" y="1088200"/>
            <a:ext cx="1918500" cy="1675200"/>
          </a:xfrm>
          <a:prstGeom prst="roundRect">
            <a:avLst>
              <a:gd name="adj" fmla="val 8979"/>
            </a:avLst>
          </a:prstGeom>
          <a:noFill/>
          <a:ln>
            <a:noFill/>
          </a:ln>
        </p:spPr>
      </p:sp>
      <p:sp>
        <p:nvSpPr>
          <p:cNvPr id="1037" name="Google Shape;1037;p83"/>
          <p:cNvSpPr txBox="1">
            <a:spLocks noGrp="1"/>
          </p:cNvSpPr>
          <p:nvPr>
            <p:ph type="title"/>
          </p:nvPr>
        </p:nvSpPr>
        <p:spPr>
          <a:xfrm>
            <a:off x="342900" y="1240600"/>
            <a:ext cx="1918500" cy="2805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80000"/>
              </a:lnSpc>
              <a:spcBef>
                <a:spcPts val="0"/>
              </a:spcBef>
              <a:spcAft>
                <a:spcPts val="0"/>
              </a:spcAft>
              <a:buSzPts val="2400"/>
              <a:buNone/>
              <a:defRPr/>
            </a:lvl2pPr>
            <a:lvl3pPr lvl="2">
              <a:lnSpc>
                <a:spcPct val="80000"/>
              </a:lnSpc>
              <a:spcBef>
                <a:spcPts val="0"/>
              </a:spcBef>
              <a:spcAft>
                <a:spcPts val="0"/>
              </a:spcAft>
              <a:buSzPts val="2400"/>
              <a:buNone/>
              <a:defRPr/>
            </a:lvl3pPr>
            <a:lvl4pPr lvl="3">
              <a:lnSpc>
                <a:spcPct val="80000"/>
              </a:lnSpc>
              <a:spcBef>
                <a:spcPts val="0"/>
              </a:spcBef>
              <a:spcAft>
                <a:spcPts val="0"/>
              </a:spcAft>
              <a:buSzPts val="2400"/>
              <a:buNone/>
              <a:defRPr/>
            </a:lvl4pPr>
            <a:lvl5pPr lvl="4">
              <a:lnSpc>
                <a:spcPct val="80000"/>
              </a:lnSpc>
              <a:spcBef>
                <a:spcPts val="0"/>
              </a:spcBef>
              <a:spcAft>
                <a:spcPts val="0"/>
              </a:spcAft>
              <a:buSzPts val="2400"/>
              <a:buNone/>
              <a:defRPr/>
            </a:lvl5pPr>
            <a:lvl6pPr lvl="5">
              <a:lnSpc>
                <a:spcPct val="80000"/>
              </a:lnSpc>
              <a:spcBef>
                <a:spcPts val="0"/>
              </a:spcBef>
              <a:spcAft>
                <a:spcPts val="0"/>
              </a:spcAft>
              <a:buSzPts val="2400"/>
              <a:buNone/>
              <a:defRPr/>
            </a:lvl6pPr>
            <a:lvl7pPr lvl="6">
              <a:lnSpc>
                <a:spcPct val="80000"/>
              </a:lnSpc>
              <a:spcBef>
                <a:spcPts val="0"/>
              </a:spcBef>
              <a:spcAft>
                <a:spcPts val="0"/>
              </a:spcAft>
              <a:buSzPts val="2400"/>
              <a:buNone/>
              <a:defRPr/>
            </a:lvl7pPr>
            <a:lvl8pPr lvl="7">
              <a:lnSpc>
                <a:spcPct val="80000"/>
              </a:lnSpc>
              <a:spcBef>
                <a:spcPts val="0"/>
              </a:spcBef>
              <a:spcAft>
                <a:spcPts val="0"/>
              </a:spcAft>
              <a:buSzPts val="2400"/>
              <a:buNone/>
              <a:defRPr/>
            </a:lvl8pPr>
            <a:lvl9pPr lvl="8">
              <a:lnSpc>
                <a:spcPct val="80000"/>
              </a:lnSpc>
              <a:spcBef>
                <a:spcPts val="0"/>
              </a:spcBef>
              <a:spcAft>
                <a:spcPts val="0"/>
              </a:spcAft>
              <a:buSzPts val="2400"/>
              <a:buNone/>
              <a:defRPr/>
            </a:lvl9pPr>
          </a:lstStyle>
          <a:p>
            <a:endParaRPr/>
          </a:p>
        </p:txBody>
      </p:sp>
      <p:sp>
        <p:nvSpPr>
          <p:cNvPr id="1038" name="Google Shape;1038;p83"/>
          <p:cNvSpPr txBox="1">
            <a:spLocks noGrp="1"/>
          </p:cNvSpPr>
          <p:nvPr>
            <p:ph type="subTitle" idx="1"/>
          </p:nvPr>
        </p:nvSpPr>
        <p:spPr>
          <a:xfrm>
            <a:off x="2518425" y="2173050"/>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39" name="Google Shape;1039;p83"/>
          <p:cNvSpPr>
            <a:spLocks noGrp="1"/>
          </p:cNvSpPr>
          <p:nvPr>
            <p:ph type="pic" idx="3"/>
          </p:nvPr>
        </p:nvSpPr>
        <p:spPr>
          <a:xfrm>
            <a:off x="2518425" y="2905175"/>
            <a:ext cx="1918500" cy="1675200"/>
          </a:xfrm>
          <a:prstGeom prst="roundRect">
            <a:avLst>
              <a:gd name="adj" fmla="val 8979"/>
            </a:avLst>
          </a:prstGeom>
          <a:noFill/>
          <a:ln>
            <a:noFill/>
          </a:ln>
        </p:spPr>
      </p:sp>
      <p:sp>
        <p:nvSpPr>
          <p:cNvPr id="1040" name="Google Shape;1040;p83"/>
          <p:cNvSpPr txBox="1">
            <a:spLocks noGrp="1"/>
          </p:cNvSpPr>
          <p:nvPr>
            <p:ph type="subTitle" idx="4"/>
          </p:nvPr>
        </p:nvSpPr>
        <p:spPr>
          <a:xfrm>
            <a:off x="2518425" y="3990025"/>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41" name="Google Shape;1041;p83"/>
          <p:cNvSpPr>
            <a:spLocks noGrp="1"/>
          </p:cNvSpPr>
          <p:nvPr>
            <p:ph type="pic" idx="5"/>
          </p:nvPr>
        </p:nvSpPr>
        <p:spPr>
          <a:xfrm>
            <a:off x="4693950" y="1088200"/>
            <a:ext cx="1918500" cy="1675200"/>
          </a:xfrm>
          <a:prstGeom prst="roundRect">
            <a:avLst>
              <a:gd name="adj" fmla="val 8979"/>
            </a:avLst>
          </a:prstGeom>
          <a:noFill/>
          <a:ln>
            <a:noFill/>
          </a:ln>
        </p:spPr>
      </p:sp>
      <p:sp>
        <p:nvSpPr>
          <p:cNvPr id="1042" name="Google Shape;1042;p83"/>
          <p:cNvSpPr txBox="1">
            <a:spLocks noGrp="1"/>
          </p:cNvSpPr>
          <p:nvPr>
            <p:ph type="subTitle" idx="6"/>
          </p:nvPr>
        </p:nvSpPr>
        <p:spPr>
          <a:xfrm>
            <a:off x="4693950" y="2173050"/>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43" name="Google Shape;1043;p83"/>
          <p:cNvSpPr>
            <a:spLocks noGrp="1"/>
          </p:cNvSpPr>
          <p:nvPr>
            <p:ph type="pic" idx="7"/>
          </p:nvPr>
        </p:nvSpPr>
        <p:spPr>
          <a:xfrm>
            <a:off x="4693950" y="2905175"/>
            <a:ext cx="1918500" cy="1675200"/>
          </a:xfrm>
          <a:prstGeom prst="roundRect">
            <a:avLst>
              <a:gd name="adj" fmla="val 8979"/>
            </a:avLst>
          </a:prstGeom>
          <a:noFill/>
          <a:ln>
            <a:noFill/>
          </a:ln>
        </p:spPr>
      </p:sp>
      <p:sp>
        <p:nvSpPr>
          <p:cNvPr id="1044" name="Google Shape;1044;p83"/>
          <p:cNvSpPr txBox="1">
            <a:spLocks noGrp="1"/>
          </p:cNvSpPr>
          <p:nvPr>
            <p:ph type="subTitle" idx="8"/>
          </p:nvPr>
        </p:nvSpPr>
        <p:spPr>
          <a:xfrm>
            <a:off x="4693950" y="3990025"/>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45" name="Google Shape;1045;p83"/>
          <p:cNvSpPr>
            <a:spLocks noGrp="1"/>
          </p:cNvSpPr>
          <p:nvPr>
            <p:ph type="pic" idx="9"/>
          </p:nvPr>
        </p:nvSpPr>
        <p:spPr>
          <a:xfrm>
            <a:off x="6869475" y="1088200"/>
            <a:ext cx="1918500" cy="1675200"/>
          </a:xfrm>
          <a:prstGeom prst="roundRect">
            <a:avLst>
              <a:gd name="adj" fmla="val 8979"/>
            </a:avLst>
          </a:prstGeom>
          <a:noFill/>
          <a:ln>
            <a:noFill/>
          </a:ln>
        </p:spPr>
      </p:sp>
      <p:sp>
        <p:nvSpPr>
          <p:cNvPr id="1046" name="Google Shape;1046;p83"/>
          <p:cNvSpPr txBox="1">
            <a:spLocks noGrp="1"/>
          </p:cNvSpPr>
          <p:nvPr>
            <p:ph type="subTitle" idx="13"/>
          </p:nvPr>
        </p:nvSpPr>
        <p:spPr>
          <a:xfrm>
            <a:off x="6869475" y="2173050"/>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47" name="Google Shape;1047;p83"/>
          <p:cNvSpPr>
            <a:spLocks noGrp="1"/>
          </p:cNvSpPr>
          <p:nvPr>
            <p:ph type="pic" idx="14"/>
          </p:nvPr>
        </p:nvSpPr>
        <p:spPr>
          <a:xfrm>
            <a:off x="6869475" y="2905175"/>
            <a:ext cx="1918500" cy="1675200"/>
          </a:xfrm>
          <a:prstGeom prst="roundRect">
            <a:avLst>
              <a:gd name="adj" fmla="val 8979"/>
            </a:avLst>
          </a:prstGeom>
          <a:noFill/>
          <a:ln>
            <a:noFill/>
          </a:ln>
        </p:spPr>
      </p:sp>
      <p:sp>
        <p:nvSpPr>
          <p:cNvPr id="1048" name="Google Shape;1048;p83"/>
          <p:cNvSpPr txBox="1">
            <a:spLocks noGrp="1"/>
          </p:cNvSpPr>
          <p:nvPr>
            <p:ph type="subTitle" idx="15"/>
          </p:nvPr>
        </p:nvSpPr>
        <p:spPr>
          <a:xfrm>
            <a:off x="6869475" y="3990025"/>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49" name="Google Shape;1049;p8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peaker Panel 2">
  <p:cSld name="SECTION_HEADER_2_1_1_2_1_2_2_1">
    <p:spTree>
      <p:nvGrpSpPr>
        <p:cNvPr id="1" name="Shape 1050"/>
        <p:cNvGrpSpPr/>
        <p:nvPr/>
      </p:nvGrpSpPr>
      <p:grpSpPr>
        <a:xfrm>
          <a:off x="0" y="0"/>
          <a:ext cx="0" cy="0"/>
          <a:chOff x="0" y="0"/>
          <a:chExt cx="0" cy="0"/>
        </a:xfrm>
      </p:grpSpPr>
      <p:sp>
        <p:nvSpPr>
          <p:cNvPr id="1051" name="Google Shape;1051;p84"/>
          <p:cNvSpPr>
            <a:spLocks noGrp="1"/>
          </p:cNvSpPr>
          <p:nvPr>
            <p:ph type="pic" idx="2"/>
          </p:nvPr>
        </p:nvSpPr>
        <p:spPr>
          <a:xfrm>
            <a:off x="2514600" y="1088200"/>
            <a:ext cx="1918500" cy="2590800"/>
          </a:xfrm>
          <a:prstGeom prst="roundRect">
            <a:avLst>
              <a:gd name="adj" fmla="val 6658"/>
            </a:avLst>
          </a:prstGeom>
          <a:noFill/>
          <a:ln>
            <a:noFill/>
          </a:ln>
        </p:spPr>
      </p:sp>
      <p:sp>
        <p:nvSpPr>
          <p:cNvPr id="1052" name="Google Shape;1052;p84"/>
          <p:cNvSpPr txBox="1">
            <a:spLocks noGrp="1"/>
          </p:cNvSpPr>
          <p:nvPr>
            <p:ph type="title"/>
          </p:nvPr>
        </p:nvSpPr>
        <p:spPr>
          <a:xfrm>
            <a:off x="342900" y="1240600"/>
            <a:ext cx="1918500" cy="2805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80000"/>
              </a:lnSpc>
              <a:spcBef>
                <a:spcPts val="0"/>
              </a:spcBef>
              <a:spcAft>
                <a:spcPts val="0"/>
              </a:spcAft>
              <a:buSzPts val="2400"/>
              <a:buNone/>
              <a:defRPr/>
            </a:lvl2pPr>
            <a:lvl3pPr lvl="2">
              <a:lnSpc>
                <a:spcPct val="80000"/>
              </a:lnSpc>
              <a:spcBef>
                <a:spcPts val="0"/>
              </a:spcBef>
              <a:spcAft>
                <a:spcPts val="0"/>
              </a:spcAft>
              <a:buSzPts val="2400"/>
              <a:buNone/>
              <a:defRPr/>
            </a:lvl3pPr>
            <a:lvl4pPr lvl="3">
              <a:lnSpc>
                <a:spcPct val="80000"/>
              </a:lnSpc>
              <a:spcBef>
                <a:spcPts val="0"/>
              </a:spcBef>
              <a:spcAft>
                <a:spcPts val="0"/>
              </a:spcAft>
              <a:buSzPts val="2400"/>
              <a:buNone/>
              <a:defRPr/>
            </a:lvl4pPr>
            <a:lvl5pPr lvl="4">
              <a:lnSpc>
                <a:spcPct val="80000"/>
              </a:lnSpc>
              <a:spcBef>
                <a:spcPts val="0"/>
              </a:spcBef>
              <a:spcAft>
                <a:spcPts val="0"/>
              </a:spcAft>
              <a:buSzPts val="2400"/>
              <a:buNone/>
              <a:defRPr/>
            </a:lvl5pPr>
            <a:lvl6pPr lvl="5">
              <a:lnSpc>
                <a:spcPct val="80000"/>
              </a:lnSpc>
              <a:spcBef>
                <a:spcPts val="0"/>
              </a:spcBef>
              <a:spcAft>
                <a:spcPts val="0"/>
              </a:spcAft>
              <a:buSzPts val="2400"/>
              <a:buNone/>
              <a:defRPr/>
            </a:lvl6pPr>
            <a:lvl7pPr lvl="6">
              <a:lnSpc>
                <a:spcPct val="80000"/>
              </a:lnSpc>
              <a:spcBef>
                <a:spcPts val="0"/>
              </a:spcBef>
              <a:spcAft>
                <a:spcPts val="0"/>
              </a:spcAft>
              <a:buSzPts val="2400"/>
              <a:buNone/>
              <a:defRPr/>
            </a:lvl7pPr>
            <a:lvl8pPr lvl="7">
              <a:lnSpc>
                <a:spcPct val="80000"/>
              </a:lnSpc>
              <a:spcBef>
                <a:spcPts val="0"/>
              </a:spcBef>
              <a:spcAft>
                <a:spcPts val="0"/>
              </a:spcAft>
              <a:buSzPts val="2400"/>
              <a:buNone/>
              <a:defRPr/>
            </a:lvl8pPr>
            <a:lvl9pPr lvl="8">
              <a:lnSpc>
                <a:spcPct val="80000"/>
              </a:lnSpc>
              <a:spcBef>
                <a:spcPts val="0"/>
              </a:spcBef>
              <a:spcAft>
                <a:spcPts val="0"/>
              </a:spcAft>
              <a:buSzPts val="2400"/>
              <a:buNone/>
              <a:defRPr/>
            </a:lvl9pPr>
          </a:lstStyle>
          <a:p>
            <a:endParaRPr/>
          </a:p>
        </p:txBody>
      </p:sp>
      <p:sp>
        <p:nvSpPr>
          <p:cNvPr id="1053" name="Google Shape;1053;p84"/>
          <p:cNvSpPr txBox="1">
            <a:spLocks noGrp="1"/>
          </p:cNvSpPr>
          <p:nvPr>
            <p:ph type="subTitle" idx="1"/>
          </p:nvPr>
        </p:nvSpPr>
        <p:spPr>
          <a:xfrm>
            <a:off x="2505456" y="3088600"/>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54" name="Google Shape;1054;p84"/>
          <p:cNvSpPr>
            <a:spLocks noGrp="1"/>
          </p:cNvSpPr>
          <p:nvPr>
            <p:ph type="pic" idx="3"/>
          </p:nvPr>
        </p:nvSpPr>
        <p:spPr>
          <a:xfrm>
            <a:off x="4716250" y="1088200"/>
            <a:ext cx="1918500" cy="2590800"/>
          </a:xfrm>
          <a:prstGeom prst="roundRect">
            <a:avLst>
              <a:gd name="adj" fmla="val 6658"/>
            </a:avLst>
          </a:prstGeom>
          <a:noFill/>
          <a:ln>
            <a:noFill/>
          </a:ln>
        </p:spPr>
      </p:sp>
      <p:sp>
        <p:nvSpPr>
          <p:cNvPr id="1055" name="Google Shape;1055;p84"/>
          <p:cNvSpPr txBox="1">
            <a:spLocks noGrp="1"/>
          </p:cNvSpPr>
          <p:nvPr>
            <p:ph type="subTitle" idx="4"/>
          </p:nvPr>
        </p:nvSpPr>
        <p:spPr>
          <a:xfrm>
            <a:off x="4707106" y="3088600"/>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56" name="Google Shape;1056;p84"/>
          <p:cNvSpPr>
            <a:spLocks noGrp="1"/>
          </p:cNvSpPr>
          <p:nvPr>
            <p:ph type="pic" idx="5"/>
          </p:nvPr>
        </p:nvSpPr>
        <p:spPr>
          <a:xfrm>
            <a:off x="6917900" y="1088200"/>
            <a:ext cx="1918500" cy="2590800"/>
          </a:xfrm>
          <a:prstGeom prst="roundRect">
            <a:avLst>
              <a:gd name="adj" fmla="val 6658"/>
            </a:avLst>
          </a:prstGeom>
          <a:noFill/>
          <a:ln>
            <a:noFill/>
          </a:ln>
        </p:spPr>
      </p:sp>
      <p:sp>
        <p:nvSpPr>
          <p:cNvPr id="1057" name="Google Shape;1057;p84"/>
          <p:cNvSpPr txBox="1">
            <a:spLocks noGrp="1"/>
          </p:cNvSpPr>
          <p:nvPr>
            <p:ph type="subTitle" idx="6"/>
          </p:nvPr>
        </p:nvSpPr>
        <p:spPr>
          <a:xfrm>
            <a:off x="6908756" y="3088600"/>
            <a:ext cx="1689900" cy="590400"/>
          </a:xfrm>
          <a:prstGeom prst="rect">
            <a:avLst/>
          </a:prstGeom>
          <a:solidFill>
            <a:schemeClr val="lt2"/>
          </a:solidFill>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058" name="Google Shape;1058;p8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verview 1">
  <p:cSld name="SECTION_HEADER_1">
    <p:spTree>
      <p:nvGrpSpPr>
        <p:cNvPr id="1" name="Shape 1059"/>
        <p:cNvGrpSpPr/>
        <p:nvPr/>
      </p:nvGrpSpPr>
      <p:grpSpPr>
        <a:xfrm>
          <a:off x="0" y="0"/>
          <a:ext cx="0" cy="0"/>
          <a:chOff x="0" y="0"/>
          <a:chExt cx="0" cy="0"/>
        </a:xfrm>
      </p:grpSpPr>
      <p:sp>
        <p:nvSpPr>
          <p:cNvPr id="1060" name="Google Shape;1060;p85"/>
          <p:cNvSpPr/>
          <p:nvPr/>
        </p:nvSpPr>
        <p:spPr>
          <a:xfrm>
            <a:off x="0" y="0"/>
            <a:ext cx="9159600" cy="5143500"/>
          </a:xfrm>
          <a:prstGeom prst="rect">
            <a:avLst/>
          </a:prstGeom>
          <a:noFill/>
          <a:ln w="1524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8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62" name="Google Shape;1062;p85"/>
          <p:cNvSpPr txBox="1">
            <a:spLocks noGrp="1"/>
          </p:cNvSpPr>
          <p:nvPr>
            <p:ph type="subTitle" idx="1"/>
          </p:nvPr>
        </p:nvSpPr>
        <p:spPr>
          <a:xfrm>
            <a:off x="3238500" y="1118700"/>
            <a:ext cx="5562600" cy="2933100"/>
          </a:xfrm>
          <a:prstGeom prst="rect">
            <a:avLst/>
          </a:prstGeom>
        </p:spPr>
        <p:txBody>
          <a:bodyPr spcFirstLastPara="1" wrap="square" lIns="0" tIns="0" rIns="0" bIns="0" anchor="t" anchorCtr="0">
            <a:noAutofit/>
          </a:bodyPr>
          <a:lstStyle>
            <a:lvl1pPr marL="0" marR="0" lvl="0" indent="-330200" algn="l">
              <a:lnSpc>
                <a:spcPct val="90000"/>
              </a:lnSpc>
              <a:spcBef>
                <a:spcPts val="0"/>
              </a:spcBef>
              <a:spcAft>
                <a:spcPts val="0"/>
              </a:spcAft>
              <a:buSzPts val="5200"/>
              <a:buNone/>
              <a:defRPr sz="5200"/>
            </a:lvl1pPr>
            <a:lvl2pPr lvl="1">
              <a:lnSpc>
                <a:spcPct val="100000"/>
              </a:lnSpc>
              <a:spcBef>
                <a:spcPts val="0"/>
              </a:spcBef>
              <a:spcAft>
                <a:spcPts val="0"/>
              </a:spcAft>
              <a:buSzPts val="2600"/>
              <a:buNone/>
              <a:defRPr sz="2600"/>
            </a:lvl2pPr>
            <a:lvl3pPr lvl="2">
              <a:lnSpc>
                <a:spcPct val="100000"/>
              </a:lnSpc>
              <a:spcBef>
                <a:spcPts val="0"/>
              </a:spcBef>
              <a:spcAft>
                <a:spcPts val="0"/>
              </a:spcAft>
              <a:buSzPts val="2600"/>
              <a:buNone/>
              <a:defRPr sz="2600"/>
            </a:lvl3pPr>
            <a:lvl4pPr lvl="3">
              <a:lnSpc>
                <a:spcPct val="100000"/>
              </a:lnSpc>
              <a:spcBef>
                <a:spcPts val="0"/>
              </a:spcBef>
              <a:spcAft>
                <a:spcPts val="0"/>
              </a:spcAft>
              <a:buSzPts val="2600"/>
              <a:buNone/>
              <a:defRPr sz="2600"/>
            </a:lvl4pPr>
            <a:lvl5pPr lvl="4">
              <a:lnSpc>
                <a:spcPct val="100000"/>
              </a:lnSpc>
              <a:spcBef>
                <a:spcPts val="0"/>
              </a:spcBef>
              <a:spcAft>
                <a:spcPts val="0"/>
              </a:spcAft>
              <a:buSzPts val="2600"/>
              <a:buNone/>
              <a:defRPr sz="2600"/>
            </a:lvl5pPr>
            <a:lvl6pPr lvl="5">
              <a:lnSpc>
                <a:spcPct val="100000"/>
              </a:lnSpc>
              <a:spcBef>
                <a:spcPts val="0"/>
              </a:spcBef>
              <a:spcAft>
                <a:spcPts val="0"/>
              </a:spcAft>
              <a:buSzPts val="2600"/>
              <a:buNone/>
              <a:defRPr sz="2600"/>
            </a:lvl6pPr>
            <a:lvl7pPr lvl="6">
              <a:lnSpc>
                <a:spcPct val="100000"/>
              </a:lnSpc>
              <a:spcBef>
                <a:spcPts val="0"/>
              </a:spcBef>
              <a:spcAft>
                <a:spcPts val="0"/>
              </a:spcAft>
              <a:buSzPts val="2600"/>
              <a:buNone/>
              <a:defRPr sz="2600"/>
            </a:lvl7pPr>
            <a:lvl8pPr lvl="7">
              <a:lnSpc>
                <a:spcPct val="100000"/>
              </a:lnSpc>
              <a:spcBef>
                <a:spcPts val="0"/>
              </a:spcBef>
              <a:spcAft>
                <a:spcPts val="0"/>
              </a:spcAft>
              <a:buSzPts val="2600"/>
              <a:buNone/>
              <a:defRPr sz="2600"/>
            </a:lvl8pPr>
            <a:lvl9pPr lvl="8">
              <a:lnSpc>
                <a:spcPct val="100000"/>
              </a:lnSpc>
              <a:spcBef>
                <a:spcPts val="0"/>
              </a:spcBef>
              <a:spcAft>
                <a:spcPts val="0"/>
              </a:spcAft>
              <a:buSzPts val="2600"/>
              <a:buNone/>
              <a:defRPr sz="2600"/>
            </a:lvl9pPr>
          </a:lstStyle>
          <a:p>
            <a:endParaRPr/>
          </a:p>
        </p:txBody>
      </p:sp>
      <p:sp>
        <p:nvSpPr>
          <p:cNvPr id="1063" name="Google Shape;1063;p85"/>
          <p:cNvSpPr/>
          <p:nvPr/>
        </p:nvSpPr>
        <p:spPr>
          <a:xfrm>
            <a:off x="228600" y="276225"/>
            <a:ext cx="24099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F Overview">
  <p:cSld name="SECTION_HEADER_1_4">
    <p:spTree>
      <p:nvGrpSpPr>
        <p:cNvPr id="1" name="Shape 1064"/>
        <p:cNvGrpSpPr/>
        <p:nvPr/>
      </p:nvGrpSpPr>
      <p:grpSpPr>
        <a:xfrm>
          <a:off x="0" y="0"/>
          <a:ext cx="0" cy="0"/>
          <a:chOff x="0" y="0"/>
          <a:chExt cx="0" cy="0"/>
        </a:xfrm>
      </p:grpSpPr>
      <p:sp>
        <p:nvSpPr>
          <p:cNvPr id="1065" name="Google Shape;1065;p86"/>
          <p:cNvSpPr/>
          <p:nvPr/>
        </p:nvSpPr>
        <p:spPr>
          <a:xfrm>
            <a:off x="0" y="0"/>
            <a:ext cx="9159600" cy="5143500"/>
          </a:xfrm>
          <a:prstGeom prst="rect">
            <a:avLst/>
          </a:prstGeom>
          <a:noFill/>
          <a:ln w="1524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8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67" name="Google Shape;1067;p86"/>
          <p:cNvSpPr txBox="1">
            <a:spLocks noGrp="1"/>
          </p:cNvSpPr>
          <p:nvPr>
            <p:ph type="subTitle" idx="1"/>
          </p:nvPr>
        </p:nvSpPr>
        <p:spPr>
          <a:xfrm>
            <a:off x="3238500" y="1118700"/>
            <a:ext cx="5562600" cy="2933100"/>
          </a:xfrm>
          <a:prstGeom prst="rect">
            <a:avLst/>
          </a:prstGeom>
        </p:spPr>
        <p:txBody>
          <a:bodyPr spcFirstLastPara="1" wrap="square" lIns="0" tIns="0" rIns="0" bIns="0" anchor="t" anchorCtr="0">
            <a:noAutofit/>
          </a:bodyPr>
          <a:lstStyle>
            <a:lvl1pPr marL="0" marR="0" lvl="0" indent="-330200" algn="l">
              <a:lnSpc>
                <a:spcPct val="90000"/>
              </a:lnSpc>
              <a:spcBef>
                <a:spcPts val="0"/>
              </a:spcBef>
              <a:spcAft>
                <a:spcPts val="0"/>
              </a:spcAft>
              <a:buSzPts val="5200"/>
              <a:buNone/>
              <a:defRPr sz="5200"/>
            </a:lvl1pPr>
            <a:lvl2pPr lvl="1">
              <a:lnSpc>
                <a:spcPct val="100000"/>
              </a:lnSpc>
              <a:spcBef>
                <a:spcPts val="0"/>
              </a:spcBef>
              <a:spcAft>
                <a:spcPts val="0"/>
              </a:spcAft>
              <a:buSzPts val="2600"/>
              <a:buNone/>
              <a:defRPr sz="2600"/>
            </a:lvl2pPr>
            <a:lvl3pPr lvl="2">
              <a:lnSpc>
                <a:spcPct val="100000"/>
              </a:lnSpc>
              <a:spcBef>
                <a:spcPts val="0"/>
              </a:spcBef>
              <a:spcAft>
                <a:spcPts val="0"/>
              </a:spcAft>
              <a:buSzPts val="2600"/>
              <a:buNone/>
              <a:defRPr sz="2600"/>
            </a:lvl3pPr>
            <a:lvl4pPr lvl="3">
              <a:lnSpc>
                <a:spcPct val="100000"/>
              </a:lnSpc>
              <a:spcBef>
                <a:spcPts val="0"/>
              </a:spcBef>
              <a:spcAft>
                <a:spcPts val="0"/>
              </a:spcAft>
              <a:buSzPts val="2600"/>
              <a:buNone/>
              <a:defRPr sz="2600"/>
            </a:lvl4pPr>
            <a:lvl5pPr lvl="4">
              <a:lnSpc>
                <a:spcPct val="100000"/>
              </a:lnSpc>
              <a:spcBef>
                <a:spcPts val="0"/>
              </a:spcBef>
              <a:spcAft>
                <a:spcPts val="0"/>
              </a:spcAft>
              <a:buSzPts val="2600"/>
              <a:buNone/>
              <a:defRPr sz="2600"/>
            </a:lvl5pPr>
            <a:lvl6pPr lvl="5">
              <a:lnSpc>
                <a:spcPct val="100000"/>
              </a:lnSpc>
              <a:spcBef>
                <a:spcPts val="0"/>
              </a:spcBef>
              <a:spcAft>
                <a:spcPts val="0"/>
              </a:spcAft>
              <a:buSzPts val="2600"/>
              <a:buNone/>
              <a:defRPr sz="2600"/>
            </a:lvl6pPr>
            <a:lvl7pPr lvl="6">
              <a:lnSpc>
                <a:spcPct val="100000"/>
              </a:lnSpc>
              <a:spcBef>
                <a:spcPts val="0"/>
              </a:spcBef>
              <a:spcAft>
                <a:spcPts val="0"/>
              </a:spcAft>
              <a:buSzPts val="2600"/>
              <a:buNone/>
              <a:defRPr sz="2600"/>
            </a:lvl7pPr>
            <a:lvl8pPr lvl="7">
              <a:lnSpc>
                <a:spcPct val="100000"/>
              </a:lnSpc>
              <a:spcBef>
                <a:spcPts val="0"/>
              </a:spcBef>
              <a:spcAft>
                <a:spcPts val="0"/>
              </a:spcAft>
              <a:buSzPts val="2600"/>
              <a:buNone/>
              <a:defRPr sz="2600"/>
            </a:lvl8pPr>
            <a:lvl9pPr lvl="8">
              <a:lnSpc>
                <a:spcPct val="100000"/>
              </a:lnSpc>
              <a:spcBef>
                <a:spcPts val="0"/>
              </a:spcBef>
              <a:spcAft>
                <a:spcPts val="0"/>
              </a:spcAft>
              <a:buSzPts val="2600"/>
              <a:buNone/>
              <a:defRPr sz="2600"/>
            </a:lvl9pPr>
          </a:lstStyle>
          <a:p>
            <a:endParaRPr/>
          </a:p>
        </p:txBody>
      </p:sp>
      <p:sp>
        <p:nvSpPr>
          <p:cNvPr id="1068" name="Google Shape;1068;p86"/>
          <p:cNvSpPr/>
          <p:nvPr/>
        </p:nvSpPr>
        <p:spPr>
          <a:xfrm>
            <a:off x="228600" y="276225"/>
            <a:ext cx="24099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69" name="Google Shape;1069;p86" title="customer-first-badge-dark.png"/>
          <p:cNvPicPr preferRelativeResize="0"/>
          <p:nvPr/>
        </p:nvPicPr>
        <p:blipFill>
          <a:blip r:embed="rId2">
            <a:alphaModFix/>
          </a:blip>
          <a:stretch>
            <a:fillRect/>
          </a:stretch>
        </p:blipFill>
        <p:spPr>
          <a:xfrm>
            <a:off x="361826" y="1240600"/>
            <a:ext cx="961500" cy="109035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F Overview Ecru / Mist 1">
  <p:cSld name="SECTION_HEADER_1_3_2">
    <p:spTree>
      <p:nvGrpSpPr>
        <p:cNvPr id="1" name="Shape 1070"/>
        <p:cNvGrpSpPr/>
        <p:nvPr/>
      </p:nvGrpSpPr>
      <p:grpSpPr>
        <a:xfrm>
          <a:off x="0" y="0"/>
          <a:ext cx="0" cy="0"/>
          <a:chOff x="0" y="0"/>
          <a:chExt cx="0" cy="0"/>
        </a:xfrm>
      </p:grpSpPr>
      <p:sp>
        <p:nvSpPr>
          <p:cNvPr id="1071" name="Google Shape;1071;p87"/>
          <p:cNvSpPr/>
          <p:nvPr/>
        </p:nvSpPr>
        <p:spPr>
          <a:xfrm>
            <a:off x="0" y="275"/>
            <a:ext cx="91662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072" name="Google Shape;1072;p87"/>
          <p:cNvSpPr/>
          <p:nvPr/>
        </p:nvSpPr>
        <p:spPr>
          <a:xfrm flipH="1">
            <a:off x="1797600" y="611075"/>
            <a:ext cx="7368600" cy="4532700"/>
          </a:xfrm>
          <a:prstGeom prst="round1Rect">
            <a:avLst>
              <a:gd name="adj" fmla="val 751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073" name="Google Shape;1073;p8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74" name="Google Shape;1074;p87"/>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3200"/>
              <a:buNone/>
              <a:defRPr/>
            </a:lvl1pPr>
            <a:lvl2pPr lvl="1">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2pPr>
            <a:lvl3pPr lvl="2">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3pPr>
            <a:lvl4pPr lvl="3">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4pPr>
            <a:lvl5pPr lvl="4">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5pPr>
            <a:lvl6pPr lvl="5">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6pPr>
            <a:lvl7pPr lvl="6">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7pPr>
            <a:lvl8pPr lvl="7">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8pPr>
            <a:lvl9pPr lvl="8">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9pPr>
          </a:lstStyle>
          <a:p>
            <a:endParaRPr/>
          </a:p>
        </p:txBody>
      </p:sp>
      <p:sp>
        <p:nvSpPr>
          <p:cNvPr id="1075" name="Google Shape;1075;p87"/>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None/>
              <a:defRPr sz="1000">
                <a:solidFill>
                  <a:schemeClr val="dk1"/>
                </a:solidFill>
              </a:defRPr>
            </a:lvl1pPr>
            <a:lvl2pPr lvl="1">
              <a:lnSpc>
                <a:spcPct val="100000"/>
              </a:lnSpc>
              <a:spcBef>
                <a:spcPts val="0"/>
              </a:spcBef>
              <a:spcAft>
                <a:spcPts val="0"/>
              </a:spcAft>
              <a:buClr>
                <a:schemeClr val="dk1"/>
              </a:buClr>
              <a:buSzPts val="1000"/>
              <a:buNone/>
              <a:defRPr>
                <a:solidFill>
                  <a:schemeClr val="dk1"/>
                </a:solidFill>
              </a:defRPr>
            </a:lvl2pPr>
            <a:lvl3pPr lvl="2">
              <a:lnSpc>
                <a:spcPct val="100000"/>
              </a:lnSpc>
              <a:spcBef>
                <a:spcPts val="0"/>
              </a:spcBef>
              <a:spcAft>
                <a:spcPts val="0"/>
              </a:spcAft>
              <a:buClr>
                <a:schemeClr val="dk1"/>
              </a:buClr>
              <a:buSzPts val="1000"/>
              <a:buNone/>
              <a:defRPr>
                <a:solidFill>
                  <a:schemeClr val="dk1"/>
                </a:solidFill>
              </a:defRPr>
            </a:lvl3pPr>
            <a:lvl4pPr lvl="3">
              <a:lnSpc>
                <a:spcPct val="100000"/>
              </a:lnSpc>
              <a:spcBef>
                <a:spcPts val="0"/>
              </a:spcBef>
              <a:spcAft>
                <a:spcPts val="0"/>
              </a:spcAft>
              <a:buClr>
                <a:schemeClr val="dk1"/>
              </a:buClr>
              <a:buSzPts val="1000"/>
              <a:buNone/>
              <a:defRPr>
                <a:solidFill>
                  <a:schemeClr val="dk1"/>
                </a:solidFill>
              </a:defRPr>
            </a:lvl4pPr>
            <a:lvl5pPr lvl="4">
              <a:lnSpc>
                <a:spcPct val="100000"/>
              </a:lnSpc>
              <a:spcBef>
                <a:spcPts val="0"/>
              </a:spcBef>
              <a:spcAft>
                <a:spcPts val="0"/>
              </a:spcAft>
              <a:buClr>
                <a:schemeClr val="dk1"/>
              </a:buClr>
              <a:buSzPts val="1000"/>
              <a:buNone/>
              <a:defRPr>
                <a:solidFill>
                  <a:schemeClr val="dk1"/>
                </a:solidFill>
              </a:defRPr>
            </a:lvl5pPr>
            <a:lvl6pPr lvl="5">
              <a:lnSpc>
                <a:spcPct val="100000"/>
              </a:lnSpc>
              <a:spcBef>
                <a:spcPts val="0"/>
              </a:spcBef>
              <a:spcAft>
                <a:spcPts val="0"/>
              </a:spcAft>
              <a:buClr>
                <a:schemeClr val="dk1"/>
              </a:buClr>
              <a:buSzPts val="1000"/>
              <a:buNone/>
              <a:defRPr>
                <a:solidFill>
                  <a:schemeClr val="dk1"/>
                </a:solidFill>
              </a:defRPr>
            </a:lvl6pPr>
            <a:lvl7pPr lvl="6">
              <a:lnSpc>
                <a:spcPct val="100000"/>
              </a:lnSpc>
              <a:spcBef>
                <a:spcPts val="0"/>
              </a:spcBef>
              <a:spcAft>
                <a:spcPts val="0"/>
              </a:spcAft>
              <a:buClr>
                <a:schemeClr val="dk1"/>
              </a:buClr>
              <a:buSzPts val="1000"/>
              <a:buNone/>
              <a:defRPr>
                <a:solidFill>
                  <a:schemeClr val="dk1"/>
                </a:solidFill>
              </a:defRPr>
            </a:lvl7pPr>
            <a:lvl8pPr lvl="7">
              <a:lnSpc>
                <a:spcPct val="100000"/>
              </a:lnSpc>
              <a:spcBef>
                <a:spcPts val="0"/>
              </a:spcBef>
              <a:spcAft>
                <a:spcPts val="0"/>
              </a:spcAft>
              <a:buClr>
                <a:schemeClr val="dk1"/>
              </a:buClr>
              <a:buSzPts val="1000"/>
              <a:buNone/>
              <a:defRPr>
                <a:solidFill>
                  <a:schemeClr val="dk1"/>
                </a:solidFill>
              </a:defRPr>
            </a:lvl8pPr>
            <a:lvl9pPr lvl="8">
              <a:lnSpc>
                <a:spcPct val="100000"/>
              </a:lnSpc>
              <a:spcBef>
                <a:spcPts val="0"/>
              </a:spcBef>
              <a:spcAft>
                <a:spcPts val="0"/>
              </a:spcAft>
              <a:buClr>
                <a:schemeClr val="dk1"/>
              </a:buClr>
              <a:buSzPts val="1000"/>
              <a:buNone/>
              <a:defRPr>
                <a:solidFill>
                  <a:schemeClr val="dk1"/>
                </a:solidFill>
              </a:defRPr>
            </a:lvl9pPr>
          </a:lstStyle>
          <a:p>
            <a:endParaRPr/>
          </a:p>
        </p:txBody>
      </p:sp>
      <p:pic>
        <p:nvPicPr>
          <p:cNvPr id="1076" name="Google Shape;1076;p87" title="customer-first-badge-dark.png"/>
          <p:cNvPicPr preferRelativeResize="0"/>
          <p:nvPr/>
        </p:nvPicPr>
        <p:blipFill>
          <a:blip r:embed="rId2">
            <a:alphaModFix/>
          </a:blip>
          <a:stretch>
            <a:fillRect/>
          </a:stretch>
        </p:blipFill>
        <p:spPr>
          <a:xfrm>
            <a:off x="361826" y="611075"/>
            <a:ext cx="961500" cy="1090350"/>
          </a:xfrm>
          <a:prstGeom prst="rect">
            <a:avLst/>
          </a:prstGeom>
          <a:noFill/>
          <a:ln>
            <a:noFill/>
          </a:ln>
        </p:spPr>
      </p:pic>
      <p:grpSp>
        <p:nvGrpSpPr>
          <p:cNvPr id="1077" name="Google Shape;1077;p87"/>
          <p:cNvGrpSpPr/>
          <p:nvPr/>
        </p:nvGrpSpPr>
        <p:grpSpPr>
          <a:xfrm>
            <a:off x="342902" y="4774371"/>
            <a:ext cx="1014484" cy="202964"/>
            <a:chOff x="238125" y="2139750"/>
            <a:chExt cx="7144250" cy="1437425"/>
          </a:xfrm>
        </p:grpSpPr>
        <p:sp>
          <p:nvSpPr>
            <p:cNvPr id="1078" name="Google Shape;1078;p87"/>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87"/>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87"/>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87"/>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87"/>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87"/>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87"/>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87"/>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87"/>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87"/>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87"/>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87"/>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87"/>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verview Mist">
  <p:cSld name="SECTION_HEADER_1_3_1">
    <p:spTree>
      <p:nvGrpSpPr>
        <p:cNvPr id="1" name="Shape 1091"/>
        <p:cNvGrpSpPr/>
        <p:nvPr/>
      </p:nvGrpSpPr>
      <p:grpSpPr>
        <a:xfrm>
          <a:off x="0" y="0"/>
          <a:ext cx="0" cy="0"/>
          <a:chOff x="0" y="0"/>
          <a:chExt cx="0" cy="0"/>
        </a:xfrm>
      </p:grpSpPr>
      <p:sp>
        <p:nvSpPr>
          <p:cNvPr id="1092" name="Google Shape;1092;p8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93" name="Google Shape;1093;p88"/>
          <p:cNvSpPr/>
          <p:nvPr/>
        </p:nvSpPr>
        <p:spPr>
          <a:xfrm>
            <a:off x="228600" y="276225"/>
            <a:ext cx="24099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88"/>
          <p:cNvSpPr/>
          <p:nvPr/>
        </p:nvSpPr>
        <p:spPr>
          <a:xfrm flipH="1">
            <a:off x="1797600" y="611075"/>
            <a:ext cx="7368600" cy="4532700"/>
          </a:xfrm>
          <a:prstGeom prst="round1Rect">
            <a:avLst>
              <a:gd name="adj" fmla="val 751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095" name="Google Shape;1095;p88"/>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3200"/>
              <a:buNone/>
              <a:defRPr/>
            </a:lvl1pPr>
            <a:lvl2pPr lvl="1">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2pPr>
            <a:lvl3pPr lvl="2">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3pPr>
            <a:lvl4pPr lvl="3">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4pPr>
            <a:lvl5pPr lvl="4">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5pPr>
            <a:lvl6pPr lvl="5">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6pPr>
            <a:lvl7pPr lvl="6">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7pPr>
            <a:lvl8pPr lvl="7">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8pPr>
            <a:lvl9pPr lvl="8">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9pPr>
          </a:lstStyle>
          <a:p>
            <a:endParaRPr/>
          </a:p>
        </p:txBody>
      </p:sp>
      <p:sp>
        <p:nvSpPr>
          <p:cNvPr id="1096" name="Google Shape;1096;p88"/>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None/>
              <a:defRPr sz="1000">
                <a:solidFill>
                  <a:schemeClr val="dk1"/>
                </a:solidFill>
              </a:defRPr>
            </a:lvl1pPr>
            <a:lvl2pPr lvl="1">
              <a:lnSpc>
                <a:spcPct val="100000"/>
              </a:lnSpc>
              <a:spcBef>
                <a:spcPts val="0"/>
              </a:spcBef>
              <a:spcAft>
                <a:spcPts val="0"/>
              </a:spcAft>
              <a:buClr>
                <a:schemeClr val="dk1"/>
              </a:buClr>
              <a:buSzPts val="1000"/>
              <a:buNone/>
              <a:defRPr>
                <a:solidFill>
                  <a:schemeClr val="dk1"/>
                </a:solidFill>
              </a:defRPr>
            </a:lvl2pPr>
            <a:lvl3pPr lvl="2">
              <a:lnSpc>
                <a:spcPct val="100000"/>
              </a:lnSpc>
              <a:spcBef>
                <a:spcPts val="0"/>
              </a:spcBef>
              <a:spcAft>
                <a:spcPts val="0"/>
              </a:spcAft>
              <a:buClr>
                <a:schemeClr val="dk1"/>
              </a:buClr>
              <a:buSzPts val="1000"/>
              <a:buNone/>
              <a:defRPr>
                <a:solidFill>
                  <a:schemeClr val="dk1"/>
                </a:solidFill>
              </a:defRPr>
            </a:lvl3pPr>
            <a:lvl4pPr lvl="3">
              <a:lnSpc>
                <a:spcPct val="100000"/>
              </a:lnSpc>
              <a:spcBef>
                <a:spcPts val="0"/>
              </a:spcBef>
              <a:spcAft>
                <a:spcPts val="0"/>
              </a:spcAft>
              <a:buClr>
                <a:schemeClr val="dk1"/>
              </a:buClr>
              <a:buSzPts val="1000"/>
              <a:buNone/>
              <a:defRPr>
                <a:solidFill>
                  <a:schemeClr val="dk1"/>
                </a:solidFill>
              </a:defRPr>
            </a:lvl4pPr>
            <a:lvl5pPr lvl="4">
              <a:lnSpc>
                <a:spcPct val="100000"/>
              </a:lnSpc>
              <a:spcBef>
                <a:spcPts val="0"/>
              </a:spcBef>
              <a:spcAft>
                <a:spcPts val="0"/>
              </a:spcAft>
              <a:buClr>
                <a:schemeClr val="dk1"/>
              </a:buClr>
              <a:buSzPts val="1000"/>
              <a:buNone/>
              <a:defRPr>
                <a:solidFill>
                  <a:schemeClr val="dk1"/>
                </a:solidFill>
              </a:defRPr>
            </a:lvl5pPr>
            <a:lvl6pPr lvl="5">
              <a:lnSpc>
                <a:spcPct val="100000"/>
              </a:lnSpc>
              <a:spcBef>
                <a:spcPts val="0"/>
              </a:spcBef>
              <a:spcAft>
                <a:spcPts val="0"/>
              </a:spcAft>
              <a:buClr>
                <a:schemeClr val="dk1"/>
              </a:buClr>
              <a:buSzPts val="1000"/>
              <a:buNone/>
              <a:defRPr>
                <a:solidFill>
                  <a:schemeClr val="dk1"/>
                </a:solidFill>
              </a:defRPr>
            </a:lvl6pPr>
            <a:lvl7pPr lvl="6">
              <a:lnSpc>
                <a:spcPct val="100000"/>
              </a:lnSpc>
              <a:spcBef>
                <a:spcPts val="0"/>
              </a:spcBef>
              <a:spcAft>
                <a:spcPts val="0"/>
              </a:spcAft>
              <a:buClr>
                <a:schemeClr val="dk1"/>
              </a:buClr>
              <a:buSzPts val="1000"/>
              <a:buNone/>
              <a:defRPr>
                <a:solidFill>
                  <a:schemeClr val="dk1"/>
                </a:solidFill>
              </a:defRPr>
            </a:lvl7pPr>
            <a:lvl8pPr lvl="7">
              <a:lnSpc>
                <a:spcPct val="100000"/>
              </a:lnSpc>
              <a:spcBef>
                <a:spcPts val="0"/>
              </a:spcBef>
              <a:spcAft>
                <a:spcPts val="0"/>
              </a:spcAft>
              <a:buClr>
                <a:schemeClr val="dk1"/>
              </a:buClr>
              <a:buSzPts val="1000"/>
              <a:buNone/>
              <a:defRPr>
                <a:solidFill>
                  <a:schemeClr val="dk1"/>
                </a:solidFill>
              </a:defRPr>
            </a:lvl8pPr>
            <a:lvl9pPr lvl="8">
              <a:lnSpc>
                <a:spcPct val="100000"/>
              </a:lnSpc>
              <a:spcBef>
                <a:spcPts val="0"/>
              </a:spcBef>
              <a:spcAft>
                <a:spcPts val="0"/>
              </a:spcAft>
              <a:buClr>
                <a:schemeClr val="dk1"/>
              </a:buClr>
              <a:buSzPts val="1000"/>
              <a:buNone/>
              <a:defRPr>
                <a:solidFill>
                  <a:schemeClr val="dk1"/>
                </a:solidFill>
              </a:defRPr>
            </a:lvl9pPr>
          </a:lstStyle>
          <a:p>
            <a:endParaRPr/>
          </a:p>
        </p:txBody>
      </p:sp>
      <p:sp>
        <p:nvSpPr>
          <p:cNvPr id="1097" name="Google Shape;1097;p88"/>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verview Ecru">
  <p:cSld name="SECTION_HEADER_1_3_1_1">
    <p:spTree>
      <p:nvGrpSpPr>
        <p:cNvPr id="1" name="Shape 1098"/>
        <p:cNvGrpSpPr/>
        <p:nvPr/>
      </p:nvGrpSpPr>
      <p:grpSpPr>
        <a:xfrm>
          <a:off x="0" y="0"/>
          <a:ext cx="0" cy="0"/>
          <a:chOff x="0" y="0"/>
          <a:chExt cx="0" cy="0"/>
        </a:xfrm>
      </p:grpSpPr>
      <p:sp>
        <p:nvSpPr>
          <p:cNvPr id="1099" name="Google Shape;1099;p8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00" name="Google Shape;1100;p89"/>
          <p:cNvSpPr/>
          <p:nvPr/>
        </p:nvSpPr>
        <p:spPr>
          <a:xfrm>
            <a:off x="228600" y="276225"/>
            <a:ext cx="24099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89"/>
          <p:cNvSpPr/>
          <p:nvPr/>
        </p:nvSpPr>
        <p:spPr>
          <a:xfrm flipH="1">
            <a:off x="1797600" y="611075"/>
            <a:ext cx="7368600" cy="4532700"/>
          </a:xfrm>
          <a:prstGeom prst="round1Rect">
            <a:avLst>
              <a:gd name="adj" fmla="val 751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102" name="Google Shape;1102;p89"/>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3200"/>
              <a:buNone/>
              <a:defRPr/>
            </a:lvl1pPr>
            <a:lvl2pPr lvl="1">
              <a:lnSpc>
                <a:spcPct val="100000"/>
              </a:lnSpc>
              <a:spcBef>
                <a:spcPts val="0"/>
              </a:spcBef>
              <a:spcAft>
                <a:spcPts val="0"/>
              </a:spcAft>
              <a:buSzPts val="2600"/>
              <a:buFont typeface="DS Indigo"/>
              <a:buNone/>
              <a:defRPr sz="2600">
                <a:latin typeface="DS Indigo"/>
                <a:ea typeface="DS Indigo"/>
                <a:cs typeface="DS Indigo"/>
                <a:sym typeface="DS Indigo"/>
              </a:defRPr>
            </a:lvl2pPr>
            <a:lvl3pPr lvl="2">
              <a:lnSpc>
                <a:spcPct val="100000"/>
              </a:lnSpc>
              <a:spcBef>
                <a:spcPts val="0"/>
              </a:spcBef>
              <a:spcAft>
                <a:spcPts val="0"/>
              </a:spcAft>
              <a:buSzPts val="2600"/>
              <a:buFont typeface="DS Indigo"/>
              <a:buNone/>
              <a:defRPr sz="2600">
                <a:latin typeface="DS Indigo"/>
                <a:ea typeface="DS Indigo"/>
                <a:cs typeface="DS Indigo"/>
                <a:sym typeface="DS Indigo"/>
              </a:defRPr>
            </a:lvl3pPr>
            <a:lvl4pPr lvl="3">
              <a:lnSpc>
                <a:spcPct val="100000"/>
              </a:lnSpc>
              <a:spcBef>
                <a:spcPts val="0"/>
              </a:spcBef>
              <a:spcAft>
                <a:spcPts val="0"/>
              </a:spcAft>
              <a:buSzPts val="2600"/>
              <a:buFont typeface="DS Indigo"/>
              <a:buNone/>
              <a:defRPr sz="2600">
                <a:latin typeface="DS Indigo"/>
                <a:ea typeface="DS Indigo"/>
                <a:cs typeface="DS Indigo"/>
                <a:sym typeface="DS Indigo"/>
              </a:defRPr>
            </a:lvl4pPr>
            <a:lvl5pPr lvl="4">
              <a:lnSpc>
                <a:spcPct val="100000"/>
              </a:lnSpc>
              <a:spcBef>
                <a:spcPts val="0"/>
              </a:spcBef>
              <a:spcAft>
                <a:spcPts val="0"/>
              </a:spcAft>
              <a:buSzPts val="2600"/>
              <a:buFont typeface="DS Indigo"/>
              <a:buNone/>
              <a:defRPr sz="2600">
                <a:latin typeface="DS Indigo"/>
                <a:ea typeface="DS Indigo"/>
                <a:cs typeface="DS Indigo"/>
                <a:sym typeface="DS Indigo"/>
              </a:defRPr>
            </a:lvl5pPr>
            <a:lvl6pPr lvl="5">
              <a:lnSpc>
                <a:spcPct val="100000"/>
              </a:lnSpc>
              <a:spcBef>
                <a:spcPts val="0"/>
              </a:spcBef>
              <a:spcAft>
                <a:spcPts val="0"/>
              </a:spcAft>
              <a:buSzPts val="2600"/>
              <a:buFont typeface="DS Indigo"/>
              <a:buNone/>
              <a:defRPr sz="2600">
                <a:latin typeface="DS Indigo"/>
                <a:ea typeface="DS Indigo"/>
                <a:cs typeface="DS Indigo"/>
                <a:sym typeface="DS Indigo"/>
              </a:defRPr>
            </a:lvl6pPr>
            <a:lvl7pPr lvl="6">
              <a:lnSpc>
                <a:spcPct val="100000"/>
              </a:lnSpc>
              <a:spcBef>
                <a:spcPts val="0"/>
              </a:spcBef>
              <a:spcAft>
                <a:spcPts val="0"/>
              </a:spcAft>
              <a:buSzPts val="2600"/>
              <a:buFont typeface="DS Indigo"/>
              <a:buNone/>
              <a:defRPr sz="2600">
                <a:latin typeface="DS Indigo"/>
                <a:ea typeface="DS Indigo"/>
                <a:cs typeface="DS Indigo"/>
                <a:sym typeface="DS Indigo"/>
              </a:defRPr>
            </a:lvl7pPr>
            <a:lvl8pPr lvl="7">
              <a:lnSpc>
                <a:spcPct val="100000"/>
              </a:lnSpc>
              <a:spcBef>
                <a:spcPts val="0"/>
              </a:spcBef>
              <a:spcAft>
                <a:spcPts val="0"/>
              </a:spcAft>
              <a:buSzPts val="2600"/>
              <a:buFont typeface="DS Indigo"/>
              <a:buNone/>
              <a:defRPr sz="2600">
                <a:latin typeface="DS Indigo"/>
                <a:ea typeface="DS Indigo"/>
                <a:cs typeface="DS Indigo"/>
                <a:sym typeface="DS Indigo"/>
              </a:defRPr>
            </a:lvl8pPr>
            <a:lvl9pPr lvl="8">
              <a:lnSpc>
                <a:spcPct val="100000"/>
              </a:lnSpc>
              <a:spcBef>
                <a:spcPts val="0"/>
              </a:spcBef>
              <a:spcAft>
                <a:spcPts val="0"/>
              </a:spcAft>
              <a:buSzPts val="2600"/>
              <a:buFont typeface="DS Indigo"/>
              <a:buNone/>
              <a:defRPr sz="2600">
                <a:latin typeface="DS Indigo"/>
                <a:ea typeface="DS Indigo"/>
                <a:cs typeface="DS Indigo"/>
                <a:sym typeface="DS Indigo"/>
              </a:defRPr>
            </a:lvl9pPr>
          </a:lstStyle>
          <a:p>
            <a:endParaRPr/>
          </a:p>
        </p:txBody>
      </p:sp>
      <p:sp>
        <p:nvSpPr>
          <p:cNvPr id="1103" name="Google Shape;1103;p89"/>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None/>
              <a:defRPr sz="1000">
                <a:solidFill>
                  <a:schemeClr val="dk1"/>
                </a:solidFill>
              </a:defRPr>
            </a:lvl1pPr>
            <a:lvl2pPr lvl="1">
              <a:lnSpc>
                <a:spcPct val="100000"/>
              </a:lnSpc>
              <a:spcBef>
                <a:spcPts val="0"/>
              </a:spcBef>
              <a:spcAft>
                <a:spcPts val="0"/>
              </a:spcAft>
              <a:buClr>
                <a:schemeClr val="dk1"/>
              </a:buClr>
              <a:buSzPts val="1000"/>
              <a:buNone/>
              <a:defRPr>
                <a:solidFill>
                  <a:schemeClr val="dk1"/>
                </a:solidFill>
              </a:defRPr>
            </a:lvl2pPr>
            <a:lvl3pPr lvl="2">
              <a:lnSpc>
                <a:spcPct val="100000"/>
              </a:lnSpc>
              <a:spcBef>
                <a:spcPts val="0"/>
              </a:spcBef>
              <a:spcAft>
                <a:spcPts val="0"/>
              </a:spcAft>
              <a:buClr>
                <a:schemeClr val="dk1"/>
              </a:buClr>
              <a:buSzPts val="1000"/>
              <a:buNone/>
              <a:defRPr>
                <a:solidFill>
                  <a:schemeClr val="dk1"/>
                </a:solidFill>
              </a:defRPr>
            </a:lvl3pPr>
            <a:lvl4pPr lvl="3">
              <a:lnSpc>
                <a:spcPct val="100000"/>
              </a:lnSpc>
              <a:spcBef>
                <a:spcPts val="0"/>
              </a:spcBef>
              <a:spcAft>
                <a:spcPts val="0"/>
              </a:spcAft>
              <a:buClr>
                <a:schemeClr val="dk1"/>
              </a:buClr>
              <a:buSzPts val="1000"/>
              <a:buNone/>
              <a:defRPr>
                <a:solidFill>
                  <a:schemeClr val="dk1"/>
                </a:solidFill>
              </a:defRPr>
            </a:lvl4pPr>
            <a:lvl5pPr lvl="4">
              <a:lnSpc>
                <a:spcPct val="100000"/>
              </a:lnSpc>
              <a:spcBef>
                <a:spcPts val="0"/>
              </a:spcBef>
              <a:spcAft>
                <a:spcPts val="0"/>
              </a:spcAft>
              <a:buClr>
                <a:schemeClr val="dk1"/>
              </a:buClr>
              <a:buSzPts val="1000"/>
              <a:buNone/>
              <a:defRPr>
                <a:solidFill>
                  <a:schemeClr val="dk1"/>
                </a:solidFill>
              </a:defRPr>
            </a:lvl5pPr>
            <a:lvl6pPr lvl="5">
              <a:lnSpc>
                <a:spcPct val="100000"/>
              </a:lnSpc>
              <a:spcBef>
                <a:spcPts val="0"/>
              </a:spcBef>
              <a:spcAft>
                <a:spcPts val="0"/>
              </a:spcAft>
              <a:buClr>
                <a:schemeClr val="dk1"/>
              </a:buClr>
              <a:buSzPts val="1000"/>
              <a:buNone/>
              <a:defRPr>
                <a:solidFill>
                  <a:schemeClr val="dk1"/>
                </a:solidFill>
              </a:defRPr>
            </a:lvl6pPr>
            <a:lvl7pPr lvl="6">
              <a:lnSpc>
                <a:spcPct val="100000"/>
              </a:lnSpc>
              <a:spcBef>
                <a:spcPts val="0"/>
              </a:spcBef>
              <a:spcAft>
                <a:spcPts val="0"/>
              </a:spcAft>
              <a:buClr>
                <a:schemeClr val="dk1"/>
              </a:buClr>
              <a:buSzPts val="1000"/>
              <a:buNone/>
              <a:defRPr>
                <a:solidFill>
                  <a:schemeClr val="dk1"/>
                </a:solidFill>
              </a:defRPr>
            </a:lvl7pPr>
            <a:lvl8pPr lvl="7">
              <a:lnSpc>
                <a:spcPct val="100000"/>
              </a:lnSpc>
              <a:spcBef>
                <a:spcPts val="0"/>
              </a:spcBef>
              <a:spcAft>
                <a:spcPts val="0"/>
              </a:spcAft>
              <a:buClr>
                <a:schemeClr val="dk1"/>
              </a:buClr>
              <a:buSzPts val="1000"/>
              <a:buNone/>
              <a:defRPr>
                <a:solidFill>
                  <a:schemeClr val="dk1"/>
                </a:solidFill>
              </a:defRPr>
            </a:lvl8pPr>
            <a:lvl9pPr lvl="8">
              <a:lnSpc>
                <a:spcPct val="100000"/>
              </a:lnSpc>
              <a:spcBef>
                <a:spcPts val="0"/>
              </a:spcBef>
              <a:spcAft>
                <a:spcPts val="0"/>
              </a:spcAft>
              <a:buClr>
                <a:schemeClr val="dk1"/>
              </a:buClr>
              <a:buSzPts val="1000"/>
              <a:buNone/>
              <a:defRPr>
                <a:solidFill>
                  <a:schemeClr val="dk1"/>
                </a:solidFill>
              </a:defRPr>
            </a:lvl9pPr>
          </a:lstStyle>
          <a:p>
            <a:endParaRPr/>
          </a:p>
        </p:txBody>
      </p:sp>
      <p:sp>
        <p:nvSpPr>
          <p:cNvPr id="1104" name="Google Shape;1104;p89"/>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verview Cobalt">
  <p:cSld name="SECTION_HEADER_1_3_1_1_1">
    <p:spTree>
      <p:nvGrpSpPr>
        <p:cNvPr id="1" name="Shape 1105"/>
        <p:cNvGrpSpPr/>
        <p:nvPr/>
      </p:nvGrpSpPr>
      <p:grpSpPr>
        <a:xfrm>
          <a:off x="0" y="0"/>
          <a:ext cx="0" cy="0"/>
          <a:chOff x="0" y="0"/>
          <a:chExt cx="0" cy="0"/>
        </a:xfrm>
      </p:grpSpPr>
      <p:sp>
        <p:nvSpPr>
          <p:cNvPr id="1106" name="Google Shape;1106;p90"/>
          <p:cNvSpPr/>
          <p:nvPr/>
        </p:nvSpPr>
        <p:spPr>
          <a:xfrm flipH="1">
            <a:off x="1797600" y="611075"/>
            <a:ext cx="7368600" cy="4532700"/>
          </a:xfrm>
          <a:prstGeom prst="round1Rect">
            <a:avLst>
              <a:gd name="adj" fmla="val 751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107" name="Google Shape;1107;p90"/>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3200"/>
              <a:buNone/>
              <a:defRPr>
                <a:solidFill>
                  <a:schemeClr val="lt1"/>
                </a:solidFill>
              </a:defRPr>
            </a:lvl1pPr>
            <a:lvl2pPr lvl="1">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9pPr>
          </a:lstStyle>
          <a:p>
            <a:endParaRPr/>
          </a:p>
        </p:txBody>
      </p:sp>
      <p:sp>
        <p:nvSpPr>
          <p:cNvPr id="1108" name="Google Shape;1108;p90"/>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Clr>
                <a:schemeClr val="lt1"/>
              </a:buClr>
              <a:buSzPts val="1000"/>
              <a:buNone/>
              <a:defRPr>
                <a:solidFill>
                  <a:schemeClr val="lt1"/>
                </a:solidFill>
              </a:defRPr>
            </a:lvl2pPr>
            <a:lvl3pPr lvl="2">
              <a:lnSpc>
                <a:spcPct val="100000"/>
              </a:lnSpc>
              <a:spcBef>
                <a:spcPts val="0"/>
              </a:spcBef>
              <a:spcAft>
                <a:spcPts val="0"/>
              </a:spcAft>
              <a:buClr>
                <a:schemeClr val="lt1"/>
              </a:buClr>
              <a:buSzPts val="1000"/>
              <a:buNone/>
              <a:defRPr>
                <a:solidFill>
                  <a:schemeClr val="lt1"/>
                </a:solidFill>
              </a:defRPr>
            </a:lvl3pPr>
            <a:lvl4pPr lvl="3">
              <a:lnSpc>
                <a:spcPct val="100000"/>
              </a:lnSpc>
              <a:spcBef>
                <a:spcPts val="0"/>
              </a:spcBef>
              <a:spcAft>
                <a:spcPts val="0"/>
              </a:spcAft>
              <a:buClr>
                <a:schemeClr val="lt1"/>
              </a:buClr>
              <a:buSzPts val="1000"/>
              <a:buNone/>
              <a:defRPr>
                <a:solidFill>
                  <a:schemeClr val="lt1"/>
                </a:solidFill>
              </a:defRPr>
            </a:lvl4pPr>
            <a:lvl5pPr lvl="4">
              <a:lnSpc>
                <a:spcPct val="100000"/>
              </a:lnSpc>
              <a:spcBef>
                <a:spcPts val="0"/>
              </a:spcBef>
              <a:spcAft>
                <a:spcPts val="0"/>
              </a:spcAft>
              <a:buClr>
                <a:schemeClr val="lt1"/>
              </a:buClr>
              <a:buSzPts val="1000"/>
              <a:buNone/>
              <a:defRPr>
                <a:solidFill>
                  <a:schemeClr val="lt1"/>
                </a:solidFill>
              </a:defRPr>
            </a:lvl5pPr>
            <a:lvl6pPr lvl="5">
              <a:lnSpc>
                <a:spcPct val="100000"/>
              </a:lnSpc>
              <a:spcBef>
                <a:spcPts val="0"/>
              </a:spcBef>
              <a:spcAft>
                <a:spcPts val="0"/>
              </a:spcAft>
              <a:buClr>
                <a:schemeClr val="lt1"/>
              </a:buClr>
              <a:buSzPts val="1000"/>
              <a:buNone/>
              <a:defRPr>
                <a:solidFill>
                  <a:schemeClr val="lt1"/>
                </a:solidFill>
              </a:defRPr>
            </a:lvl6pPr>
            <a:lvl7pPr lvl="6">
              <a:lnSpc>
                <a:spcPct val="100000"/>
              </a:lnSpc>
              <a:spcBef>
                <a:spcPts val="0"/>
              </a:spcBef>
              <a:spcAft>
                <a:spcPts val="0"/>
              </a:spcAft>
              <a:buClr>
                <a:schemeClr val="lt1"/>
              </a:buClr>
              <a:buSzPts val="1000"/>
              <a:buNone/>
              <a:defRPr>
                <a:solidFill>
                  <a:schemeClr val="lt1"/>
                </a:solidFill>
              </a:defRPr>
            </a:lvl7pPr>
            <a:lvl8pPr lvl="7">
              <a:lnSpc>
                <a:spcPct val="100000"/>
              </a:lnSpc>
              <a:spcBef>
                <a:spcPts val="0"/>
              </a:spcBef>
              <a:spcAft>
                <a:spcPts val="0"/>
              </a:spcAft>
              <a:buClr>
                <a:schemeClr val="lt1"/>
              </a:buClr>
              <a:buSzPts val="1000"/>
              <a:buNone/>
              <a:defRPr>
                <a:solidFill>
                  <a:schemeClr val="lt1"/>
                </a:solidFill>
              </a:defRPr>
            </a:lvl8pPr>
            <a:lvl9pPr lvl="8">
              <a:lnSpc>
                <a:spcPct val="100000"/>
              </a:lnSpc>
              <a:spcBef>
                <a:spcPts val="0"/>
              </a:spcBef>
              <a:spcAft>
                <a:spcPts val="0"/>
              </a:spcAft>
              <a:buClr>
                <a:schemeClr val="lt1"/>
              </a:buClr>
              <a:buSzPts val="1000"/>
              <a:buNone/>
              <a:defRPr>
                <a:solidFill>
                  <a:schemeClr val="lt1"/>
                </a:solidFill>
              </a:defRPr>
            </a:lvl9pPr>
          </a:lstStyle>
          <a:p>
            <a:endParaRPr/>
          </a:p>
        </p:txBody>
      </p:sp>
      <p:sp>
        <p:nvSpPr>
          <p:cNvPr id="1109" name="Google Shape;1109;p9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110" name="Google Shape;1110;p90"/>
          <p:cNvSpPr/>
          <p:nvPr/>
        </p:nvSpPr>
        <p:spPr>
          <a:xfrm>
            <a:off x="228600" y="276225"/>
            <a:ext cx="24099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90"/>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verview Deep Violet">
  <p:cSld name="SECTION_HEADER_1_3_1_1_1_1">
    <p:spTree>
      <p:nvGrpSpPr>
        <p:cNvPr id="1" name="Shape 1112"/>
        <p:cNvGrpSpPr/>
        <p:nvPr/>
      </p:nvGrpSpPr>
      <p:grpSpPr>
        <a:xfrm>
          <a:off x="0" y="0"/>
          <a:ext cx="0" cy="0"/>
          <a:chOff x="0" y="0"/>
          <a:chExt cx="0" cy="0"/>
        </a:xfrm>
      </p:grpSpPr>
      <p:sp>
        <p:nvSpPr>
          <p:cNvPr id="1113" name="Google Shape;1113;p91"/>
          <p:cNvSpPr/>
          <p:nvPr/>
        </p:nvSpPr>
        <p:spPr>
          <a:xfrm>
            <a:off x="228600" y="276225"/>
            <a:ext cx="24099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91"/>
          <p:cNvSpPr/>
          <p:nvPr/>
        </p:nvSpPr>
        <p:spPr>
          <a:xfrm flipH="1">
            <a:off x="1797600" y="611075"/>
            <a:ext cx="7368600" cy="4532700"/>
          </a:xfrm>
          <a:prstGeom prst="round1Rect">
            <a:avLst>
              <a:gd name="adj" fmla="val 751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115" name="Google Shape;1115;p91"/>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3200"/>
              <a:buNone/>
              <a:defRPr>
                <a:solidFill>
                  <a:schemeClr val="lt1"/>
                </a:solidFill>
              </a:defRPr>
            </a:lvl1pPr>
            <a:lvl2pPr lvl="1">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2pPr>
            <a:lvl3pPr lvl="2">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3pPr>
            <a:lvl4pPr lvl="3">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4pPr>
            <a:lvl5pPr lvl="4">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5pPr>
            <a:lvl6pPr lvl="5">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6pPr>
            <a:lvl7pPr lvl="6">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7pPr>
            <a:lvl8pPr lvl="7">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8pPr>
            <a:lvl9pPr lvl="8">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9pPr>
          </a:lstStyle>
          <a:p>
            <a:endParaRPr/>
          </a:p>
        </p:txBody>
      </p:sp>
      <p:sp>
        <p:nvSpPr>
          <p:cNvPr id="1116" name="Google Shape;1116;p91"/>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Clr>
                <a:schemeClr val="lt1"/>
              </a:buClr>
              <a:buSzPts val="1000"/>
              <a:buNone/>
              <a:defRPr>
                <a:solidFill>
                  <a:schemeClr val="lt1"/>
                </a:solidFill>
              </a:defRPr>
            </a:lvl2pPr>
            <a:lvl3pPr lvl="2">
              <a:lnSpc>
                <a:spcPct val="100000"/>
              </a:lnSpc>
              <a:spcBef>
                <a:spcPts val="0"/>
              </a:spcBef>
              <a:spcAft>
                <a:spcPts val="0"/>
              </a:spcAft>
              <a:buClr>
                <a:schemeClr val="lt1"/>
              </a:buClr>
              <a:buSzPts val="1000"/>
              <a:buNone/>
              <a:defRPr>
                <a:solidFill>
                  <a:schemeClr val="lt1"/>
                </a:solidFill>
              </a:defRPr>
            </a:lvl3pPr>
            <a:lvl4pPr lvl="3">
              <a:lnSpc>
                <a:spcPct val="100000"/>
              </a:lnSpc>
              <a:spcBef>
                <a:spcPts val="0"/>
              </a:spcBef>
              <a:spcAft>
                <a:spcPts val="0"/>
              </a:spcAft>
              <a:buClr>
                <a:schemeClr val="lt1"/>
              </a:buClr>
              <a:buSzPts val="1000"/>
              <a:buNone/>
              <a:defRPr>
                <a:solidFill>
                  <a:schemeClr val="lt1"/>
                </a:solidFill>
              </a:defRPr>
            </a:lvl4pPr>
            <a:lvl5pPr lvl="4">
              <a:lnSpc>
                <a:spcPct val="100000"/>
              </a:lnSpc>
              <a:spcBef>
                <a:spcPts val="0"/>
              </a:spcBef>
              <a:spcAft>
                <a:spcPts val="0"/>
              </a:spcAft>
              <a:buClr>
                <a:schemeClr val="lt1"/>
              </a:buClr>
              <a:buSzPts val="1000"/>
              <a:buNone/>
              <a:defRPr>
                <a:solidFill>
                  <a:schemeClr val="lt1"/>
                </a:solidFill>
              </a:defRPr>
            </a:lvl5pPr>
            <a:lvl6pPr lvl="5">
              <a:lnSpc>
                <a:spcPct val="100000"/>
              </a:lnSpc>
              <a:spcBef>
                <a:spcPts val="0"/>
              </a:spcBef>
              <a:spcAft>
                <a:spcPts val="0"/>
              </a:spcAft>
              <a:buClr>
                <a:schemeClr val="lt1"/>
              </a:buClr>
              <a:buSzPts val="1000"/>
              <a:buNone/>
              <a:defRPr>
                <a:solidFill>
                  <a:schemeClr val="lt1"/>
                </a:solidFill>
              </a:defRPr>
            </a:lvl6pPr>
            <a:lvl7pPr lvl="6">
              <a:lnSpc>
                <a:spcPct val="100000"/>
              </a:lnSpc>
              <a:spcBef>
                <a:spcPts val="0"/>
              </a:spcBef>
              <a:spcAft>
                <a:spcPts val="0"/>
              </a:spcAft>
              <a:buClr>
                <a:schemeClr val="lt1"/>
              </a:buClr>
              <a:buSzPts val="1000"/>
              <a:buNone/>
              <a:defRPr>
                <a:solidFill>
                  <a:schemeClr val="lt1"/>
                </a:solidFill>
              </a:defRPr>
            </a:lvl7pPr>
            <a:lvl8pPr lvl="7">
              <a:lnSpc>
                <a:spcPct val="100000"/>
              </a:lnSpc>
              <a:spcBef>
                <a:spcPts val="0"/>
              </a:spcBef>
              <a:spcAft>
                <a:spcPts val="0"/>
              </a:spcAft>
              <a:buClr>
                <a:schemeClr val="lt1"/>
              </a:buClr>
              <a:buSzPts val="1000"/>
              <a:buNone/>
              <a:defRPr>
                <a:solidFill>
                  <a:schemeClr val="lt1"/>
                </a:solidFill>
              </a:defRPr>
            </a:lvl8pPr>
            <a:lvl9pPr lvl="8">
              <a:lnSpc>
                <a:spcPct val="100000"/>
              </a:lnSpc>
              <a:spcBef>
                <a:spcPts val="0"/>
              </a:spcBef>
              <a:spcAft>
                <a:spcPts val="0"/>
              </a:spcAft>
              <a:buClr>
                <a:schemeClr val="lt1"/>
              </a:buClr>
              <a:buSzPts val="1000"/>
              <a:buNone/>
              <a:defRPr>
                <a:solidFill>
                  <a:schemeClr val="lt1"/>
                </a:solidFill>
              </a:defRPr>
            </a:lvl9pPr>
          </a:lstStyle>
          <a:p>
            <a:endParaRPr/>
          </a:p>
        </p:txBody>
      </p:sp>
      <p:sp>
        <p:nvSpPr>
          <p:cNvPr id="1117" name="Google Shape;1117;p9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verview Inkwell">
  <p:cSld name="SECTION_HEADER_1_3_1_1_1_1_1">
    <p:spTree>
      <p:nvGrpSpPr>
        <p:cNvPr id="1" name="Shape 1118"/>
        <p:cNvGrpSpPr/>
        <p:nvPr/>
      </p:nvGrpSpPr>
      <p:grpSpPr>
        <a:xfrm>
          <a:off x="0" y="0"/>
          <a:ext cx="0" cy="0"/>
          <a:chOff x="0" y="0"/>
          <a:chExt cx="0" cy="0"/>
        </a:xfrm>
      </p:grpSpPr>
      <p:sp>
        <p:nvSpPr>
          <p:cNvPr id="1119" name="Google Shape;1119;p92"/>
          <p:cNvSpPr/>
          <p:nvPr/>
        </p:nvSpPr>
        <p:spPr>
          <a:xfrm>
            <a:off x="228600" y="276225"/>
            <a:ext cx="2409900" cy="31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92"/>
          <p:cNvSpPr/>
          <p:nvPr/>
        </p:nvSpPr>
        <p:spPr>
          <a:xfrm flipH="1">
            <a:off x="1797600" y="611075"/>
            <a:ext cx="7368600" cy="4532700"/>
          </a:xfrm>
          <a:prstGeom prst="round1Rect">
            <a:avLst>
              <a:gd name="adj" fmla="val 751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121" name="Google Shape;1121;p92"/>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3200"/>
              <a:buNone/>
              <a:defRPr>
                <a:solidFill>
                  <a:schemeClr val="lt1"/>
                </a:solidFill>
              </a:defRPr>
            </a:lvl1pPr>
            <a:lvl2pPr lvl="1">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9pPr>
          </a:lstStyle>
          <a:p>
            <a:endParaRPr/>
          </a:p>
        </p:txBody>
      </p:sp>
      <p:sp>
        <p:nvSpPr>
          <p:cNvPr id="1122" name="Google Shape;1122;p92"/>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1000"/>
              <a:buNone/>
              <a:defRPr sz="1000">
                <a:solidFill>
                  <a:schemeClr val="lt1"/>
                </a:solidFill>
              </a:defRPr>
            </a:lvl1pPr>
            <a:lvl2pPr lvl="1">
              <a:lnSpc>
                <a:spcPct val="100000"/>
              </a:lnSpc>
              <a:spcBef>
                <a:spcPts val="0"/>
              </a:spcBef>
              <a:spcAft>
                <a:spcPts val="0"/>
              </a:spcAft>
              <a:buClr>
                <a:schemeClr val="lt1"/>
              </a:buClr>
              <a:buSzPts val="1000"/>
              <a:buNone/>
              <a:defRPr>
                <a:solidFill>
                  <a:schemeClr val="lt1"/>
                </a:solidFill>
              </a:defRPr>
            </a:lvl2pPr>
            <a:lvl3pPr lvl="2">
              <a:lnSpc>
                <a:spcPct val="100000"/>
              </a:lnSpc>
              <a:spcBef>
                <a:spcPts val="0"/>
              </a:spcBef>
              <a:spcAft>
                <a:spcPts val="0"/>
              </a:spcAft>
              <a:buClr>
                <a:schemeClr val="lt1"/>
              </a:buClr>
              <a:buSzPts val="1000"/>
              <a:buNone/>
              <a:defRPr>
                <a:solidFill>
                  <a:schemeClr val="lt1"/>
                </a:solidFill>
              </a:defRPr>
            </a:lvl3pPr>
            <a:lvl4pPr lvl="3">
              <a:lnSpc>
                <a:spcPct val="100000"/>
              </a:lnSpc>
              <a:spcBef>
                <a:spcPts val="0"/>
              </a:spcBef>
              <a:spcAft>
                <a:spcPts val="0"/>
              </a:spcAft>
              <a:buClr>
                <a:schemeClr val="lt1"/>
              </a:buClr>
              <a:buSzPts val="1000"/>
              <a:buNone/>
              <a:defRPr>
                <a:solidFill>
                  <a:schemeClr val="lt1"/>
                </a:solidFill>
              </a:defRPr>
            </a:lvl4pPr>
            <a:lvl5pPr lvl="4">
              <a:lnSpc>
                <a:spcPct val="100000"/>
              </a:lnSpc>
              <a:spcBef>
                <a:spcPts val="0"/>
              </a:spcBef>
              <a:spcAft>
                <a:spcPts val="0"/>
              </a:spcAft>
              <a:buClr>
                <a:schemeClr val="lt1"/>
              </a:buClr>
              <a:buSzPts val="1000"/>
              <a:buNone/>
              <a:defRPr>
                <a:solidFill>
                  <a:schemeClr val="lt1"/>
                </a:solidFill>
              </a:defRPr>
            </a:lvl5pPr>
            <a:lvl6pPr lvl="5">
              <a:lnSpc>
                <a:spcPct val="100000"/>
              </a:lnSpc>
              <a:spcBef>
                <a:spcPts val="0"/>
              </a:spcBef>
              <a:spcAft>
                <a:spcPts val="0"/>
              </a:spcAft>
              <a:buClr>
                <a:schemeClr val="lt1"/>
              </a:buClr>
              <a:buSzPts val="1000"/>
              <a:buNone/>
              <a:defRPr>
                <a:solidFill>
                  <a:schemeClr val="lt1"/>
                </a:solidFill>
              </a:defRPr>
            </a:lvl6pPr>
            <a:lvl7pPr lvl="6">
              <a:lnSpc>
                <a:spcPct val="100000"/>
              </a:lnSpc>
              <a:spcBef>
                <a:spcPts val="0"/>
              </a:spcBef>
              <a:spcAft>
                <a:spcPts val="0"/>
              </a:spcAft>
              <a:buClr>
                <a:schemeClr val="lt1"/>
              </a:buClr>
              <a:buSzPts val="1000"/>
              <a:buNone/>
              <a:defRPr>
                <a:solidFill>
                  <a:schemeClr val="lt1"/>
                </a:solidFill>
              </a:defRPr>
            </a:lvl7pPr>
            <a:lvl8pPr lvl="7">
              <a:lnSpc>
                <a:spcPct val="100000"/>
              </a:lnSpc>
              <a:spcBef>
                <a:spcPts val="0"/>
              </a:spcBef>
              <a:spcAft>
                <a:spcPts val="0"/>
              </a:spcAft>
              <a:buClr>
                <a:schemeClr val="lt1"/>
              </a:buClr>
              <a:buSzPts val="1000"/>
              <a:buNone/>
              <a:defRPr>
                <a:solidFill>
                  <a:schemeClr val="lt1"/>
                </a:solidFill>
              </a:defRPr>
            </a:lvl8pPr>
            <a:lvl9pPr lvl="8">
              <a:lnSpc>
                <a:spcPct val="100000"/>
              </a:lnSpc>
              <a:spcBef>
                <a:spcPts val="0"/>
              </a:spcBef>
              <a:spcAft>
                <a:spcPts val="0"/>
              </a:spcAft>
              <a:buClr>
                <a:schemeClr val="lt1"/>
              </a:buClr>
              <a:buSzPts val="1000"/>
              <a:buNone/>
              <a:defRPr>
                <a:solidFill>
                  <a:schemeClr val="lt1"/>
                </a:solidFill>
              </a:defRPr>
            </a:lvl9pPr>
          </a:lstStyle>
          <a:p>
            <a:endParaRPr/>
          </a:p>
        </p:txBody>
      </p:sp>
      <p:sp>
        <p:nvSpPr>
          <p:cNvPr id="1123" name="Google Shape;1123;p9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p:cSld name="SECTION_HEADER_2_1_1_1">
    <p:spTree>
      <p:nvGrpSpPr>
        <p:cNvPr id="1" name="Shape 1124"/>
        <p:cNvGrpSpPr/>
        <p:nvPr/>
      </p:nvGrpSpPr>
      <p:grpSpPr>
        <a:xfrm>
          <a:off x="0" y="0"/>
          <a:ext cx="0" cy="0"/>
          <a:chOff x="0" y="0"/>
          <a:chExt cx="0" cy="0"/>
        </a:xfrm>
      </p:grpSpPr>
      <p:sp>
        <p:nvSpPr>
          <p:cNvPr id="1125" name="Google Shape;1125;p9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26" name="Google Shape;1126;p93"/>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Subtitle">
  <p:cSld name="SECTION_HEADER_2_1_1_1_1">
    <p:spTree>
      <p:nvGrpSpPr>
        <p:cNvPr id="1" name="Shape 1127"/>
        <p:cNvGrpSpPr/>
        <p:nvPr/>
      </p:nvGrpSpPr>
      <p:grpSpPr>
        <a:xfrm>
          <a:off x="0" y="0"/>
          <a:ext cx="0" cy="0"/>
          <a:chOff x="0" y="0"/>
          <a:chExt cx="0" cy="0"/>
        </a:xfrm>
      </p:grpSpPr>
      <p:sp>
        <p:nvSpPr>
          <p:cNvPr id="1128" name="Google Shape;1128;p94"/>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1129" name="Google Shape;1129;p9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30" name="Google Shape;1130;p94"/>
          <p:cNvSpPr txBox="1">
            <a:spLocks noGrp="1"/>
          </p:cNvSpPr>
          <p:nvPr>
            <p:ph type="subTitle" idx="1"/>
          </p:nvPr>
        </p:nvSpPr>
        <p:spPr>
          <a:xfrm>
            <a:off x="357400" y="2526575"/>
            <a:ext cx="2643000" cy="220200"/>
          </a:xfrm>
          <a:prstGeom prst="rect">
            <a:avLst/>
          </a:prstGeom>
          <a:noFill/>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p:cSld name="SECTION_HEADER_2_1_1_2">
    <p:spTree>
      <p:nvGrpSpPr>
        <p:cNvPr id="1" name="Shape 1131"/>
        <p:cNvGrpSpPr/>
        <p:nvPr/>
      </p:nvGrpSpPr>
      <p:grpSpPr>
        <a:xfrm>
          <a:off x="0" y="0"/>
          <a:ext cx="0" cy="0"/>
          <a:chOff x="0" y="0"/>
          <a:chExt cx="0" cy="0"/>
        </a:xfrm>
      </p:grpSpPr>
      <p:sp>
        <p:nvSpPr>
          <p:cNvPr id="1132" name="Google Shape;1132;p9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33" name="Google Shape;1133;p95"/>
          <p:cNvSpPr txBox="1">
            <a:spLocks noGrp="1"/>
          </p:cNvSpPr>
          <p:nvPr>
            <p:ph type="body" idx="1"/>
          </p:nvPr>
        </p:nvSpPr>
        <p:spPr>
          <a:xfrm>
            <a:off x="3252375" y="1240600"/>
            <a:ext cx="5548800" cy="3128400"/>
          </a:xfrm>
          <a:prstGeom prst="rect">
            <a:avLst/>
          </a:prstGeom>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Char char="●"/>
              <a:defRPr>
                <a:solidFill>
                  <a:schemeClr val="dk1"/>
                </a:solidFill>
              </a:defRPr>
            </a:lvl1pPr>
            <a:lvl2pPr marL="914400" lvl="1" indent="-292100">
              <a:lnSpc>
                <a:spcPct val="120000"/>
              </a:lnSpc>
              <a:spcBef>
                <a:spcPts val="0"/>
              </a:spcBef>
              <a:spcAft>
                <a:spcPts val="0"/>
              </a:spcAft>
              <a:buClr>
                <a:schemeClr val="dk1"/>
              </a:buClr>
              <a:buSzPts val="1000"/>
              <a:buChar char="○"/>
              <a:defRPr>
                <a:solidFill>
                  <a:schemeClr val="dk1"/>
                </a:solidFill>
              </a:defRPr>
            </a:lvl2pPr>
            <a:lvl3pPr marL="1371600" lvl="2" indent="-292100">
              <a:lnSpc>
                <a:spcPct val="120000"/>
              </a:lnSpc>
              <a:spcBef>
                <a:spcPts val="0"/>
              </a:spcBef>
              <a:spcAft>
                <a:spcPts val="0"/>
              </a:spcAft>
              <a:buClr>
                <a:schemeClr val="dk1"/>
              </a:buClr>
              <a:buSzPts val="1000"/>
              <a:buChar char="■"/>
              <a:defRPr>
                <a:solidFill>
                  <a:schemeClr val="dk1"/>
                </a:solidFill>
              </a:defRPr>
            </a:lvl3pPr>
            <a:lvl4pPr marL="1828800" lvl="3" indent="-292100">
              <a:lnSpc>
                <a:spcPct val="120000"/>
              </a:lnSpc>
              <a:spcBef>
                <a:spcPts val="0"/>
              </a:spcBef>
              <a:spcAft>
                <a:spcPts val="0"/>
              </a:spcAft>
              <a:buClr>
                <a:schemeClr val="dk1"/>
              </a:buClr>
              <a:buSzPts val="1000"/>
              <a:buChar char="●"/>
              <a:defRPr>
                <a:solidFill>
                  <a:schemeClr val="dk1"/>
                </a:solidFill>
              </a:defRPr>
            </a:lvl4pPr>
            <a:lvl5pPr marL="2286000" lvl="4" indent="-292100">
              <a:lnSpc>
                <a:spcPct val="120000"/>
              </a:lnSpc>
              <a:spcBef>
                <a:spcPts val="0"/>
              </a:spcBef>
              <a:spcAft>
                <a:spcPts val="0"/>
              </a:spcAft>
              <a:buClr>
                <a:schemeClr val="dk1"/>
              </a:buClr>
              <a:buSzPts val="1000"/>
              <a:buChar char="○"/>
              <a:defRPr>
                <a:solidFill>
                  <a:schemeClr val="dk1"/>
                </a:solidFill>
              </a:defRPr>
            </a:lvl5pPr>
            <a:lvl6pPr marL="2743200" lvl="5" indent="-292100">
              <a:lnSpc>
                <a:spcPct val="120000"/>
              </a:lnSpc>
              <a:spcBef>
                <a:spcPts val="0"/>
              </a:spcBef>
              <a:spcAft>
                <a:spcPts val="0"/>
              </a:spcAft>
              <a:buClr>
                <a:schemeClr val="dk1"/>
              </a:buClr>
              <a:buSzPts val="1000"/>
              <a:buChar char="■"/>
              <a:defRPr>
                <a:solidFill>
                  <a:schemeClr val="dk1"/>
                </a:solidFill>
              </a:defRPr>
            </a:lvl6pPr>
            <a:lvl7pPr marL="3200400" lvl="6" indent="-292100">
              <a:lnSpc>
                <a:spcPct val="120000"/>
              </a:lnSpc>
              <a:spcBef>
                <a:spcPts val="0"/>
              </a:spcBef>
              <a:spcAft>
                <a:spcPts val="0"/>
              </a:spcAft>
              <a:buClr>
                <a:schemeClr val="dk1"/>
              </a:buClr>
              <a:buSzPts val="1000"/>
              <a:buChar char="●"/>
              <a:defRPr>
                <a:solidFill>
                  <a:schemeClr val="dk1"/>
                </a:solidFill>
              </a:defRPr>
            </a:lvl7pPr>
            <a:lvl8pPr marL="3657600" lvl="7" indent="-292100">
              <a:lnSpc>
                <a:spcPct val="120000"/>
              </a:lnSpc>
              <a:spcBef>
                <a:spcPts val="0"/>
              </a:spcBef>
              <a:spcAft>
                <a:spcPts val="0"/>
              </a:spcAft>
              <a:buClr>
                <a:schemeClr val="dk1"/>
              </a:buClr>
              <a:buSzPts val="1000"/>
              <a:buChar char="○"/>
              <a:defRPr>
                <a:solidFill>
                  <a:schemeClr val="dk1"/>
                </a:solidFill>
              </a:defRPr>
            </a:lvl8pPr>
            <a:lvl9pPr marL="4114800" lvl="8" indent="-292100">
              <a:lnSpc>
                <a:spcPct val="120000"/>
              </a:lnSpc>
              <a:spcBef>
                <a:spcPts val="0"/>
              </a:spcBef>
              <a:spcAft>
                <a:spcPts val="0"/>
              </a:spcAft>
              <a:buClr>
                <a:schemeClr val="dk1"/>
              </a:buClr>
              <a:buSzPts val="1000"/>
              <a:buChar char="■"/>
              <a:defRPr>
                <a:solidFill>
                  <a:schemeClr val="dk1"/>
                </a:solidFill>
              </a:defRPr>
            </a:lvl9pPr>
          </a:lstStyle>
          <a:p>
            <a:endParaRPr/>
          </a:p>
        </p:txBody>
      </p:sp>
      <p:sp>
        <p:nvSpPr>
          <p:cNvPr id="1134" name="Google Shape;1134;p95"/>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Body Flood">
  <p:cSld name="SECTION_HEADER_2_1_1_2_2">
    <p:spTree>
      <p:nvGrpSpPr>
        <p:cNvPr id="1" name="Shape 1135"/>
        <p:cNvGrpSpPr/>
        <p:nvPr/>
      </p:nvGrpSpPr>
      <p:grpSpPr>
        <a:xfrm>
          <a:off x="0" y="0"/>
          <a:ext cx="0" cy="0"/>
          <a:chOff x="0" y="0"/>
          <a:chExt cx="0" cy="0"/>
        </a:xfrm>
      </p:grpSpPr>
      <p:sp>
        <p:nvSpPr>
          <p:cNvPr id="1136" name="Google Shape;1136;p96"/>
          <p:cNvSpPr/>
          <p:nvPr/>
        </p:nvSpPr>
        <p:spPr>
          <a:xfrm flipH="1">
            <a:off x="3252375" y="1045475"/>
            <a:ext cx="5891700" cy="4098300"/>
          </a:xfrm>
          <a:prstGeom prst="round1Rect">
            <a:avLst>
              <a:gd name="adj" fmla="val 756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137" name="Google Shape;1137;p96"/>
          <p:cNvSpPr txBox="1">
            <a:spLocks noGrp="1"/>
          </p:cNvSpPr>
          <p:nvPr>
            <p:ph type="subTitle" idx="1"/>
          </p:nvPr>
        </p:nvSpPr>
        <p:spPr>
          <a:xfrm>
            <a:off x="3403500" y="1143100"/>
            <a:ext cx="5397600" cy="3323400"/>
          </a:xfrm>
          <a:prstGeom prst="rect">
            <a:avLst/>
          </a:prstGeom>
          <a:noFill/>
        </p:spPr>
        <p:txBody>
          <a:bodyPr spcFirstLastPara="1" wrap="square" lIns="182875" tIns="182875" rIns="365750" bIns="182875" anchor="t" anchorCtr="0">
            <a:noAutofit/>
          </a:bodyPr>
          <a:lstStyle>
            <a:lvl1pPr lvl="0">
              <a:lnSpc>
                <a:spcPct val="120000"/>
              </a:lnSpc>
              <a:spcBef>
                <a:spcPts val="0"/>
              </a:spcBef>
              <a:spcAft>
                <a:spcPts val="0"/>
              </a:spcAft>
              <a:buSzPts val="1600"/>
              <a:buNone/>
              <a:defRPr/>
            </a:lvl1pPr>
            <a:lvl2pPr lvl="1">
              <a:lnSpc>
                <a:spcPct val="120000"/>
              </a:lnSpc>
              <a:spcBef>
                <a:spcPts val="0"/>
              </a:spcBef>
              <a:spcAft>
                <a:spcPts val="0"/>
              </a:spcAft>
              <a:buSzPts val="1600"/>
              <a:buNone/>
              <a:defRPr sz="1600"/>
            </a:lvl2pPr>
            <a:lvl3pPr lvl="2">
              <a:lnSpc>
                <a:spcPct val="120000"/>
              </a:lnSpc>
              <a:spcBef>
                <a:spcPts val="0"/>
              </a:spcBef>
              <a:spcAft>
                <a:spcPts val="0"/>
              </a:spcAft>
              <a:buSzPts val="1600"/>
              <a:buNone/>
              <a:defRPr sz="1600"/>
            </a:lvl3pPr>
            <a:lvl4pPr lvl="3">
              <a:lnSpc>
                <a:spcPct val="120000"/>
              </a:lnSpc>
              <a:spcBef>
                <a:spcPts val="0"/>
              </a:spcBef>
              <a:spcAft>
                <a:spcPts val="0"/>
              </a:spcAft>
              <a:buSzPts val="1600"/>
              <a:buNone/>
              <a:defRPr sz="1600"/>
            </a:lvl4pPr>
            <a:lvl5pPr lvl="4">
              <a:lnSpc>
                <a:spcPct val="120000"/>
              </a:lnSpc>
              <a:spcBef>
                <a:spcPts val="0"/>
              </a:spcBef>
              <a:spcAft>
                <a:spcPts val="0"/>
              </a:spcAft>
              <a:buSzPts val="1600"/>
              <a:buNone/>
              <a:defRPr sz="1600"/>
            </a:lvl5pPr>
            <a:lvl6pPr lvl="5">
              <a:lnSpc>
                <a:spcPct val="120000"/>
              </a:lnSpc>
              <a:spcBef>
                <a:spcPts val="0"/>
              </a:spcBef>
              <a:spcAft>
                <a:spcPts val="0"/>
              </a:spcAft>
              <a:buSzPts val="1600"/>
              <a:buNone/>
              <a:defRPr sz="1600"/>
            </a:lvl6pPr>
            <a:lvl7pPr lvl="6">
              <a:lnSpc>
                <a:spcPct val="120000"/>
              </a:lnSpc>
              <a:spcBef>
                <a:spcPts val="0"/>
              </a:spcBef>
              <a:spcAft>
                <a:spcPts val="0"/>
              </a:spcAft>
              <a:buSzPts val="1600"/>
              <a:buNone/>
              <a:defRPr sz="1600"/>
            </a:lvl7pPr>
            <a:lvl8pPr lvl="7">
              <a:lnSpc>
                <a:spcPct val="120000"/>
              </a:lnSpc>
              <a:spcBef>
                <a:spcPts val="0"/>
              </a:spcBef>
              <a:spcAft>
                <a:spcPts val="0"/>
              </a:spcAft>
              <a:buSzPts val="1600"/>
              <a:buNone/>
              <a:defRPr sz="1600"/>
            </a:lvl8pPr>
            <a:lvl9pPr lvl="8">
              <a:lnSpc>
                <a:spcPct val="120000"/>
              </a:lnSpc>
              <a:spcBef>
                <a:spcPts val="0"/>
              </a:spcBef>
              <a:spcAft>
                <a:spcPts val="0"/>
              </a:spcAft>
              <a:buSzPts val="1600"/>
              <a:buNone/>
              <a:defRPr sz="1600"/>
            </a:lvl9pPr>
          </a:lstStyle>
          <a:p>
            <a:endParaRPr/>
          </a:p>
        </p:txBody>
      </p:sp>
      <p:sp>
        <p:nvSpPr>
          <p:cNvPr id="1138" name="Google Shape;1138;p9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39" name="Google Shape;1139;p96"/>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1140" name="Google Shape;1140;p96"/>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2 Column Body">
  <p:cSld name="SECTION_HEADER_2_1_1_2_1">
    <p:spTree>
      <p:nvGrpSpPr>
        <p:cNvPr id="1" name="Shape 1141"/>
        <p:cNvGrpSpPr/>
        <p:nvPr/>
      </p:nvGrpSpPr>
      <p:grpSpPr>
        <a:xfrm>
          <a:off x="0" y="0"/>
          <a:ext cx="0" cy="0"/>
          <a:chOff x="0" y="0"/>
          <a:chExt cx="0" cy="0"/>
        </a:xfrm>
      </p:grpSpPr>
      <p:sp>
        <p:nvSpPr>
          <p:cNvPr id="1142" name="Google Shape;1142;p9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43" name="Google Shape;1143;p97"/>
          <p:cNvSpPr txBox="1">
            <a:spLocks noGrp="1"/>
          </p:cNvSpPr>
          <p:nvPr>
            <p:ph type="body" idx="1"/>
          </p:nvPr>
        </p:nvSpPr>
        <p:spPr>
          <a:xfrm>
            <a:off x="3252375" y="1240636"/>
            <a:ext cx="2643000" cy="2805600"/>
          </a:xfrm>
          <a:prstGeom prst="rect">
            <a:avLst/>
          </a:prstGeom>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Char char="●"/>
              <a:defRPr>
                <a:solidFill>
                  <a:schemeClr val="dk1"/>
                </a:solidFill>
              </a:defRPr>
            </a:lvl1pPr>
            <a:lvl2pPr marL="914400" lvl="1" indent="-292100">
              <a:lnSpc>
                <a:spcPct val="120000"/>
              </a:lnSpc>
              <a:spcBef>
                <a:spcPts val="0"/>
              </a:spcBef>
              <a:spcAft>
                <a:spcPts val="0"/>
              </a:spcAft>
              <a:buClr>
                <a:schemeClr val="dk1"/>
              </a:buClr>
              <a:buSzPts val="1000"/>
              <a:buChar char="○"/>
              <a:defRPr>
                <a:solidFill>
                  <a:schemeClr val="dk1"/>
                </a:solidFill>
              </a:defRPr>
            </a:lvl2pPr>
            <a:lvl3pPr marL="1371600" lvl="2" indent="-292100">
              <a:lnSpc>
                <a:spcPct val="120000"/>
              </a:lnSpc>
              <a:spcBef>
                <a:spcPts val="0"/>
              </a:spcBef>
              <a:spcAft>
                <a:spcPts val="0"/>
              </a:spcAft>
              <a:buClr>
                <a:schemeClr val="dk1"/>
              </a:buClr>
              <a:buSzPts val="1000"/>
              <a:buChar char="■"/>
              <a:defRPr>
                <a:solidFill>
                  <a:schemeClr val="dk1"/>
                </a:solidFill>
              </a:defRPr>
            </a:lvl3pPr>
            <a:lvl4pPr marL="1828800" lvl="3" indent="-292100">
              <a:lnSpc>
                <a:spcPct val="120000"/>
              </a:lnSpc>
              <a:spcBef>
                <a:spcPts val="0"/>
              </a:spcBef>
              <a:spcAft>
                <a:spcPts val="0"/>
              </a:spcAft>
              <a:buClr>
                <a:schemeClr val="dk1"/>
              </a:buClr>
              <a:buSzPts val="1000"/>
              <a:buChar char="●"/>
              <a:defRPr>
                <a:solidFill>
                  <a:schemeClr val="dk1"/>
                </a:solidFill>
              </a:defRPr>
            </a:lvl4pPr>
            <a:lvl5pPr marL="2286000" lvl="4" indent="-292100">
              <a:lnSpc>
                <a:spcPct val="120000"/>
              </a:lnSpc>
              <a:spcBef>
                <a:spcPts val="0"/>
              </a:spcBef>
              <a:spcAft>
                <a:spcPts val="0"/>
              </a:spcAft>
              <a:buClr>
                <a:schemeClr val="dk1"/>
              </a:buClr>
              <a:buSzPts val="1000"/>
              <a:buChar char="○"/>
              <a:defRPr>
                <a:solidFill>
                  <a:schemeClr val="dk1"/>
                </a:solidFill>
              </a:defRPr>
            </a:lvl5pPr>
            <a:lvl6pPr marL="2743200" lvl="5" indent="-292100">
              <a:lnSpc>
                <a:spcPct val="120000"/>
              </a:lnSpc>
              <a:spcBef>
                <a:spcPts val="0"/>
              </a:spcBef>
              <a:spcAft>
                <a:spcPts val="0"/>
              </a:spcAft>
              <a:buClr>
                <a:schemeClr val="dk1"/>
              </a:buClr>
              <a:buSzPts val="1000"/>
              <a:buChar char="■"/>
              <a:defRPr>
                <a:solidFill>
                  <a:schemeClr val="dk1"/>
                </a:solidFill>
              </a:defRPr>
            </a:lvl6pPr>
            <a:lvl7pPr marL="3200400" lvl="6" indent="-292100">
              <a:lnSpc>
                <a:spcPct val="120000"/>
              </a:lnSpc>
              <a:spcBef>
                <a:spcPts val="0"/>
              </a:spcBef>
              <a:spcAft>
                <a:spcPts val="0"/>
              </a:spcAft>
              <a:buClr>
                <a:schemeClr val="dk1"/>
              </a:buClr>
              <a:buSzPts val="1000"/>
              <a:buChar char="●"/>
              <a:defRPr>
                <a:solidFill>
                  <a:schemeClr val="dk1"/>
                </a:solidFill>
              </a:defRPr>
            </a:lvl7pPr>
            <a:lvl8pPr marL="3657600" lvl="7" indent="-292100">
              <a:lnSpc>
                <a:spcPct val="120000"/>
              </a:lnSpc>
              <a:spcBef>
                <a:spcPts val="0"/>
              </a:spcBef>
              <a:spcAft>
                <a:spcPts val="0"/>
              </a:spcAft>
              <a:buClr>
                <a:schemeClr val="dk1"/>
              </a:buClr>
              <a:buSzPts val="1000"/>
              <a:buChar char="○"/>
              <a:defRPr>
                <a:solidFill>
                  <a:schemeClr val="dk1"/>
                </a:solidFill>
              </a:defRPr>
            </a:lvl8pPr>
            <a:lvl9pPr marL="4114800" lvl="8" indent="-292100">
              <a:lnSpc>
                <a:spcPct val="120000"/>
              </a:lnSpc>
              <a:spcBef>
                <a:spcPts val="0"/>
              </a:spcBef>
              <a:spcAft>
                <a:spcPts val="0"/>
              </a:spcAft>
              <a:buClr>
                <a:schemeClr val="dk1"/>
              </a:buClr>
              <a:buSzPts val="1000"/>
              <a:buChar char="■"/>
              <a:defRPr>
                <a:solidFill>
                  <a:schemeClr val="dk1"/>
                </a:solidFill>
              </a:defRPr>
            </a:lvl9pPr>
          </a:lstStyle>
          <a:p>
            <a:endParaRPr/>
          </a:p>
        </p:txBody>
      </p:sp>
      <p:sp>
        <p:nvSpPr>
          <p:cNvPr id="1144" name="Google Shape;1144;p97"/>
          <p:cNvSpPr txBox="1">
            <a:spLocks noGrp="1"/>
          </p:cNvSpPr>
          <p:nvPr>
            <p:ph type="body" idx="2"/>
          </p:nvPr>
        </p:nvSpPr>
        <p:spPr>
          <a:xfrm>
            <a:off x="6160050" y="1240600"/>
            <a:ext cx="2643000" cy="2805600"/>
          </a:xfrm>
          <a:prstGeom prst="rect">
            <a:avLst/>
          </a:prstGeom>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Char char="●"/>
              <a:defRPr>
                <a:solidFill>
                  <a:schemeClr val="dk1"/>
                </a:solidFill>
              </a:defRPr>
            </a:lvl1pPr>
            <a:lvl2pPr marL="914400" lvl="1" indent="-292100">
              <a:lnSpc>
                <a:spcPct val="120000"/>
              </a:lnSpc>
              <a:spcBef>
                <a:spcPts val="0"/>
              </a:spcBef>
              <a:spcAft>
                <a:spcPts val="0"/>
              </a:spcAft>
              <a:buClr>
                <a:schemeClr val="dk1"/>
              </a:buClr>
              <a:buSzPts val="1000"/>
              <a:buChar char="○"/>
              <a:defRPr>
                <a:solidFill>
                  <a:schemeClr val="dk1"/>
                </a:solidFill>
              </a:defRPr>
            </a:lvl2pPr>
            <a:lvl3pPr marL="1371600" lvl="2" indent="-292100">
              <a:lnSpc>
                <a:spcPct val="120000"/>
              </a:lnSpc>
              <a:spcBef>
                <a:spcPts val="0"/>
              </a:spcBef>
              <a:spcAft>
                <a:spcPts val="0"/>
              </a:spcAft>
              <a:buClr>
                <a:schemeClr val="dk1"/>
              </a:buClr>
              <a:buSzPts val="1000"/>
              <a:buChar char="■"/>
              <a:defRPr>
                <a:solidFill>
                  <a:schemeClr val="dk1"/>
                </a:solidFill>
              </a:defRPr>
            </a:lvl3pPr>
            <a:lvl4pPr marL="1828800" lvl="3" indent="-292100">
              <a:lnSpc>
                <a:spcPct val="120000"/>
              </a:lnSpc>
              <a:spcBef>
                <a:spcPts val="0"/>
              </a:spcBef>
              <a:spcAft>
                <a:spcPts val="0"/>
              </a:spcAft>
              <a:buClr>
                <a:schemeClr val="dk1"/>
              </a:buClr>
              <a:buSzPts val="1000"/>
              <a:buChar char="●"/>
              <a:defRPr>
                <a:solidFill>
                  <a:schemeClr val="dk1"/>
                </a:solidFill>
              </a:defRPr>
            </a:lvl4pPr>
            <a:lvl5pPr marL="2286000" lvl="4" indent="-292100">
              <a:lnSpc>
                <a:spcPct val="120000"/>
              </a:lnSpc>
              <a:spcBef>
                <a:spcPts val="0"/>
              </a:spcBef>
              <a:spcAft>
                <a:spcPts val="0"/>
              </a:spcAft>
              <a:buClr>
                <a:schemeClr val="dk1"/>
              </a:buClr>
              <a:buSzPts val="1000"/>
              <a:buChar char="○"/>
              <a:defRPr>
                <a:solidFill>
                  <a:schemeClr val="dk1"/>
                </a:solidFill>
              </a:defRPr>
            </a:lvl5pPr>
            <a:lvl6pPr marL="2743200" lvl="5" indent="-292100">
              <a:lnSpc>
                <a:spcPct val="120000"/>
              </a:lnSpc>
              <a:spcBef>
                <a:spcPts val="0"/>
              </a:spcBef>
              <a:spcAft>
                <a:spcPts val="0"/>
              </a:spcAft>
              <a:buClr>
                <a:schemeClr val="dk1"/>
              </a:buClr>
              <a:buSzPts val="1000"/>
              <a:buChar char="■"/>
              <a:defRPr>
                <a:solidFill>
                  <a:schemeClr val="dk1"/>
                </a:solidFill>
              </a:defRPr>
            </a:lvl6pPr>
            <a:lvl7pPr marL="3200400" lvl="6" indent="-292100">
              <a:lnSpc>
                <a:spcPct val="120000"/>
              </a:lnSpc>
              <a:spcBef>
                <a:spcPts val="0"/>
              </a:spcBef>
              <a:spcAft>
                <a:spcPts val="0"/>
              </a:spcAft>
              <a:buClr>
                <a:schemeClr val="dk1"/>
              </a:buClr>
              <a:buSzPts val="1000"/>
              <a:buChar char="●"/>
              <a:defRPr>
                <a:solidFill>
                  <a:schemeClr val="dk1"/>
                </a:solidFill>
              </a:defRPr>
            </a:lvl7pPr>
            <a:lvl8pPr marL="3657600" lvl="7" indent="-292100">
              <a:lnSpc>
                <a:spcPct val="120000"/>
              </a:lnSpc>
              <a:spcBef>
                <a:spcPts val="0"/>
              </a:spcBef>
              <a:spcAft>
                <a:spcPts val="0"/>
              </a:spcAft>
              <a:buClr>
                <a:schemeClr val="dk1"/>
              </a:buClr>
              <a:buSzPts val="1000"/>
              <a:buChar char="○"/>
              <a:defRPr>
                <a:solidFill>
                  <a:schemeClr val="dk1"/>
                </a:solidFill>
              </a:defRPr>
            </a:lvl8pPr>
            <a:lvl9pPr marL="4114800" lvl="8" indent="-292100">
              <a:lnSpc>
                <a:spcPct val="120000"/>
              </a:lnSpc>
              <a:spcBef>
                <a:spcPts val="0"/>
              </a:spcBef>
              <a:spcAft>
                <a:spcPts val="0"/>
              </a:spcAft>
              <a:buClr>
                <a:schemeClr val="dk1"/>
              </a:buClr>
              <a:buSzPts val="1000"/>
              <a:buChar char="■"/>
              <a:defRPr>
                <a:solidFill>
                  <a:schemeClr val="dk1"/>
                </a:solidFill>
              </a:defRPr>
            </a:lvl9pPr>
          </a:lstStyle>
          <a:p>
            <a:endParaRPr/>
          </a:p>
        </p:txBody>
      </p:sp>
      <p:sp>
        <p:nvSpPr>
          <p:cNvPr id="1145" name="Google Shape;1145;p97"/>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 Subtitle / 2 Column Body">
  <p:cSld name="SECTION_HEADER_2_1_1_2_1_1">
    <p:spTree>
      <p:nvGrpSpPr>
        <p:cNvPr id="1" name="Shape 1146"/>
        <p:cNvGrpSpPr/>
        <p:nvPr/>
      </p:nvGrpSpPr>
      <p:grpSpPr>
        <a:xfrm>
          <a:off x="0" y="0"/>
          <a:ext cx="0" cy="0"/>
          <a:chOff x="0" y="0"/>
          <a:chExt cx="0" cy="0"/>
        </a:xfrm>
      </p:grpSpPr>
      <p:sp>
        <p:nvSpPr>
          <p:cNvPr id="1147" name="Google Shape;1147;p9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48" name="Google Shape;1148;p98"/>
          <p:cNvSpPr txBox="1">
            <a:spLocks noGrp="1"/>
          </p:cNvSpPr>
          <p:nvPr>
            <p:ph type="body" idx="1"/>
          </p:nvPr>
        </p:nvSpPr>
        <p:spPr>
          <a:xfrm>
            <a:off x="3252375" y="1240636"/>
            <a:ext cx="2643000" cy="2805600"/>
          </a:xfrm>
          <a:prstGeom prst="rect">
            <a:avLst/>
          </a:prstGeom>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Char char="●"/>
              <a:defRPr>
                <a:solidFill>
                  <a:schemeClr val="dk1"/>
                </a:solidFill>
              </a:defRPr>
            </a:lvl1pPr>
            <a:lvl2pPr marL="914400" lvl="1" indent="-292100">
              <a:lnSpc>
                <a:spcPct val="120000"/>
              </a:lnSpc>
              <a:spcBef>
                <a:spcPts val="0"/>
              </a:spcBef>
              <a:spcAft>
                <a:spcPts val="0"/>
              </a:spcAft>
              <a:buClr>
                <a:schemeClr val="dk1"/>
              </a:buClr>
              <a:buSzPts val="1000"/>
              <a:buChar char="○"/>
              <a:defRPr>
                <a:solidFill>
                  <a:schemeClr val="dk1"/>
                </a:solidFill>
              </a:defRPr>
            </a:lvl2pPr>
            <a:lvl3pPr marL="1371600" lvl="2" indent="-292100">
              <a:lnSpc>
                <a:spcPct val="120000"/>
              </a:lnSpc>
              <a:spcBef>
                <a:spcPts val="0"/>
              </a:spcBef>
              <a:spcAft>
                <a:spcPts val="0"/>
              </a:spcAft>
              <a:buClr>
                <a:schemeClr val="dk1"/>
              </a:buClr>
              <a:buSzPts val="1000"/>
              <a:buChar char="■"/>
              <a:defRPr>
                <a:solidFill>
                  <a:schemeClr val="dk1"/>
                </a:solidFill>
              </a:defRPr>
            </a:lvl3pPr>
            <a:lvl4pPr marL="1828800" lvl="3" indent="-292100">
              <a:lnSpc>
                <a:spcPct val="120000"/>
              </a:lnSpc>
              <a:spcBef>
                <a:spcPts val="0"/>
              </a:spcBef>
              <a:spcAft>
                <a:spcPts val="0"/>
              </a:spcAft>
              <a:buClr>
                <a:schemeClr val="dk1"/>
              </a:buClr>
              <a:buSzPts val="1000"/>
              <a:buChar char="●"/>
              <a:defRPr>
                <a:solidFill>
                  <a:schemeClr val="dk1"/>
                </a:solidFill>
              </a:defRPr>
            </a:lvl4pPr>
            <a:lvl5pPr marL="2286000" lvl="4" indent="-292100">
              <a:lnSpc>
                <a:spcPct val="120000"/>
              </a:lnSpc>
              <a:spcBef>
                <a:spcPts val="0"/>
              </a:spcBef>
              <a:spcAft>
                <a:spcPts val="0"/>
              </a:spcAft>
              <a:buClr>
                <a:schemeClr val="dk1"/>
              </a:buClr>
              <a:buSzPts val="1000"/>
              <a:buChar char="○"/>
              <a:defRPr>
                <a:solidFill>
                  <a:schemeClr val="dk1"/>
                </a:solidFill>
              </a:defRPr>
            </a:lvl5pPr>
            <a:lvl6pPr marL="2743200" lvl="5" indent="-292100">
              <a:lnSpc>
                <a:spcPct val="120000"/>
              </a:lnSpc>
              <a:spcBef>
                <a:spcPts val="0"/>
              </a:spcBef>
              <a:spcAft>
                <a:spcPts val="0"/>
              </a:spcAft>
              <a:buClr>
                <a:schemeClr val="dk1"/>
              </a:buClr>
              <a:buSzPts val="1000"/>
              <a:buChar char="■"/>
              <a:defRPr>
                <a:solidFill>
                  <a:schemeClr val="dk1"/>
                </a:solidFill>
              </a:defRPr>
            </a:lvl6pPr>
            <a:lvl7pPr marL="3200400" lvl="6" indent="-292100">
              <a:lnSpc>
                <a:spcPct val="120000"/>
              </a:lnSpc>
              <a:spcBef>
                <a:spcPts val="0"/>
              </a:spcBef>
              <a:spcAft>
                <a:spcPts val="0"/>
              </a:spcAft>
              <a:buClr>
                <a:schemeClr val="dk1"/>
              </a:buClr>
              <a:buSzPts val="1000"/>
              <a:buChar char="●"/>
              <a:defRPr>
                <a:solidFill>
                  <a:schemeClr val="dk1"/>
                </a:solidFill>
              </a:defRPr>
            </a:lvl7pPr>
            <a:lvl8pPr marL="3657600" lvl="7" indent="-292100">
              <a:lnSpc>
                <a:spcPct val="120000"/>
              </a:lnSpc>
              <a:spcBef>
                <a:spcPts val="0"/>
              </a:spcBef>
              <a:spcAft>
                <a:spcPts val="0"/>
              </a:spcAft>
              <a:buClr>
                <a:schemeClr val="dk1"/>
              </a:buClr>
              <a:buSzPts val="1000"/>
              <a:buChar char="○"/>
              <a:defRPr>
                <a:solidFill>
                  <a:schemeClr val="dk1"/>
                </a:solidFill>
              </a:defRPr>
            </a:lvl8pPr>
            <a:lvl9pPr marL="4114800" lvl="8" indent="-292100">
              <a:lnSpc>
                <a:spcPct val="120000"/>
              </a:lnSpc>
              <a:spcBef>
                <a:spcPts val="0"/>
              </a:spcBef>
              <a:spcAft>
                <a:spcPts val="0"/>
              </a:spcAft>
              <a:buClr>
                <a:schemeClr val="dk1"/>
              </a:buClr>
              <a:buSzPts val="1000"/>
              <a:buChar char="■"/>
              <a:defRPr>
                <a:solidFill>
                  <a:schemeClr val="dk1"/>
                </a:solidFill>
              </a:defRPr>
            </a:lvl9pPr>
          </a:lstStyle>
          <a:p>
            <a:endParaRPr/>
          </a:p>
        </p:txBody>
      </p:sp>
      <p:sp>
        <p:nvSpPr>
          <p:cNvPr id="1149" name="Google Shape;1149;p98"/>
          <p:cNvSpPr txBox="1">
            <a:spLocks noGrp="1"/>
          </p:cNvSpPr>
          <p:nvPr>
            <p:ph type="body" idx="2"/>
          </p:nvPr>
        </p:nvSpPr>
        <p:spPr>
          <a:xfrm>
            <a:off x="6160050" y="1240600"/>
            <a:ext cx="2643000" cy="2805600"/>
          </a:xfrm>
          <a:prstGeom prst="rect">
            <a:avLst/>
          </a:prstGeom>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Char char="●"/>
              <a:defRPr>
                <a:solidFill>
                  <a:schemeClr val="dk1"/>
                </a:solidFill>
              </a:defRPr>
            </a:lvl1pPr>
            <a:lvl2pPr marL="914400" lvl="1" indent="-292100">
              <a:lnSpc>
                <a:spcPct val="120000"/>
              </a:lnSpc>
              <a:spcBef>
                <a:spcPts val="0"/>
              </a:spcBef>
              <a:spcAft>
                <a:spcPts val="0"/>
              </a:spcAft>
              <a:buClr>
                <a:schemeClr val="dk1"/>
              </a:buClr>
              <a:buSzPts val="1000"/>
              <a:buChar char="○"/>
              <a:defRPr>
                <a:solidFill>
                  <a:schemeClr val="dk1"/>
                </a:solidFill>
              </a:defRPr>
            </a:lvl2pPr>
            <a:lvl3pPr marL="1371600" lvl="2" indent="-292100">
              <a:lnSpc>
                <a:spcPct val="120000"/>
              </a:lnSpc>
              <a:spcBef>
                <a:spcPts val="0"/>
              </a:spcBef>
              <a:spcAft>
                <a:spcPts val="0"/>
              </a:spcAft>
              <a:buClr>
                <a:schemeClr val="dk1"/>
              </a:buClr>
              <a:buSzPts val="1000"/>
              <a:buChar char="■"/>
              <a:defRPr>
                <a:solidFill>
                  <a:schemeClr val="dk1"/>
                </a:solidFill>
              </a:defRPr>
            </a:lvl3pPr>
            <a:lvl4pPr marL="1828800" lvl="3" indent="-292100">
              <a:lnSpc>
                <a:spcPct val="120000"/>
              </a:lnSpc>
              <a:spcBef>
                <a:spcPts val="0"/>
              </a:spcBef>
              <a:spcAft>
                <a:spcPts val="0"/>
              </a:spcAft>
              <a:buClr>
                <a:schemeClr val="dk1"/>
              </a:buClr>
              <a:buSzPts val="1000"/>
              <a:buChar char="●"/>
              <a:defRPr>
                <a:solidFill>
                  <a:schemeClr val="dk1"/>
                </a:solidFill>
              </a:defRPr>
            </a:lvl4pPr>
            <a:lvl5pPr marL="2286000" lvl="4" indent="-292100">
              <a:lnSpc>
                <a:spcPct val="120000"/>
              </a:lnSpc>
              <a:spcBef>
                <a:spcPts val="0"/>
              </a:spcBef>
              <a:spcAft>
                <a:spcPts val="0"/>
              </a:spcAft>
              <a:buClr>
                <a:schemeClr val="dk1"/>
              </a:buClr>
              <a:buSzPts val="1000"/>
              <a:buChar char="○"/>
              <a:defRPr>
                <a:solidFill>
                  <a:schemeClr val="dk1"/>
                </a:solidFill>
              </a:defRPr>
            </a:lvl5pPr>
            <a:lvl6pPr marL="2743200" lvl="5" indent="-292100">
              <a:lnSpc>
                <a:spcPct val="120000"/>
              </a:lnSpc>
              <a:spcBef>
                <a:spcPts val="0"/>
              </a:spcBef>
              <a:spcAft>
                <a:spcPts val="0"/>
              </a:spcAft>
              <a:buClr>
                <a:schemeClr val="dk1"/>
              </a:buClr>
              <a:buSzPts val="1000"/>
              <a:buChar char="■"/>
              <a:defRPr>
                <a:solidFill>
                  <a:schemeClr val="dk1"/>
                </a:solidFill>
              </a:defRPr>
            </a:lvl6pPr>
            <a:lvl7pPr marL="3200400" lvl="6" indent="-292100">
              <a:lnSpc>
                <a:spcPct val="120000"/>
              </a:lnSpc>
              <a:spcBef>
                <a:spcPts val="0"/>
              </a:spcBef>
              <a:spcAft>
                <a:spcPts val="0"/>
              </a:spcAft>
              <a:buClr>
                <a:schemeClr val="dk1"/>
              </a:buClr>
              <a:buSzPts val="1000"/>
              <a:buChar char="●"/>
              <a:defRPr>
                <a:solidFill>
                  <a:schemeClr val="dk1"/>
                </a:solidFill>
              </a:defRPr>
            </a:lvl7pPr>
            <a:lvl8pPr marL="3657600" lvl="7" indent="-292100">
              <a:lnSpc>
                <a:spcPct val="120000"/>
              </a:lnSpc>
              <a:spcBef>
                <a:spcPts val="0"/>
              </a:spcBef>
              <a:spcAft>
                <a:spcPts val="0"/>
              </a:spcAft>
              <a:buClr>
                <a:schemeClr val="dk1"/>
              </a:buClr>
              <a:buSzPts val="1000"/>
              <a:buChar char="○"/>
              <a:defRPr>
                <a:solidFill>
                  <a:schemeClr val="dk1"/>
                </a:solidFill>
              </a:defRPr>
            </a:lvl8pPr>
            <a:lvl9pPr marL="4114800" lvl="8" indent="-292100">
              <a:lnSpc>
                <a:spcPct val="120000"/>
              </a:lnSpc>
              <a:spcBef>
                <a:spcPts val="0"/>
              </a:spcBef>
              <a:spcAft>
                <a:spcPts val="0"/>
              </a:spcAft>
              <a:buClr>
                <a:schemeClr val="dk1"/>
              </a:buClr>
              <a:buSzPts val="1000"/>
              <a:buChar char="■"/>
              <a:defRPr>
                <a:solidFill>
                  <a:schemeClr val="dk1"/>
                </a:solidFill>
              </a:defRPr>
            </a:lvl9pPr>
          </a:lstStyle>
          <a:p>
            <a:endParaRPr/>
          </a:p>
        </p:txBody>
      </p:sp>
      <p:sp>
        <p:nvSpPr>
          <p:cNvPr id="1150" name="Google Shape;1150;p98"/>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1151" name="Google Shape;1151;p98"/>
          <p:cNvSpPr txBox="1">
            <a:spLocks noGrp="1"/>
          </p:cNvSpPr>
          <p:nvPr>
            <p:ph type="subTitle" idx="3"/>
          </p:nvPr>
        </p:nvSpPr>
        <p:spPr>
          <a:xfrm>
            <a:off x="357400" y="2533300"/>
            <a:ext cx="2643000" cy="220200"/>
          </a:xfrm>
          <a:prstGeom prst="rect">
            <a:avLst/>
          </a:prstGeom>
          <a:noFill/>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Subtitle / 2 Column Icon">
  <p:cSld name="SECTION_HEADER_2_1_1_2_1_1_1">
    <p:spTree>
      <p:nvGrpSpPr>
        <p:cNvPr id="1" name="Shape 1152"/>
        <p:cNvGrpSpPr/>
        <p:nvPr/>
      </p:nvGrpSpPr>
      <p:grpSpPr>
        <a:xfrm>
          <a:off x="0" y="0"/>
          <a:ext cx="0" cy="0"/>
          <a:chOff x="0" y="0"/>
          <a:chExt cx="0" cy="0"/>
        </a:xfrm>
      </p:grpSpPr>
      <p:sp>
        <p:nvSpPr>
          <p:cNvPr id="1153" name="Google Shape;1153;p99"/>
          <p:cNvSpPr>
            <a:spLocks noGrp="1"/>
          </p:cNvSpPr>
          <p:nvPr>
            <p:ph type="pic" idx="2"/>
          </p:nvPr>
        </p:nvSpPr>
        <p:spPr>
          <a:xfrm>
            <a:off x="3252383" y="552442"/>
            <a:ext cx="610500" cy="600900"/>
          </a:xfrm>
          <a:prstGeom prst="roundRect">
            <a:avLst>
              <a:gd name="adj" fmla="val 8482"/>
            </a:avLst>
          </a:prstGeom>
          <a:noFill/>
          <a:ln>
            <a:noFill/>
          </a:ln>
        </p:spPr>
      </p:sp>
      <p:sp>
        <p:nvSpPr>
          <p:cNvPr id="1154" name="Google Shape;1154;p9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55" name="Google Shape;1155;p99"/>
          <p:cNvSpPr txBox="1">
            <a:spLocks noGrp="1"/>
          </p:cNvSpPr>
          <p:nvPr>
            <p:ph type="body" idx="1"/>
          </p:nvPr>
        </p:nvSpPr>
        <p:spPr>
          <a:xfrm>
            <a:off x="3252375" y="1240636"/>
            <a:ext cx="2643000" cy="2805600"/>
          </a:xfrm>
          <a:prstGeom prst="rect">
            <a:avLst/>
          </a:prstGeom>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Char char="●"/>
              <a:defRPr>
                <a:solidFill>
                  <a:schemeClr val="dk1"/>
                </a:solidFill>
              </a:defRPr>
            </a:lvl1pPr>
            <a:lvl2pPr marL="914400" lvl="1" indent="-292100">
              <a:lnSpc>
                <a:spcPct val="120000"/>
              </a:lnSpc>
              <a:spcBef>
                <a:spcPts val="0"/>
              </a:spcBef>
              <a:spcAft>
                <a:spcPts val="0"/>
              </a:spcAft>
              <a:buClr>
                <a:schemeClr val="dk1"/>
              </a:buClr>
              <a:buSzPts val="1000"/>
              <a:buChar char="○"/>
              <a:defRPr>
                <a:solidFill>
                  <a:schemeClr val="dk1"/>
                </a:solidFill>
              </a:defRPr>
            </a:lvl2pPr>
            <a:lvl3pPr marL="1371600" lvl="2" indent="-292100">
              <a:lnSpc>
                <a:spcPct val="120000"/>
              </a:lnSpc>
              <a:spcBef>
                <a:spcPts val="0"/>
              </a:spcBef>
              <a:spcAft>
                <a:spcPts val="0"/>
              </a:spcAft>
              <a:buClr>
                <a:schemeClr val="dk1"/>
              </a:buClr>
              <a:buSzPts val="1000"/>
              <a:buChar char="■"/>
              <a:defRPr>
                <a:solidFill>
                  <a:schemeClr val="dk1"/>
                </a:solidFill>
              </a:defRPr>
            </a:lvl3pPr>
            <a:lvl4pPr marL="1828800" lvl="3" indent="-292100">
              <a:lnSpc>
                <a:spcPct val="120000"/>
              </a:lnSpc>
              <a:spcBef>
                <a:spcPts val="0"/>
              </a:spcBef>
              <a:spcAft>
                <a:spcPts val="0"/>
              </a:spcAft>
              <a:buClr>
                <a:schemeClr val="dk1"/>
              </a:buClr>
              <a:buSzPts val="1000"/>
              <a:buChar char="●"/>
              <a:defRPr>
                <a:solidFill>
                  <a:schemeClr val="dk1"/>
                </a:solidFill>
              </a:defRPr>
            </a:lvl4pPr>
            <a:lvl5pPr marL="2286000" lvl="4" indent="-292100">
              <a:lnSpc>
                <a:spcPct val="120000"/>
              </a:lnSpc>
              <a:spcBef>
                <a:spcPts val="0"/>
              </a:spcBef>
              <a:spcAft>
                <a:spcPts val="0"/>
              </a:spcAft>
              <a:buClr>
                <a:schemeClr val="dk1"/>
              </a:buClr>
              <a:buSzPts val="1000"/>
              <a:buChar char="○"/>
              <a:defRPr>
                <a:solidFill>
                  <a:schemeClr val="dk1"/>
                </a:solidFill>
              </a:defRPr>
            </a:lvl5pPr>
            <a:lvl6pPr marL="2743200" lvl="5" indent="-292100">
              <a:lnSpc>
                <a:spcPct val="120000"/>
              </a:lnSpc>
              <a:spcBef>
                <a:spcPts val="0"/>
              </a:spcBef>
              <a:spcAft>
                <a:spcPts val="0"/>
              </a:spcAft>
              <a:buClr>
                <a:schemeClr val="dk1"/>
              </a:buClr>
              <a:buSzPts val="1000"/>
              <a:buChar char="■"/>
              <a:defRPr>
                <a:solidFill>
                  <a:schemeClr val="dk1"/>
                </a:solidFill>
              </a:defRPr>
            </a:lvl6pPr>
            <a:lvl7pPr marL="3200400" lvl="6" indent="-292100">
              <a:lnSpc>
                <a:spcPct val="120000"/>
              </a:lnSpc>
              <a:spcBef>
                <a:spcPts val="0"/>
              </a:spcBef>
              <a:spcAft>
                <a:spcPts val="0"/>
              </a:spcAft>
              <a:buClr>
                <a:schemeClr val="dk1"/>
              </a:buClr>
              <a:buSzPts val="1000"/>
              <a:buChar char="●"/>
              <a:defRPr>
                <a:solidFill>
                  <a:schemeClr val="dk1"/>
                </a:solidFill>
              </a:defRPr>
            </a:lvl7pPr>
            <a:lvl8pPr marL="3657600" lvl="7" indent="-292100">
              <a:lnSpc>
                <a:spcPct val="120000"/>
              </a:lnSpc>
              <a:spcBef>
                <a:spcPts val="0"/>
              </a:spcBef>
              <a:spcAft>
                <a:spcPts val="0"/>
              </a:spcAft>
              <a:buClr>
                <a:schemeClr val="dk1"/>
              </a:buClr>
              <a:buSzPts val="1000"/>
              <a:buChar char="○"/>
              <a:defRPr>
                <a:solidFill>
                  <a:schemeClr val="dk1"/>
                </a:solidFill>
              </a:defRPr>
            </a:lvl8pPr>
            <a:lvl9pPr marL="4114800" lvl="8" indent="-292100">
              <a:lnSpc>
                <a:spcPct val="120000"/>
              </a:lnSpc>
              <a:spcBef>
                <a:spcPts val="0"/>
              </a:spcBef>
              <a:spcAft>
                <a:spcPts val="0"/>
              </a:spcAft>
              <a:buClr>
                <a:schemeClr val="dk1"/>
              </a:buClr>
              <a:buSzPts val="1000"/>
              <a:buChar char="■"/>
              <a:defRPr>
                <a:solidFill>
                  <a:schemeClr val="dk1"/>
                </a:solidFill>
              </a:defRPr>
            </a:lvl9pPr>
          </a:lstStyle>
          <a:p>
            <a:endParaRPr/>
          </a:p>
        </p:txBody>
      </p:sp>
      <p:sp>
        <p:nvSpPr>
          <p:cNvPr id="1156" name="Google Shape;1156;p99"/>
          <p:cNvSpPr txBox="1">
            <a:spLocks noGrp="1"/>
          </p:cNvSpPr>
          <p:nvPr>
            <p:ph type="body" idx="3"/>
          </p:nvPr>
        </p:nvSpPr>
        <p:spPr>
          <a:xfrm>
            <a:off x="6160050" y="1240600"/>
            <a:ext cx="2643000" cy="2805600"/>
          </a:xfrm>
          <a:prstGeom prst="rect">
            <a:avLst/>
          </a:prstGeom>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Char char="●"/>
              <a:defRPr>
                <a:solidFill>
                  <a:schemeClr val="dk1"/>
                </a:solidFill>
              </a:defRPr>
            </a:lvl1pPr>
            <a:lvl2pPr marL="914400" lvl="1" indent="-292100">
              <a:lnSpc>
                <a:spcPct val="120000"/>
              </a:lnSpc>
              <a:spcBef>
                <a:spcPts val="0"/>
              </a:spcBef>
              <a:spcAft>
                <a:spcPts val="0"/>
              </a:spcAft>
              <a:buClr>
                <a:schemeClr val="dk1"/>
              </a:buClr>
              <a:buSzPts val="1000"/>
              <a:buChar char="○"/>
              <a:defRPr>
                <a:solidFill>
                  <a:schemeClr val="dk1"/>
                </a:solidFill>
              </a:defRPr>
            </a:lvl2pPr>
            <a:lvl3pPr marL="1371600" lvl="2" indent="-292100">
              <a:lnSpc>
                <a:spcPct val="120000"/>
              </a:lnSpc>
              <a:spcBef>
                <a:spcPts val="0"/>
              </a:spcBef>
              <a:spcAft>
                <a:spcPts val="0"/>
              </a:spcAft>
              <a:buClr>
                <a:schemeClr val="dk1"/>
              </a:buClr>
              <a:buSzPts val="1000"/>
              <a:buChar char="■"/>
              <a:defRPr>
                <a:solidFill>
                  <a:schemeClr val="dk1"/>
                </a:solidFill>
              </a:defRPr>
            </a:lvl3pPr>
            <a:lvl4pPr marL="1828800" lvl="3" indent="-292100">
              <a:lnSpc>
                <a:spcPct val="120000"/>
              </a:lnSpc>
              <a:spcBef>
                <a:spcPts val="0"/>
              </a:spcBef>
              <a:spcAft>
                <a:spcPts val="0"/>
              </a:spcAft>
              <a:buClr>
                <a:schemeClr val="dk1"/>
              </a:buClr>
              <a:buSzPts val="1000"/>
              <a:buChar char="●"/>
              <a:defRPr>
                <a:solidFill>
                  <a:schemeClr val="dk1"/>
                </a:solidFill>
              </a:defRPr>
            </a:lvl4pPr>
            <a:lvl5pPr marL="2286000" lvl="4" indent="-292100">
              <a:lnSpc>
                <a:spcPct val="120000"/>
              </a:lnSpc>
              <a:spcBef>
                <a:spcPts val="0"/>
              </a:spcBef>
              <a:spcAft>
                <a:spcPts val="0"/>
              </a:spcAft>
              <a:buClr>
                <a:schemeClr val="dk1"/>
              </a:buClr>
              <a:buSzPts val="1000"/>
              <a:buChar char="○"/>
              <a:defRPr>
                <a:solidFill>
                  <a:schemeClr val="dk1"/>
                </a:solidFill>
              </a:defRPr>
            </a:lvl5pPr>
            <a:lvl6pPr marL="2743200" lvl="5" indent="-292100">
              <a:lnSpc>
                <a:spcPct val="120000"/>
              </a:lnSpc>
              <a:spcBef>
                <a:spcPts val="0"/>
              </a:spcBef>
              <a:spcAft>
                <a:spcPts val="0"/>
              </a:spcAft>
              <a:buClr>
                <a:schemeClr val="dk1"/>
              </a:buClr>
              <a:buSzPts val="1000"/>
              <a:buChar char="■"/>
              <a:defRPr>
                <a:solidFill>
                  <a:schemeClr val="dk1"/>
                </a:solidFill>
              </a:defRPr>
            </a:lvl6pPr>
            <a:lvl7pPr marL="3200400" lvl="6" indent="-292100">
              <a:lnSpc>
                <a:spcPct val="120000"/>
              </a:lnSpc>
              <a:spcBef>
                <a:spcPts val="0"/>
              </a:spcBef>
              <a:spcAft>
                <a:spcPts val="0"/>
              </a:spcAft>
              <a:buClr>
                <a:schemeClr val="dk1"/>
              </a:buClr>
              <a:buSzPts val="1000"/>
              <a:buChar char="●"/>
              <a:defRPr>
                <a:solidFill>
                  <a:schemeClr val="dk1"/>
                </a:solidFill>
              </a:defRPr>
            </a:lvl7pPr>
            <a:lvl8pPr marL="3657600" lvl="7" indent="-292100">
              <a:lnSpc>
                <a:spcPct val="120000"/>
              </a:lnSpc>
              <a:spcBef>
                <a:spcPts val="0"/>
              </a:spcBef>
              <a:spcAft>
                <a:spcPts val="0"/>
              </a:spcAft>
              <a:buClr>
                <a:schemeClr val="dk1"/>
              </a:buClr>
              <a:buSzPts val="1000"/>
              <a:buChar char="○"/>
              <a:defRPr>
                <a:solidFill>
                  <a:schemeClr val="dk1"/>
                </a:solidFill>
              </a:defRPr>
            </a:lvl8pPr>
            <a:lvl9pPr marL="4114800" lvl="8" indent="-292100">
              <a:lnSpc>
                <a:spcPct val="120000"/>
              </a:lnSpc>
              <a:spcBef>
                <a:spcPts val="0"/>
              </a:spcBef>
              <a:spcAft>
                <a:spcPts val="0"/>
              </a:spcAft>
              <a:buClr>
                <a:schemeClr val="dk1"/>
              </a:buClr>
              <a:buSzPts val="1000"/>
              <a:buChar char="■"/>
              <a:defRPr>
                <a:solidFill>
                  <a:schemeClr val="dk1"/>
                </a:solidFill>
              </a:defRPr>
            </a:lvl9pPr>
          </a:lstStyle>
          <a:p>
            <a:endParaRPr/>
          </a:p>
        </p:txBody>
      </p:sp>
      <p:sp>
        <p:nvSpPr>
          <p:cNvPr id="1157" name="Google Shape;1157;p99"/>
          <p:cNvSpPr txBox="1">
            <a:spLocks noGrp="1"/>
          </p:cNvSpPr>
          <p:nvPr>
            <p:ph type="title"/>
          </p:nvPr>
        </p:nvSpPr>
        <p:spPr>
          <a:xfrm>
            <a:off x="339050" y="1240600"/>
            <a:ext cx="2643000" cy="1292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1158" name="Google Shape;1158;p99"/>
          <p:cNvSpPr txBox="1">
            <a:spLocks noGrp="1"/>
          </p:cNvSpPr>
          <p:nvPr>
            <p:ph type="subTitle" idx="4"/>
          </p:nvPr>
        </p:nvSpPr>
        <p:spPr>
          <a:xfrm>
            <a:off x="357400" y="2532997"/>
            <a:ext cx="2643000" cy="1992000"/>
          </a:xfrm>
          <a:prstGeom prst="rect">
            <a:avLst/>
          </a:prstGeom>
          <a:noFill/>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a:endParaRPr/>
          </a:p>
        </p:txBody>
      </p:sp>
      <p:sp>
        <p:nvSpPr>
          <p:cNvPr id="1159" name="Google Shape;1159;p99"/>
          <p:cNvSpPr>
            <a:spLocks noGrp="1"/>
          </p:cNvSpPr>
          <p:nvPr>
            <p:ph type="pic" idx="5"/>
          </p:nvPr>
        </p:nvSpPr>
        <p:spPr>
          <a:xfrm>
            <a:off x="6160058" y="552442"/>
            <a:ext cx="610500" cy="600900"/>
          </a:xfrm>
          <a:prstGeom prst="roundRect">
            <a:avLst>
              <a:gd name="adj" fmla="val 8482"/>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 2 Column Flood">
  <p:cSld name="SECTION_HEADER_2_1_1_2_1_3">
    <p:spTree>
      <p:nvGrpSpPr>
        <p:cNvPr id="1" name="Shape 1160"/>
        <p:cNvGrpSpPr/>
        <p:nvPr/>
      </p:nvGrpSpPr>
      <p:grpSpPr>
        <a:xfrm>
          <a:off x="0" y="0"/>
          <a:ext cx="0" cy="0"/>
          <a:chOff x="0" y="0"/>
          <a:chExt cx="0" cy="0"/>
        </a:xfrm>
      </p:grpSpPr>
      <p:grpSp>
        <p:nvGrpSpPr>
          <p:cNvPr id="1161" name="Google Shape;1161;p100"/>
          <p:cNvGrpSpPr/>
          <p:nvPr/>
        </p:nvGrpSpPr>
        <p:grpSpPr>
          <a:xfrm>
            <a:off x="3054279" y="1042442"/>
            <a:ext cx="6085967" cy="4101128"/>
            <a:chOff x="1279475" y="734133"/>
            <a:chExt cx="7769650" cy="5235705"/>
          </a:xfrm>
        </p:grpSpPr>
        <p:sp>
          <p:nvSpPr>
            <p:cNvPr id="1162" name="Google Shape;1162;p100"/>
            <p:cNvSpPr/>
            <p:nvPr/>
          </p:nvSpPr>
          <p:spPr>
            <a:xfrm>
              <a:off x="1279475" y="734133"/>
              <a:ext cx="3884825" cy="5235705"/>
            </a:xfrm>
            <a:custGeom>
              <a:avLst/>
              <a:gdLst/>
              <a:ahLst/>
              <a:cxnLst/>
              <a:rect l="l" t="t" r="r" b="b"/>
              <a:pathLst>
                <a:path w="3884825" h="5235705" extrusionOk="0">
                  <a:moveTo>
                    <a:pt x="3110988" y="0"/>
                  </a:moveTo>
                  <a:lnTo>
                    <a:pt x="243640" y="0"/>
                  </a:lnTo>
                  <a:cubicBezTo>
                    <a:pt x="109062" y="0"/>
                    <a:pt x="0" y="109062"/>
                    <a:pt x="0" y="243640"/>
                  </a:cubicBezTo>
                  <a:lnTo>
                    <a:pt x="0" y="5235706"/>
                  </a:lnTo>
                  <a:lnTo>
                    <a:pt x="3884826" y="5235706"/>
                  </a:lnTo>
                  <a:lnTo>
                    <a:pt x="3884826" y="773772"/>
                  </a:lnTo>
                  <a:cubicBezTo>
                    <a:pt x="3884826" y="709133"/>
                    <a:pt x="3859180" y="647177"/>
                    <a:pt x="3813448" y="601510"/>
                  </a:cubicBezTo>
                  <a:lnTo>
                    <a:pt x="3283316" y="71378"/>
                  </a:lnTo>
                  <a:cubicBezTo>
                    <a:pt x="3237650" y="25712"/>
                    <a:pt x="3175628" y="0"/>
                    <a:pt x="3111054" y="0"/>
                  </a:cubicBezTo>
                  <a:close/>
                </a:path>
              </a:pathLst>
            </a:custGeom>
            <a:solidFill>
              <a:srgbClr val="D0CBC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323232"/>
                </a:solidFill>
                <a:latin typeface="Arial"/>
                <a:ea typeface="Arial"/>
                <a:cs typeface="Arial"/>
                <a:sym typeface="Arial"/>
              </a:endParaRPr>
            </a:p>
          </p:txBody>
        </p:sp>
        <p:sp>
          <p:nvSpPr>
            <p:cNvPr id="1163" name="Google Shape;1163;p100"/>
            <p:cNvSpPr/>
            <p:nvPr/>
          </p:nvSpPr>
          <p:spPr>
            <a:xfrm>
              <a:off x="5164300" y="734133"/>
              <a:ext cx="3884825" cy="5235705"/>
            </a:xfrm>
            <a:custGeom>
              <a:avLst/>
              <a:gdLst/>
              <a:ahLst/>
              <a:cxnLst/>
              <a:rect l="l" t="t" r="r" b="b"/>
              <a:pathLst>
                <a:path w="3884825" h="5235705" extrusionOk="0">
                  <a:moveTo>
                    <a:pt x="3110989" y="0"/>
                  </a:moveTo>
                  <a:lnTo>
                    <a:pt x="243640" y="0"/>
                  </a:lnTo>
                  <a:cubicBezTo>
                    <a:pt x="109063" y="0"/>
                    <a:pt x="0" y="109062"/>
                    <a:pt x="0" y="243640"/>
                  </a:cubicBezTo>
                  <a:lnTo>
                    <a:pt x="0" y="5235706"/>
                  </a:lnTo>
                  <a:lnTo>
                    <a:pt x="3884826" y="5235706"/>
                  </a:lnTo>
                  <a:lnTo>
                    <a:pt x="3884826" y="773772"/>
                  </a:lnTo>
                  <a:cubicBezTo>
                    <a:pt x="3884826" y="709133"/>
                    <a:pt x="3859180" y="647177"/>
                    <a:pt x="3813449" y="601510"/>
                  </a:cubicBezTo>
                  <a:lnTo>
                    <a:pt x="3283316" y="71378"/>
                  </a:lnTo>
                  <a:cubicBezTo>
                    <a:pt x="3237650" y="25712"/>
                    <a:pt x="3175628" y="0"/>
                    <a:pt x="3111054" y="0"/>
                  </a:cubicBezTo>
                  <a:close/>
                </a:path>
              </a:pathLst>
            </a:custGeom>
            <a:solidFill>
              <a:srgbClr val="F7F1E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323232"/>
                </a:solidFill>
                <a:latin typeface="Arial"/>
                <a:ea typeface="Arial"/>
                <a:cs typeface="Arial"/>
                <a:sym typeface="Arial"/>
              </a:endParaRPr>
            </a:p>
          </p:txBody>
        </p:sp>
      </p:grpSp>
      <p:sp>
        <p:nvSpPr>
          <p:cNvPr id="1164" name="Google Shape;1164;p100"/>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1165" name="Google Shape;1165;p100"/>
          <p:cNvSpPr txBox="1">
            <a:spLocks noGrp="1"/>
          </p:cNvSpPr>
          <p:nvPr>
            <p:ph type="subTitle" idx="1"/>
          </p:nvPr>
        </p:nvSpPr>
        <p:spPr>
          <a:xfrm>
            <a:off x="3215651" y="1240600"/>
            <a:ext cx="2485500" cy="3902700"/>
          </a:xfrm>
          <a:prstGeom prst="rect">
            <a:avLst/>
          </a:prstGeom>
          <a:noFill/>
        </p:spPr>
        <p:txBody>
          <a:bodyPr spcFirstLastPara="1" wrap="square" lIns="182875" tIns="182875" rIns="182875" bIns="182875" anchor="t" anchorCtr="0">
            <a:noAutofit/>
          </a:bodyPr>
          <a:lstStyle>
            <a:lvl1pPr lvl="0">
              <a:lnSpc>
                <a:spcPct val="120000"/>
              </a:lnSpc>
              <a:spcBef>
                <a:spcPts val="0"/>
              </a:spcBef>
              <a:spcAft>
                <a:spcPts val="0"/>
              </a:spcAft>
              <a:buSzPts val="1600"/>
              <a:buNone/>
              <a:defRPr/>
            </a:lvl1pPr>
            <a:lvl2pPr lvl="1">
              <a:lnSpc>
                <a:spcPct val="120000"/>
              </a:lnSpc>
              <a:spcBef>
                <a:spcPts val="0"/>
              </a:spcBef>
              <a:spcAft>
                <a:spcPts val="0"/>
              </a:spcAft>
              <a:buSzPts val="1600"/>
              <a:buNone/>
              <a:defRPr sz="1600"/>
            </a:lvl2pPr>
            <a:lvl3pPr lvl="2">
              <a:lnSpc>
                <a:spcPct val="120000"/>
              </a:lnSpc>
              <a:spcBef>
                <a:spcPts val="0"/>
              </a:spcBef>
              <a:spcAft>
                <a:spcPts val="0"/>
              </a:spcAft>
              <a:buSzPts val="1600"/>
              <a:buNone/>
              <a:defRPr sz="1600"/>
            </a:lvl3pPr>
            <a:lvl4pPr lvl="3">
              <a:lnSpc>
                <a:spcPct val="120000"/>
              </a:lnSpc>
              <a:spcBef>
                <a:spcPts val="0"/>
              </a:spcBef>
              <a:spcAft>
                <a:spcPts val="0"/>
              </a:spcAft>
              <a:buSzPts val="1600"/>
              <a:buNone/>
              <a:defRPr sz="1600"/>
            </a:lvl4pPr>
            <a:lvl5pPr lvl="4">
              <a:lnSpc>
                <a:spcPct val="120000"/>
              </a:lnSpc>
              <a:spcBef>
                <a:spcPts val="0"/>
              </a:spcBef>
              <a:spcAft>
                <a:spcPts val="0"/>
              </a:spcAft>
              <a:buSzPts val="1600"/>
              <a:buNone/>
              <a:defRPr sz="1600"/>
            </a:lvl5pPr>
            <a:lvl6pPr lvl="5">
              <a:lnSpc>
                <a:spcPct val="120000"/>
              </a:lnSpc>
              <a:spcBef>
                <a:spcPts val="0"/>
              </a:spcBef>
              <a:spcAft>
                <a:spcPts val="0"/>
              </a:spcAft>
              <a:buSzPts val="1600"/>
              <a:buNone/>
              <a:defRPr sz="1600"/>
            </a:lvl6pPr>
            <a:lvl7pPr lvl="6">
              <a:lnSpc>
                <a:spcPct val="120000"/>
              </a:lnSpc>
              <a:spcBef>
                <a:spcPts val="0"/>
              </a:spcBef>
              <a:spcAft>
                <a:spcPts val="0"/>
              </a:spcAft>
              <a:buSzPts val="1600"/>
              <a:buNone/>
              <a:defRPr sz="1600"/>
            </a:lvl7pPr>
            <a:lvl8pPr lvl="7">
              <a:lnSpc>
                <a:spcPct val="120000"/>
              </a:lnSpc>
              <a:spcBef>
                <a:spcPts val="0"/>
              </a:spcBef>
              <a:spcAft>
                <a:spcPts val="0"/>
              </a:spcAft>
              <a:buSzPts val="1600"/>
              <a:buNone/>
              <a:defRPr sz="1600"/>
            </a:lvl8pPr>
            <a:lvl9pPr lvl="8">
              <a:lnSpc>
                <a:spcPct val="120000"/>
              </a:lnSpc>
              <a:spcBef>
                <a:spcPts val="0"/>
              </a:spcBef>
              <a:spcAft>
                <a:spcPts val="0"/>
              </a:spcAft>
              <a:buSzPts val="1600"/>
              <a:buNone/>
              <a:defRPr sz="1600"/>
            </a:lvl9pPr>
          </a:lstStyle>
          <a:p>
            <a:endParaRPr/>
          </a:p>
        </p:txBody>
      </p:sp>
      <p:sp>
        <p:nvSpPr>
          <p:cNvPr id="1166" name="Google Shape;1166;p100"/>
          <p:cNvSpPr txBox="1">
            <a:spLocks noGrp="1"/>
          </p:cNvSpPr>
          <p:nvPr>
            <p:ph type="subTitle" idx="2"/>
          </p:nvPr>
        </p:nvSpPr>
        <p:spPr>
          <a:xfrm>
            <a:off x="6256675" y="1240775"/>
            <a:ext cx="2485500" cy="3902700"/>
          </a:xfrm>
          <a:prstGeom prst="rect">
            <a:avLst/>
          </a:prstGeom>
          <a:noFill/>
        </p:spPr>
        <p:txBody>
          <a:bodyPr spcFirstLastPara="1" wrap="square" lIns="182875" tIns="182875" rIns="182875" bIns="182875" anchor="t" anchorCtr="0">
            <a:noAutofit/>
          </a:bodyPr>
          <a:lstStyle>
            <a:lvl1pPr lvl="0">
              <a:lnSpc>
                <a:spcPct val="120000"/>
              </a:lnSpc>
              <a:spcBef>
                <a:spcPts val="0"/>
              </a:spcBef>
              <a:spcAft>
                <a:spcPts val="0"/>
              </a:spcAft>
              <a:buSzPts val="1600"/>
              <a:buNone/>
              <a:defRPr/>
            </a:lvl1pPr>
            <a:lvl2pPr lvl="1">
              <a:lnSpc>
                <a:spcPct val="120000"/>
              </a:lnSpc>
              <a:spcBef>
                <a:spcPts val="0"/>
              </a:spcBef>
              <a:spcAft>
                <a:spcPts val="0"/>
              </a:spcAft>
              <a:buSzPts val="1600"/>
              <a:buNone/>
              <a:defRPr sz="1600"/>
            </a:lvl2pPr>
            <a:lvl3pPr lvl="2">
              <a:lnSpc>
                <a:spcPct val="120000"/>
              </a:lnSpc>
              <a:spcBef>
                <a:spcPts val="0"/>
              </a:spcBef>
              <a:spcAft>
                <a:spcPts val="0"/>
              </a:spcAft>
              <a:buSzPts val="1600"/>
              <a:buNone/>
              <a:defRPr sz="1600"/>
            </a:lvl3pPr>
            <a:lvl4pPr lvl="3">
              <a:lnSpc>
                <a:spcPct val="120000"/>
              </a:lnSpc>
              <a:spcBef>
                <a:spcPts val="0"/>
              </a:spcBef>
              <a:spcAft>
                <a:spcPts val="0"/>
              </a:spcAft>
              <a:buSzPts val="1600"/>
              <a:buNone/>
              <a:defRPr sz="1600"/>
            </a:lvl4pPr>
            <a:lvl5pPr lvl="4">
              <a:lnSpc>
                <a:spcPct val="120000"/>
              </a:lnSpc>
              <a:spcBef>
                <a:spcPts val="0"/>
              </a:spcBef>
              <a:spcAft>
                <a:spcPts val="0"/>
              </a:spcAft>
              <a:buSzPts val="1600"/>
              <a:buNone/>
              <a:defRPr sz="1600"/>
            </a:lvl5pPr>
            <a:lvl6pPr lvl="5">
              <a:lnSpc>
                <a:spcPct val="120000"/>
              </a:lnSpc>
              <a:spcBef>
                <a:spcPts val="0"/>
              </a:spcBef>
              <a:spcAft>
                <a:spcPts val="0"/>
              </a:spcAft>
              <a:buSzPts val="1600"/>
              <a:buNone/>
              <a:defRPr sz="1600"/>
            </a:lvl6pPr>
            <a:lvl7pPr lvl="6">
              <a:lnSpc>
                <a:spcPct val="120000"/>
              </a:lnSpc>
              <a:spcBef>
                <a:spcPts val="0"/>
              </a:spcBef>
              <a:spcAft>
                <a:spcPts val="0"/>
              </a:spcAft>
              <a:buSzPts val="1600"/>
              <a:buNone/>
              <a:defRPr sz="1600"/>
            </a:lvl7pPr>
            <a:lvl8pPr lvl="7">
              <a:lnSpc>
                <a:spcPct val="120000"/>
              </a:lnSpc>
              <a:spcBef>
                <a:spcPts val="0"/>
              </a:spcBef>
              <a:spcAft>
                <a:spcPts val="0"/>
              </a:spcAft>
              <a:buSzPts val="1600"/>
              <a:buNone/>
              <a:defRPr sz="1600"/>
            </a:lvl8pPr>
            <a:lvl9pPr lvl="8">
              <a:lnSpc>
                <a:spcPct val="120000"/>
              </a:lnSpc>
              <a:spcBef>
                <a:spcPts val="0"/>
              </a:spcBef>
              <a:spcAft>
                <a:spcPts val="0"/>
              </a:spcAft>
              <a:buSzPts val="1600"/>
              <a:buNone/>
              <a:defRPr sz="1600"/>
            </a:lvl9pPr>
          </a:lstStyle>
          <a:p>
            <a:endParaRPr/>
          </a:p>
        </p:txBody>
      </p:sp>
      <p:sp>
        <p:nvSpPr>
          <p:cNvPr id="1167" name="Google Shape;1167;p10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 Subtitle / 3 Column Flood">
  <p:cSld name="SECTION_HEADER_2_1_1_2_1_2_1_1_1">
    <p:spTree>
      <p:nvGrpSpPr>
        <p:cNvPr id="1" name="Shape 1168"/>
        <p:cNvGrpSpPr/>
        <p:nvPr/>
      </p:nvGrpSpPr>
      <p:grpSpPr>
        <a:xfrm>
          <a:off x="0" y="0"/>
          <a:ext cx="0" cy="0"/>
          <a:chOff x="0" y="0"/>
          <a:chExt cx="0" cy="0"/>
        </a:xfrm>
      </p:grpSpPr>
      <p:sp>
        <p:nvSpPr>
          <p:cNvPr id="1169" name="Google Shape;1169;p101"/>
          <p:cNvSpPr/>
          <p:nvPr/>
        </p:nvSpPr>
        <p:spPr>
          <a:xfrm>
            <a:off x="3043172" y="1052716"/>
            <a:ext cx="3049588" cy="4096939"/>
          </a:xfrm>
          <a:custGeom>
            <a:avLst/>
            <a:gdLst/>
            <a:ahLst/>
            <a:cxnLst/>
            <a:rect l="l" t="t" r="r" b="b"/>
            <a:pathLst>
              <a:path w="3884825" h="5235705" extrusionOk="0">
                <a:moveTo>
                  <a:pt x="3110988" y="0"/>
                </a:moveTo>
                <a:lnTo>
                  <a:pt x="243640" y="0"/>
                </a:lnTo>
                <a:cubicBezTo>
                  <a:pt x="109062" y="0"/>
                  <a:pt x="0" y="109062"/>
                  <a:pt x="0" y="243640"/>
                </a:cubicBezTo>
                <a:lnTo>
                  <a:pt x="0" y="5235706"/>
                </a:lnTo>
                <a:lnTo>
                  <a:pt x="3884826" y="5235706"/>
                </a:lnTo>
                <a:lnTo>
                  <a:pt x="3884826" y="773772"/>
                </a:lnTo>
                <a:cubicBezTo>
                  <a:pt x="3884826" y="709133"/>
                  <a:pt x="3859180" y="647177"/>
                  <a:pt x="3813448" y="601510"/>
                </a:cubicBezTo>
                <a:lnTo>
                  <a:pt x="3283316" y="71378"/>
                </a:lnTo>
                <a:cubicBezTo>
                  <a:pt x="3237650" y="25712"/>
                  <a:pt x="3175628" y="0"/>
                  <a:pt x="3111054"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323232"/>
              </a:solidFill>
              <a:latin typeface="Arial"/>
              <a:ea typeface="Arial"/>
              <a:cs typeface="Arial"/>
              <a:sym typeface="Arial"/>
            </a:endParaRPr>
          </a:p>
        </p:txBody>
      </p:sp>
      <p:sp>
        <p:nvSpPr>
          <p:cNvPr id="1170" name="Google Shape;1170;p101"/>
          <p:cNvSpPr/>
          <p:nvPr/>
        </p:nvSpPr>
        <p:spPr>
          <a:xfrm>
            <a:off x="6092753" y="1052716"/>
            <a:ext cx="3059300" cy="4096939"/>
          </a:xfrm>
          <a:custGeom>
            <a:avLst/>
            <a:gdLst/>
            <a:ahLst/>
            <a:cxnLst/>
            <a:rect l="l" t="t" r="r" b="b"/>
            <a:pathLst>
              <a:path w="3884825" h="5235705" extrusionOk="0">
                <a:moveTo>
                  <a:pt x="3110989" y="0"/>
                </a:moveTo>
                <a:lnTo>
                  <a:pt x="243640" y="0"/>
                </a:lnTo>
                <a:cubicBezTo>
                  <a:pt x="109063" y="0"/>
                  <a:pt x="0" y="109062"/>
                  <a:pt x="0" y="243640"/>
                </a:cubicBezTo>
                <a:lnTo>
                  <a:pt x="0" y="5235706"/>
                </a:lnTo>
                <a:lnTo>
                  <a:pt x="3884826" y="5235706"/>
                </a:lnTo>
                <a:lnTo>
                  <a:pt x="3884826" y="773772"/>
                </a:lnTo>
                <a:cubicBezTo>
                  <a:pt x="3884826" y="709133"/>
                  <a:pt x="3859180" y="647177"/>
                  <a:pt x="3813449" y="601510"/>
                </a:cubicBezTo>
                <a:lnTo>
                  <a:pt x="3283316" y="71378"/>
                </a:lnTo>
                <a:cubicBezTo>
                  <a:pt x="3237650" y="25712"/>
                  <a:pt x="3175628" y="0"/>
                  <a:pt x="3111054" y="0"/>
                </a:cubicBezTo>
                <a:close/>
              </a:path>
            </a:pathLst>
          </a:custGeom>
          <a:solidFill>
            <a:srgbClr val="8874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323232"/>
              </a:solidFill>
              <a:latin typeface="Arial"/>
              <a:ea typeface="Arial"/>
              <a:cs typeface="Arial"/>
              <a:sym typeface="Arial"/>
            </a:endParaRPr>
          </a:p>
        </p:txBody>
      </p:sp>
      <p:sp>
        <p:nvSpPr>
          <p:cNvPr id="1171" name="Google Shape;1171;p101"/>
          <p:cNvSpPr/>
          <p:nvPr/>
        </p:nvSpPr>
        <p:spPr>
          <a:xfrm>
            <a:off x="-5450" y="1052716"/>
            <a:ext cx="3049588" cy="4096939"/>
          </a:xfrm>
          <a:custGeom>
            <a:avLst/>
            <a:gdLst/>
            <a:ahLst/>
            <a:cxnLst/>
            <a:rect l="l" t="t" r="r" b="b"/>
            <a:pathLst>
              <a:path w="3884825" h="5235705" extrusionOk="0">
                <a:moveTo>
                  <a:pt x="3110988" y="0"/>
                </a:moveTo>
                <a:lnTo>
                  <a:pt x="243640" y="0"/>
                </a:lnTo>
                <a:cubicBezTo>
                  <a:pt x="109062" y="0"/>
                  <a:pt x="0" y="109062"/>
                  <a:pt x="0" y="243640"/>
                </a:cubicBezTo>
                <a:lnTo>
                  <a:pt x="0" y="5235706"/>
                </a:lnTo>
                <a:lnTo>
                  <a:pt x="3884826" y="5235706"/>
                </a:lnTo>
                <a:lnTo>
                  <a:pt x="3884826" y="773772"/>
                </a:lnTo>
                <a:cubicBezTo>
                  <a:pt x="3884826" y="709133"/>
                  <a:pt x="3859180" y="647177"/>
                  <a:pt x="3813448" y="601510"/>
                </a:cubicBezTo>
                <a:lnTo>
                  <a:pt x="3283316" y="71378"/>
                </a:lnTo>
                <a:cubicBezTo>
                  <a:pt x="3237650" y="25712"/>
                  <a:pt x="3175628" y="0"/>
                  <a:pt x="3111054"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323232"/>
              </a:solidFill>
              <a:latin typeface="Arial"/>
              <a:ea typeface="Arial"/>
              <a:cs typeface="Arial"/>
              <a:sym typeface="Arial"/>
            </a:endParaRPr>
          </a:p>
        </p:txBody>
      </p:sp>
      <p:sp>
        <p:nvSpPr>
          <p:cNvPr id="1172" name="Google Shape;1172;p10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73" name="Google Shape;1173;p101"/>
          <p:cNvSpPr txBox="1">
            <a:spLocks noGrp="1"/>
          </p:cNvSpPr>
          <p:nvPr>
            <p:ph type="subTitle" idx="1"/>
          </p:nvPr>
        </p:nvSpPr>
        <p:spPr>
          <a:xfrm>
            <a:off x="3215651" y="1240600"/>
            <a:ext cx="2485500" cy="3902700"/>
          </a:xfrm>
          <a:prstGeom prst="rect">
            <a:avLst/>
          </a:prstGeom>
          <a:noFill/>
        </p:spPr>
        <p:txBody>
          <a:bodyPr spcFirstLastPara="1" wrap="square" lIns="182875" tIns="182875" rIns="182875" bIns="182875" anchor="t" anchorCtr="0">
            <a:noAutofit/>
          </a:bodyPr>
          <a:lstStyle>
            <a:lvl1pPr lvl="0">
              <a:lnSpc>
                <a:spcPct val="120000"/>
              </a:lnSpc>
              <a:spcBef>
                <a:spcPts val="0"/>
              </a:spcBef>
              <a:spcAft>
                <a:spcPts val="0"/>
              </a:spcAft>
              <a:buClr>
                <a:schemeClr val="lt1"/>
              </a:buClr>
              <a:buSzPts val="1600"/>
              <a:buNone/>
              <a:defRPr>
                <a:solidFill>
                  <a:schemeClr val="lt1"/>
                </a:solidFill>
              </a:defRPr>
            </a:lvl1pPr>
            <a:lvl2pPr lvl="1">
              <a:lnSpc>
                <a:spcPct val="120000"/>
              </a:lnSpc>
              <a:spcBef>
                <a:spcPts val="0"/>
              </a:spcBef>
              <a:spcAft>
                <a:spcPts val="0"/>
              </a:spcAft>
              <a:buSzPts val="1600"/>
              <a:buNone/>
              <a:defRPr sz="1600"/>
            </a:lvl2pPr>
            <a:lvl3pPr lvl="2">
              <a:lnSpc>
                <a:spcPct val="120000"/>
              </a:lnSpc>
              <a:spcBef>
                <a:spcPts val="0"/>
              </a:spcBef>
              <a:spcAft>
                <a:spcPts val="0"/>
              </a:spcAft>
              <a:buSzPts val="1600"/>
              <a:buNone/>
              <a:defRPr sz="1600"/>
            </a:lvl3pPr>
            <a:lvl4pPr lvl="3">
              <a:lnSpc>
                <a:spcPct val="120000"/>
              </a:lnSpc>
              <a:spcBef>
                <a:spcPts val="0"/>
              </a:spcBef>
              <a:spcAft>
                <a:spcPts val="0"/>
              </a:spcAft>
              <a:buSzPts val="1600"/>
              <a:buNone/>
              <a:defRPr sz="1600"/>
            </a:lvl4pPr>
            <a:lvl5pPr lvl="4">
              <a:lnSpc>
                <a:spcPct val="120000"/>
              </a:lnSpc>
              <a:spcBef>
                <a:spcPts val="0"/>
              </a:spcBef>
              <a:spcAft>
                <a:spcPts val="0"/>
              </a:spcAft>
              <a:buSzPts val="1600"/>
              <a:buNone/>
              <a:defRPr sz="1600"/>
            </a:lvl5pPr>
            <a:lvl6pPr lvl="5">
              <a:lnSpc>
                <a:spcPct val="120000"/>
              </a:lnSpc>
              <a:spcBef>
                <a:spcPts val="0"/>
              </a:spcBef>
              <a:spcAft>
                <a:spcPts val="0"/>
              </a:spcAft>
              <a:buSzPts val="1600"/>
              <a:buNone/>
              <a:defRPr sz="1600"/>
            </a:lvl6pPr>
            <a:lvl7pPr lvl="6">
              <a:lnSpc>
                <a:spcPct val="120000"/>
              </a:lnSpc>
              <a:spcBef>
                <a:spcPts val="0"/>
              </a:spcBef>
              <a:spcAft>
                <a:spcPts val="0"/>
              </a:spcAft>
              <a:buSzPts val="1600"/>
              <a:buNone/>
              <a:defRPr sz="1600"/>
            </a:lvl7pPr>
            <a:lvl8pPr lvl="7">
              <a:lnSpc>
                <a:spcPct val="120000"/>
              </a:lnSpc>
              <a:spcBef>
                <a:spcPts val="0"/>
              </a:spcBef>
              <a:spcAft>
                <a:spcPts val="0"/>
              </a:spcAft>
              <a:buSzPts val="1600"/>
              <a:buNone/>
              <a:defRPr sz="1600"/>
            </a:lvl8pPr>
            <a:lvl9pPr lvl="8">
              <a:lnSpc>
                <a:spcPct val="120000"/>
              </a:lnSpc>
              <a:spcBef>
                <a:spcPts val="0"/>
              </a:spcBef>
              <a:spcAft>
                <a:spcPts val="0"/>
              </a:spcAft>
              <a:buSzPts val="1600"/>
              <a:buNone/>
              <a:defRPr sz="1600"/>
            </a:lvl9pPr>
          </a:lstStyle>
          <a:p>
            <a:endParaRPr/>
          </a:p>
        </p:txBody>
      </p:sp>
      <p:sp>
        <p:nvSpPr>
          <p:cNvPr id="1174" name="Google Shape;1174;p101"/>
          <p:cNvSpPr txBox="1">
            <a:spLocks noGrp="1"/>
          </p:cNvSpPr>
          <p:nvPr>
            <p:ph type="subTitle" idx="2"/>
          </p:nvPr>
        </p:nvSpPr>
        <p:spPr>
          <a:xfrm>
            <a:off x="6256675" y="1240775"/>
            <a:ext cx="2485500" cy="3902700"/>
          </a:xfrm>
          <a:prstGeom prst="rect">
            <a:avLst/>
          </a:prstGeom>
          <a:noFill/>
        </p:spPr>
        <p:txBody>
          <a:bodyPr spcFirstLastPara="1" wrap="square" lIns="182875" tIns="182875" rIns="182875" bIns="182875" anchor="t" anchorCtr="0">
            <a:noAutofit/>
          </a:bodyPr>
          <a:lstStyle>
            <a:lvl1pPr lvl="0">
              <a:lnSpc>
                <a:spcPct val="120000"/>
              </a:lnSpc>
              <a:spcBef>
                <a:spcPts val="0"/>
              </a:spcBef>
              <a:spcAft>
                <a:spcPts val="0"/>
              </a:spcAft>
              <a:buClr>
                <a:schemeClr val="lt1"/>
              </a:buClr>
              <a:buSzPts val="1600"/>
              <a:buNone/>
              <a:defRPr>
                <a:solidFill>
                  <a:schemeClr val="lt1"/>
                </a:solidFill>
              </a:defRPr>
            </a:lvl1pPr>
            <a:lvl2pPr lvl="1">
              <a:lnSpc>
                <a:spcPct val="120000"/>
              </a:lnSpc>
              <a:spcBef>
                <a:spcPts val="0"/>
              </a:spcBef>
              <a:spcAft>
                <a:spcPts val="0"/>
              </a:spcAft>
              <a:buSzPts val="1600"/>
              <a:buNone/>
              <a:defRPr sz="1600"/>
            </a:lvl2pPr>
            <a:lvl3pPr lvl="2">
              <a:lnSpc>
                <a:spcPct val="120000"/>
              </a:lnSpc>
              <a:spcBef>
                <a:spcPts val="0"/>
              </a:spcBef>
              <a:spcAft>
                <a:spcPts val="0"/>
              </a:spcAft>
              <a:buSzPts val="1600"/>
              <a:buNone/>
              <a:defRPr sz="1600"/>
            </a:lvl3pPr>
            <a:lvl4pPr lvl="3">
              <a:lnSpc>
                <a:spcPct val="120000"/>
              </a:lnSpc>
              <a:spcBef>
                <a:spcPts val="0"/>
              </a:spcBef>
              <a:spcAft>
                <a:spcPts val="0"/>
              </a:spcAft>
              <a:buSzPts val="1600"/>
              <a:buNone/>
              <a:defRPr sz="1600"/>
            </a:lvl4pPr>
            <a:lvl5pPr lvl="4">
              <a:lnSpc>
                <a:spcPct val="120000"/>
              </a:lnSpc>
              <a:spcBef>
                <a:spcPts val="0"/>
              </a:spcBef>
              <a:spcAft>
                <a:spcPts val="0"/>
              </a:spcAft>
              <a:buSzPts val="1600"/>
              <a:buNone/>
              <a:defRPr sz="1600"/>
            </a:lvl5pPr>
            <a:lvl6pPr lvl="5">
              <a:lnSpc>
                <a:spcPct val="120000"/>
              </a:lnSpc>
              <a:spcBef>
                <a:spcPts val="0"/>
              </a:spcBef>
              <a:spcAft>
                <a:spcPts val="0"/>
              </a:spcAft>
              <a:buSzPts val="1600"/>
              <a:buNone/>
              <a:defRPr sz="1600"/>
            </a:lvl6pPr>
            <a:lvl7pPr lvl="6">
              <a:lnSpc>
                <a:spcPct val="120000"/>
              </a:lnSpc>
              <a:spcBef>
                <a:spcPts val="0"/>
              </a:spcBef>
              <a:spcAft>
                <a:spcPts val="0"/>
              </a:spcAft>
              <a:buSzPts val="1600"/>
              <a:buNone/>
              <a:defRPr sz="1600"/>
            </a:lvl7pPr>
            <a:lvl8pPr lvl="7">
              <a:lnSpc>
                <a:spcPct val="120000"/>
              </a:lnSpc>
              <a:spcBef>
                <a:spcPts val="0"/>
              </a:spcBef>
              <a:spcAft>
                <a:spcPts val="0"/>
              </a:spcAft>
              <a:buSzPts val="1600"/>
              <a:buNone/>
              <a:defRPr sz="1600"/>
            </a:lvl8pPr>
            <a:lvl9pPr lvl="8">
              <a:lnSpc>
                <a:spcPct val="120000"/>
              </a:lnSpc>
              <a:spcBef>
                <a:spcPts val="0"/>
              </a:spcBef>
              <a:spcAft>
                <a:spcPts val="0"/>
              </a:spcAft>
              <a:buSzPts val="1600"/>
              <a:buNone/>
              <a:defRPr sz="1600"/>
            </a:lvl9pPr>
          </a:lstStyle>
          <a:p>
            <a:endParaRPr/>
          </a:p>
        </p:txBody>
      </p:sp>
      <p:sp>
        <p:nvSpPr>
          <p:cNvPr id="1175" name="Google Shape;1175;p101"/>
          <p:cNvSpPr txBox="1">
            <a:spLocks noGrp="1"/>
          </p:cNvSpPr>
          <p:nvPr>
            <p:ph type="subTitle" idx="3"/>
          </p:nvPr>
        </p:nvSpPr>
        <p:spPr>
          <a:xfrm>
            <a:off x="152400" y="1240775"/>
            <a:ext cx="2525100" cy="3902700"/>
          </a:xfrm>
          <a:prstGeom prst="rect">
            <a:avLst/>
          </a:prstGeom>
          <a:noFill/>
        </p:spPr>
        <p:txBody>
          <a:bodyPr spcFirstLastPara="1" wrap="square" lIns="182875" tIns="182875" rIns="182875" bIns="182875" anchor="t" anchorCtr="0">
            <a:noAutofit/>
          </a:bodyPr>
          <a:lstStyle>
            <a:lvl1pPr lvl="0">
              <a:lnSpc>
                <a:spcPct val="120000"/>
              </a:lnSpc>
              <a:spcBef>
                <a:spcPts val="0"/>
              </a:spcBef>
              <a:spcAft>
                <a:spcPts val="0"/>
              </a:spcAft>
              <a:buClr>
                <a:schemeClr val="lt1"/>
              </a:buClr>
              <a:buSzPts val="1600"/>
              <a:buNone/>
              <a:defRPr>
                <a:solidFill>
                  <a:schemeClr val="lt1"/>
                </a:solidFill>
              </a:defRPr>
            </a:lvl1pPr>
            <a:lvl2pPr lvl="1">
              <a:lnSpc>
                <a:spcPct val="120000"/>
              </a:lnSpc>
              <a:spcBef>
                <a:spcPts val="0"/>
              </a:spcBef>
              <a:spcAft>
                <a:spcPts val="0"/>
              </a:spcAft>
              <a:buSzPts val="1600"/>
              <a:buNone/>
              <a:defRPr sz="1600"/>
            </a:lvl2pPr>
            <a:lvl3pPr lvl="2">
              <a:lnSpc>
                <a:spcPct val="120000"/>
              </a:lnSpc>
              <a:spcBef>
                <a:spcPts val="0"/>
              </a:spcBef>
              <a:spcAft>
                <a:spcPts val="0"/>
              </a:spcAft>
              <a:buSzPts val="1600"/>
              <a:buNone/>
              <a:defRPr sz="1600"/>
            </a:lvl3pPr>
            <a:lvl4pPr lvl="3">
              <a:lnSpc>
                <a:spcPct val="120000"/>
              </a:lnSpc>
              <a:spcBef>
                <a:spcPts val="0"/>
              </a:spcBef>
              <a:spcAft>
                <a:spcPts val="0"/>
              </a:spcAft>
              <a:buSzPts val="1600"/>
              <a:buNone/>
              <a:defRPr sz="1600"/>
            </a:lvl4pPr>
            <a:lvl5pPr lvl="4">
              <a:lnSpc>
                <a:spcPct val="120000"/>
              </a:lnSpc>
              <a:spcBef>
                <a:spcPts val="0"/>
              </a:spcBef>
              <a:spcAft>
                <a:spcPts val="0"/>
              </a:spcAft>
              <a:buSzPts val="1600"/>
              <a:buNone/>
              <a:defRPr sz="1600"/>
            </a:lvl5pPr>
            <a:lvl6pPr lvl="5">
              <a:lnSpc>
                <a:spcPct val="120000"/>
              </a:lnSpc>
              <a:spcBef>
                <a:spcPts val="0"/>
              </a:spcBef>
              <a:spcAft>
                <a:spcPts val="0"/>
              </a:spcAft>
              <a:buSzPts val="1600"/>
              <a:buNone/>
              <a:defRPr sz="1600"/>
            </a:lvl6pPr>
            <a:lvl7pPr lvl="6">
              <a:lnSpc>
                <a:spcPct val="120000"/>
              </a:lnSpc>
              <a:spcBef>
                <a:spcPts val="0"/>
              </a:spcBef>
              <a:spcAft>
                <a:spcPts val="0"/>
              </a:spcAft>
              <a:buSzPts val="1600"/>
              <a:buNone/>
              <a:defRPr sz="1600"/>
            </a:lvl7pPr>
            <a:lvl8pPr lvl="7">
              <a:lnSpc>
                <a:spcPct val="120000"/>
              </a:lnSpc>
              <a:spcBef>
                <a:spcPts val="0"/>
              </a:spcBef>
              <a:spcAft>
                <a:spcPts val="0"/>
              </a:spcAft>
              <a:buSzPts val="1600"/>
              <a:buNone/>
              <a:defRPr sz="1600"/>
            </a:lvl8pPr>
            <a:lvl9pPr lvl="8">
              <a:lnSpc>
                <a:spcPct val="120000"/>
              </a:lnSpc>
              <a:spcBef>
                <a:spcPts val="0"/>
              </a:spcBef>
              <a:spcAft>
                <a:spcPts val="0"/>
              </a:spcAft>
              <a:buSzPts val="1600"/>
              <a:buNone/>
              <a:defRPr sz="1600"/>
            </a:lvl9pPr>
          </a:lstStyle>
          <a:p>
            <a:endParaRPr/>
          </a:p>
        </p:txBody>
      </p:sp>
      <p:sp>
        <p:nvSpPr>
          <p:cNvPr id="1176" name="Google Shape;1176;p101"/>
          <p:cNvSpPr txBox="1">
            <a:spLocks noGrp="1"/>
          </p:cNvSpPr>
          <p:nvPr>
            <p:ph type="sldNum" idx="4"/>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Left / 1 Column Right">
  <p:cSld name="SECTION_HEADER_5_1">
    <p:spTree>
      <p:nvGrpSpPr>
        <p:cNvPr id="1" name="Shape 1177"/>
        <p:cNvGrpSpPr/>
        <p:nvPr/>
      </p:nvGrpSpPr>
      <p:grpSpPr>
        <a:xfrm>
          <a:off x="0" y="0"/>
          <a:ext cx="0" cy="0"/>
          <a:chOff x="0" y="0"/>
          <a:chExt cx="0" cy="0"/>
        </a:xfrm>
      </p:grpSpPr>
      <p:sp>
        <p:nvSpPr>
          <p:cNvPr id="1178" name="Google Shape;1178;p10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79" name="Google Shape;1179;p102"/>
          <p:cNvSpPr txBox="1">
            <a:spLocks noGrp="1"/>
          </p:cNvSpPr>
          <p:nvPr>
            <p:ph type="subTitle" idx="1"/>
          </p:nvPr>
        </p:nvSpPr>
        <p:spPr>
          <a:xfrm>
            <a:off x="3244275" y="1240600"/>
            <a:ext cx="5556900" cy="2805600"/>
          </a:xfrm>
          <a:prstGeom prst="rect">
            <a:avLst/>
          </a:prstGeom>
        </p:spPr>
        <p:txBody>
          <a:bodyPr spcFirstLastPara="1" wrap="square" lIns="0" tIns="0" rIns="0" bIns="0" anchor="t" anchorCtr="0">
            <a:noAutofit/>
          </a:bodyPr>
          <a:lstStyle>
            <a:lvl1pPr lvl="0">
              <a:lnSpc>
                <a:spcPct val="120000"/>
              </a:lnSpc>
              <a:spcBef>
                <a:spcPts val="0"/>
              </a:spcBef>
              <a:spcAft>
                <a:spcPts val="0"/>
              </a:spcAft>
              <a:buClr>
                <a:schemeClr val="dk1"/>
              </a:buClr>
              <a:buSzPts val="2000"/>
              <a:buNone/>
              <a:defRPr sz="2000">
                <a:solidFill>
                  <a:schemeClr val="dk1"/>
                </a:solidFill>
              </a:defRPr>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sp>
        <p:nvSpPr>
          <p:cNvPr id="1180" name="Google Shape;1180;p102"/>
          <p:cNvSpPr txBox="1">
            <a:spLocks noGrp="1"/>
          </p:cNvSpPr>
          <p:nvPr>
            <p:ph type="title"/>
          </p:nvPr>
        </p:nvSpPr>
        <p:spPr>
          <a:xfrm>
            <a:off x="342900" y="1240696"/>
            <a:ext cx="2661300" cy="28056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Left / 2 Column Right">
  <p:cSld name="SECTION_HEADER_5">
    <p:spTree>
      <p:nvGrpSpPr>
        <p:cNvPr id="1" name="Shape 1181"/>
        <p:cNvGrpSpPr/>
        <p:nvPr/>
      </p:nvGrpSpPr>
      <p:grpSpPr>
        <a:xfrm>
          <a:off x="0" y="0"/>
          <a:ext cx="0" cy="0"/>
          <a:chOff x="0" y="0"/>
          <a:chExt cx="0" cy="0"/>
        </a:xfrm>
      </p:grpSpPr>
      <p:sp>
        <p:nvSpPr>
          <p:cNvPr id="1182" name="Google Shape;1182;p10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83" name="Google Shape;1183;p103"/>
          <p:cNvSpPr txBox="1">
            <a:spLocks noGrp="1"/>
          </p:cNvSpPr>
          <p:nvPr>
            <p:ph type="subTitle" idx="1"/>
          </p:nvPr>
        </p:nvSpPr>
        <p:spPr>
          <a:xfrm>
            <a:off x="3244275" y="1240831"/>
            <a:ext cx="2661300" cy="28053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2000"/>
              <a:buNone/>
              <a:defRPr sz="2000">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184" name="Google Shape;1184;p103"/>
          <p:cNvSpPr txBox="1">
            <a:spLocks noGrp="1"/>
          </p:cNvSpPr>
          <p:nvPr>
            <p:ph type="subTitle" idx="2"/>
          </p:nvPr>
        </p:nvSpPr>
        <p:spPr>
          <a:xfrm>
            <a:off x="6149500" y="1240600"/>
            <a:ext cx="2644800" cy="28053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2000"/>
              <a:buNone/>
              <a:defRPr sz="2000">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185" name="Google Shape;1185;p103"/>
          <p:cNvSpPr txBox="1">
            <a:spLocks noGrp="1"/>
          </p:cNvSpPr>
          <p:nvPr>
            <p:ph type="title"/>
          </p:nvPr>
        </p:nvSpPr>
        <p:spPr>
          <a:xfrm>
            <a:off x="342900" y="1240887"/>
            <a:ext cx="2661300" cy="28053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ontent Right 1 : Image Left 3">
  <p:cSld name="SECTION_HEADER_2">
    <p:spTree>
      <p:nvGrpSpPr>
        <p:cNvPr id="1" name="Shape 1186"/>
        <p:cNvGrpSpPr/>
        <p:nvPr/>
      </p:nvGrpSpPr>
      <p:grpSpPr>
        <a:xfrm>
          <a:off x="0" y="0"/>
          <a:ext cx="0" cy="0"/>
          <a:chOff x="0" y="0"/>
          <a:chExt cx="0" cy="0"/>
        </a:xfrm>
      </p:grpSpPr>
      <p:sp>
        <p:nvSpPr>
          <p:cNvPr id="1187" name="Google Shape;1187;p104"/>
          <p:cNvSpPr>
            <a:spLocks noGrp="1"/>
          </p:cNvSpPr>
          <p:nvPr>
            <p:ph type="pic" idx="2"/>
          </p:nvPr>
        </p:nvSpPr>
        <p:spPr>
          <a:xfrm>
            <a:off x="3234700" y="-200"/>
            <a:ext cx="5909400" cy="4160100"/>
          </a:xfrm>
          <a:prstGeom prst="round2DiagRect">
            <a:avLst>
              <a:gd name="adj1" fmla="val 49749"/>
              <a:gd name="adj2" fmla="val 0"/>
            </a:avLst>
          </a:prstGeom>
          <a:noFill/>
          <a:ln>
            <a:noFill/>
          </a:ln>
        </p:spPr>
      </p:sp>
      <p:sp>
        <p:nvSpPr>
          <p:cNvPr id="1188" name="Google Shape;1188;p10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89" name="Google Shape;1189;p104"/>
          <p:cNvSpPr txBox="1">
            <a:spLocks noGrp="1"/>
          </p:cNvSpPr>
          <p:nvPr>
            <p:ph type="title"/>
          </p:nvPr>
        </p:nvSpPr>
        <p:spPr>
          <a:xfrm>
            <a:off x="339050" y="1240600"/>
            <a:ext cx="2661300" cy="1068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80000"/>
              </a:lnSpc>
              <a:spcBef>
                <a:spcPts val="0"/>
              </a:spcBef>
              <a:spcAft>
                <a:spcPts val="0"/>
              </a:spcAft>
              <a:buSzPts val="2400"/>
              <a:buNone/>
              <a:defRPr sz="2400"/>
            </a:lvl2pPr>
            <a:lvl3pPr lvl="2">
              <a:lnSpc>
                <a:spcPct val="80000"/>
              </a:lnSpc>
              <a:spcBef>
                <a:spcPts val="0"/>
              </a:spcBef>
              <a:spcAft>
                <a:spcPts val="0"/>
              </a:spcAft>
              <a:buSzPts val="2400"/>
              <a:buNone/>
              <a:defRPr sz="2400"/>
            </a:lvl3pPr>
            <a:lvl4pPr lvl="3">
              <a:lnSpc>
                <a:spcPct val="80000"/>
              </a:lnSpc>
              <a:spcBef>
                <a:spcPts val="0"/>
              </a:spcBef>
              <a:spcAft>
                <a:spcPts val="0"/>
              </a:spcAft>
              <a:buSzPts val="2400"/>
              <a:buNone/>
              <a:defRPr sz="2400"/>
            </a:lvl4pPr>
            <a:lvl5pPr lvl="4">
              <a:lnSpc>
                <a:spcPct val="80000"/>
              </a:lnSpc>
              <a:spcBef>
                <a:spcPts val="0"/>
              </a:spcBef>
              <a:spcAft>
                <a:spcPts val="0"/>
              </a:spcAft>
              <a:buSzPts val="2400"/>
              <a:buNone/>
              <a:defRPr sz="2400"/>
            </a:lvl5pPr>
            <a:lvl6pPr lvl="5">
              <a:lnSpc>
                <a:spcPct val="80000"/>
              </a:lnSpc>
              <a:spcBef>
                <a:spcPts val="0"/>
              </a:spcBef>
              <a:spcAft>
                <a:spcPts val="0"/>
              </a:spcAft>
              <a:buSzPts val="2400"/>
              <a:buNone/>
              <a:defRPr sz="2400"/>
            </a:lvl6pPr>
            <a:lvl7pPr lvl="6">
              <a:lnSpc>
                <a:spcPct val="80000"/>
              </a:lnSpc>
              <a:spcBef>
                <a:spcPts val="0"/>
              </a:spcBef>
              <a:spcAft>
                <a:spcPts val="0"/>
              </a:spcAft>
              <a:buSzPts val="2400"/>
              <a:buNone/>
              <a:defRPr sz="2400"/>
            </a:lvl7pPr>
            <a:lvl8pPr lvl="7">
              <a:lnSpc>
                <a:spcPct val="80000"/>
              </a:lnSpc>
              <a:spcBef>
                <a:spcPts val="0"/>
              </a:spcBef>
              <a:spcAft>
                <a:spcPts val="0"/>
              </a:spcAft>
              <a:buSzPts val="2400"/>
              <a:buNone/>
              <a:defRPr sz="2400"/>
            </a:lvl8pPr>
            <a:lvl9pPr lvl="8">
              <a:lnSpc>
                <a:spcPct val="80000"/>
              </a:lnSpc>
              <a:spcBef>
                <a:spcPts val="0"/>
              </a:spcBef>
              <a:spcAft>
                <a:spcPts val="0"/>
              </a:spcAft>
              <a:buSzPts val="2400"/>
              <a:buNone/>
              <a:defRPr sz="2400"/>
            </a:lvl9pPr>
          </a:lstStyle>
          <a:p>
            <a:endParaRPr/>
          </a:p>
        </p:txBody>
      </p:sp>
      <p:sp>
        <p:nvSpPr>
          <p:cNvPr id="1190" name="Google Shape;1190;p104"/>
          <p:cNvSpPr txBox="1">
            <a:spLocks noGrp="1"/>
          </p:cNvSpPr>
          <p:nvPr>
            <p:ph type="subTitle" idx="1"/>
          </p:nvPr>
        </p:nvSpPr>
        <p:spPr>
          <a:xfrm>
            <a:off x="339050" y="2532888"/>
            <a:ext cx="2661300" cy="2051100"/>
          </a:xfrm>
          <a:prstGeom prst="rect">
            <a:avLst/>
          </a:prstGeom>
        </p:spPr>
        <p:txBody>
          <a:bodyPr spcFirstLastPara="1" wrap="square" lIns="0" tIns="0" rIns="0" bIns="0" anchor="t" anchorCtr="0">
            <a:noAutofit/>
          </a:bodyPr>
          <a:lstStyle>
            <a:lvl1pPr lvl="0">
              <a:lnSpc>
                <a:spcPct val="120000"/>
              </a:lnSpc>
              <a:spcBef>
                <a:spcPts val="0"/>
              </a:spcBef>
              <a:spcAft>
                <a:spcPts val="0"/>
              </a:spcAft>
              <a:buClr>
                <a:schemeClr val="dk1"/>
              </a:buClr>
              <a:buSzPts val="1200"/>
              <a:buNone/>
              <a:defRPr sz="1200">
                <a:solidFill>
                  <a:schemeClr val="dk1"/>
                </a:solidFill>
              </a:defRPr>
            </a:lvl1pPr>
            <a:lvl2pPr lvl="1">
              <a:lnSpc>
                <a:spcPct val="120000"/>
              </a:lnSpc>
              <a:spcBef>
                <a:spcPts val="0"/>
              </a:spcBef>
              <a:spcAft>
                <a:spcPts val="0"/>
              </a:spcAft>
              <a:buClr>
                <a:schemeClr val="dk1"/>
              </a:buClr>
              <a:buSzPts val="1200"/>
              <a:buNone/>
              <a:defRPr sz="1200">
                <a:solidFill>
                  <a:schemeClr val="dk1"/>
                </a:solidFill>
              </a:defRPr>
            </a:lvl2pPr>
            <a:lvl3pPr lvl="2">
              <a:lnSpc>
                <a:spcPct val="120000"/>
              </a:lnSpc>
              <a:spcBef>
                <a:spcPts val="0"/>
              </a:spcBef>
              <a:spcAft>
                <a:spcPts val="0"/>
              </a:spcAft>
              <a:buClr>
                <a:schemeClr val="dk1"/>
              </a:buClr>
              <a:buSzPts val="1200"/>
              <a:buNone/>
              <a:defRPr sz="1200">
                <a:solidFill>
                  <a:schemeClr val="dk1"/>
                </a:solidFill>
              </a:defRPr>
            </a:lvl3pPr>
            <a:lvl4pPr lvl="3">
              <a:lnSpc>
                <a:spcPct val="120000"/>
              </a:lnSpc>
              <a:spcBef>
                <a:spcPts val="0"/>
              </a:spcBef>
              <a:spcAft>
                <a:spcPts val="0"/>
              </a:spcAft>
              <a:buClr>
                <a:schemeClr val="dk1"/>
              </a:buClr>
              <a:buSzPts val="1200"/>
              <a:buNone/>
              <a:defRPr sz="1200">
                <a:solidFill>
                  <a:schemeClr val="dk1"/>
                </a:solidFill>
              </a:defRPr>
            </a:lvl4pPr>
            <a:lvl5pPr lvl="4">
              <a:lnSpc>
                <a:spcPct val="120000"/>
              </a:lnSpc>
              <a:spcBef>
                <a:spcPts val="0"/>
              </a:spcBef>
              <a:spcAft>
                <a:spcPts val="0"/>
              </a:spcAft>
              <a:buClr>
                <a:schemeClr val="dk1"/>
              </a:buClr>
              <a:buSzPts val="1200"/>
              <a:buNone/>
              <a:defRPr sz="1200">
                <a:solidFill>
                  <a:schemeClr val="dk1"/>
                </a:solidFill>
              </a:defRPr>
            </a:lvl5pPr>
            <a:lvl6pPr lvl="5">
              <a:lnSpc>
                <a:spcPct val="120000"/>
              </a:lnSpc>
              <a:spcBef>
                <a:spcPts val="0"/>
              </a:spcBef>
              <a:spcAft>
                <a:spcPts val="0"/>
              </a:spcAft>
              <a:buClr>
                <a:schemeClr val="dk1"/>
              </a:buClr>
              <a:buSzPts val="1200"/>
              <a:buNone/>
              <a:defRPr sz="1200">
                <a:solidFill>
                  <a:schemeClr val="dk1"/>
                </a:solidFill>
              </a:defRPr>
            </a:lvl6pPr>
            <a:lvl7pPr lvl="6">
              <a:lnSpc>
                <a:spcPct val="120000"/>
              </a:lnSpc>
              <a:spcBef>
                <a:spcPts val="0"/>
              </a:spcBef>
              <a:spcAft>
                <a:spcPts val="0"/>
              </a:spcAft>
              <a:buClr>
                <a:schemeClr val="dk1"/>
              </a:buClr>
              <a:buSzPts val="1200"/>
              <a:buNone/>
              <a:defRPr sz="1200">
                <a:solidFill>
                  <a:schemeClr val="dk1"/>
                </a:solidFill>
              </a:defRPr>
            </a:lvl7pPr>
            <a:lvl8pPr lvl="7">
              <a:lnSpc>
                <a:spcPct val="120000"/>
              </a:lnSpc>
              <a:spcBef>
                <a:spcPts val="0"/>
              </a:spcBef>
              <a:spcAft>
                <a:spcPts val="0"/>
              </a:spcAft>
              <a:buClr>
                <a:schemeClr val="dk1"/>
              </a:buClr>
              <a:buSzPts val="1200"/>
              <a:buNone/>
              <a:defRPr sz="1200">
                <a:solidFill>
                  <a:schemeClr val="dk1"/>
                </a:solidFill>
              </a:defRPr>
            </a:lvl8pPr>
            <a:lvl9pPr lvl="8">
              <a:lnSpc>
                <a:spcPct val="120000"/>
              </a:lnSpc>
              <a:spcBef>
                <a:spcPts val="0"/>
              </a:spcBef>
              <a:spcAft>
                <a:spcPts val="0"/>
              </a:spcAft>
              <a:buClr>
                <a:schemeClr val="dk1"/>
              </a:buClr>
              <a:buSzPts val="1200"/>
              <a:buNone/>
              <a:defRPr sz="1200">
                <a:solidFill>
                  <a:schemeClr val="dk1"/>
                </a:solidFill>
              </a:defRPr>
            </a:lvl9pPr>
          </a:lstStyle>
          <a:p>
            <a:endParaRPr/>
          </a:p>
        </p:txBody>
      </p:sp>
      <p:sp>
        <p:nvSpPr>
          <p:cNvPr id="1191" name="Google Shape;1191;p104"/>
          <p:cNvSpPr txBox="1">
            <a:spLocks noGrp="1"/>
          </p:cNvSpPr>
          <p:nvPr>
            <p:ph type="subTitle" idx="3"/>
          </p:nvPr>
        </p:nvSpPr>
        <p:spPr>
          <a:xfrm>
            <a:off x="3238500" y="4279775"/>
            <a:ext cx="2672400" cy="198600"/>
          </a:xfrm>
          <a:prstGeom prst="rect">
            <a:avLst/>
          </a:prstGeom>
          <a:noFill/>
        </p:spPr>
        <p:txBody>
          <a:bodyPr spcFirstLastPara="1" wrap="square" lIns="0" tIns="0" rIns="0" bIns="0" anchor="t" anchorCtr="0">
            <a:noAutofit/>
          </a:bodyPr>
          <a:lstStyle>
            <a:lvl1pPr lvl="0">
              <a:spcBef>
                <a:spcPts val="0"/>
              </a:spcBef>
              <a:spcAft>
                <a:spcPts val="0"/>
              </a:spcAft>
              <a:buClr>
                <a:srgbClr val="666666"/>
              </a:buClr>
              <a:buSzPts val="800"/>
              <a:buFont typeface="DS Indigo Medium"/>
              <a:buNone/>
              <a:defRPr sz="800">
                <a:solidFill>
                  <a:srgbClr val="666666"/>
                </a:solidFill>
                <a:latin typeface="DS Indigo Medium"/>
                <a:ea typeface="DS Indigo Medium"/>
                <a:cs typeface="DS Indigo Medium"/>
                <a:sym typeface="DS Indigo Medium"/>
              </a:defRPr>
            </a:lvl1pPr>
            <a:lvl2pPr lvl="1">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2pPr>
            <a:lvl3pPr lvl="2">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3pPr>
            <a:lvl4pPr lvl="3">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4pPr>
            <a:lvl5pPr lvl="4">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5pPr>
            <a:lvl6pPr lvl="5">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6pPr>
            <a:lvl7pPr lvl="6">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7pPr>
            <a:lvl8pPr lvl="7">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8pPr>
            <a:lvl9pPr lvl="8">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tent Right 1 : Image Left 1">
  <p:cSld name="SECTION_HEADER_2_1">
    <p:spTree>
      <p:nvGrpSpPr>
        <p:cNvPr id="1" name="Shape 1192"/>
        <p:cNvGrpSpPr/>
        <p:nvPr/>
      </p:nvGrpSpPr>
      <p:grpSpPr>
        <a:xfrm>
          <a:off x="0" y="0"/>
          <a:ext cx="0" cy="0"/>
          <a:chOff x="0" y="0"/>
          <a:chExt cx="0" cy="0"/>
        </a:xfrm>
      </p:grpSpPr>
      <p:sp>
        <p:nvSpPr>
          <p:cNvPr id="1193" name="Google Shape;1193;p105"/>
          <p:cNvSpPr txBox="1">
            <a:spLocks noGrp="1"/>
          </p:cNvSpPr>
          <p:nvPr>
            <p:ph type="subTitle" idx="1"/>
          </p:nvPr>
        </p:nvSpPr>
        <p:spPr>
          <a:xfrm>
            <a:off x="339050" y="2834000"/>
            <a:ext cx="3640800" cy="1749900"/>
          </a:xfrm>
          <a:prstGeom prst="rect">
            <a:avLst/>
          </a:prstGeom>
        </p:spPr>
        <p:txBody>
          <a:bodyPr spcFirstLastPara="1" wrap="square" lIns="0" tIns="0" rIns="0" bIns="0" anchor="t" anchorCtr="0">
            <a:noAutofit/>
          </a:bodyPr>
          <a:lstStyle>
            <a:lvl1pPr lvl="0">
              <a:lnSpc>
                <a:spcPct val="120000"/>
              </a:lnSpc>
              <a:spcBef>
                <a:spcPts val="0"/>
              </a:spcBef>
              <a:spcAft>
                <a:spcPts val="0"/>
              </a:spcAft>
              <a:buClr>
                <a:schemeClr val="dk1"/>
              </a:buClr>
              <a:buSzPts val="1000"/>
              <a:buNone/>
              <a:defRPr sz="1000">
                <a:solidFill>
                  <a:schemeClr val="dk1"/>
                </a:solidFill>
              </a:defRPr>
            </a:lvl1pPr>
            <a:lvl2pPr lvl="1">
              <a:lnSpc>
                <a:spcPct val="120000"/>
              </a:lnSpc>
              <a:spcBef>
                <a:spcPts val="0"/>
              </a:spcBef>
              <a:spcAft>
                <a:spcPts val="0"/>
              </a:spcAft>
              <a:buClr>
                <a:schemeClr val="dk1"/>
              </a:buClr>
              <a:buSzPts val="1200"/>
              <a:buNone/>
              <a:defRPr sz="1200">
                <a:solidFill>
                  <a:schemeClr val="dk1"/>
                </a:solidFill>
              </a:defRPr>
            </a:lvl2pPr>
            <a:lvl3pPr lvl="2">
              <a:lnSpc>
                <a:spcPct val="120000"/>
              </a:lnSpc>
              <a:spcBef>
                <a:spcPts val="0"/>
              </a:spcBef>
              <a:spcAft>
                <a:spcPts val="0"/>
              </a:spcAft>
              <a:buClr>
                <a:schemeClr val="dk1"/>
              </a:buClr>
              <a:buSzPts val="1200"/>
              <a:buNone/>
              <a:defRPr sz="1200">
                <a:solidFill>
                  <a:schemeClr val="dk1"/>
                </a:solidFill>
              </a:defRPr>
            </a:lvl3pPr>
            <a:lvl4pPr lvl="3">
              <a:lnSpc>
                <a:spcPct val="120000"/>
              </a:lnSpc>
              <a:spcBef>
                <a:spcPts val="0"/>
              </a:spcBef>
              <a:spcAft>
                <a:spcPts val="0"/>
              </a:spcAft>
              <a:buClr>
                <a:schemeClr val="dk1"/>
              </a:buClr>
              <a:buSzPts val="1200"/>
              <a:buNone/>
              <a:defRPr sz="1200">
                <a:solidFill>
                  <a:schemeClr val="dk1"/>
                </a:solidFill>
              </a:defRPr>
            </a:lvl4pPr>
            <a:lvl5pPr lvl="4">
              <a:lnSpc>
                <a:spcPct val="120000"/>
              </a:lnSpc>
              <a:spcBef>
                <a:spcPts val="0"/>
              </a:spcBef>
              <a:spcAft>
                <a:spcPts val="0"/>
              </a:spcAft>
              <a:buClr>
                <a:schemeClr val="dk1"/>
              </a:buClr>
              <a:buSzPts val="1200"/>
              <a:buNone/>
              <a:defRPr sz="1200">
                <a:solidFill>
                  <a:schemeClr val="dk1"/>
                </a:solidFill>
              </a:defRPr>
            </a:lvl5pPr>
            <a:lvl6pPr lvl="5">
              <a:lnSpc>
                <a:spcPct val="120000"/>
              </a:lnSpc>
              <a:spcBef>
                <a:spcPts val="0"/>
              </a:spcBef>
              <a:spcAft>
                <a:spcPts val="0"/>
              </a:spcAft>
              <a:buClr>
                <a:schemeClr val="dk1"/>
              </a:buClr>
              <a:buSzPts val="1200"/>
              <a:buNone/>
              <a:defRPr sz="1200">
                <a:solidFill>
                  <a:schemeClr val="dk1"/>
                </a:solidFill>
              </a:defRPr>
            </a:lvl6pPr>
            <a:lvl7pPr lvl="6">
              <a:lnSpc>
                <a:spcPct val="120000"/>
              </a:lnSpc>
              <a:spcBef>
                <a:spcPts val="0"/>
              </a:spcBef>
              <a:spcAft>
                <a:spcPts val="0"/>
              </a:spcAft>
              <a:buClr>
                <a:schemeClr val="dk1"/>
              </a:buClr>
              <a:buSzPts val="1200"/>
              <a:buNone/>
              <a:defRPr sz="1200">
                <a:solidFill>
                  <a:schemeClr val="dk1"/>
                </a:solidFill>
              </a:defRPr>
            </a:lvl7pPr>
            <a:lvl8pPr lvl="7">
              <a:lnSpc>
                <a:spcPct val="120000"/>
              </a:lnSpc>
              <a:spcBef>
                <a:spcPts val="0"/>
              </a:spcBef>
              <a:spcAft>
                <a:spcPts val="0"/>
              </a:spcAft>
              <a:buClr>
                <a:schemeClr val="dk1"/>
              </a:buClr>
              <a:buSzPts val="1200"/>
              <a:buNone/>
              <a:defRPr sz="1200">
                <a:solidFill>
                  <a:schemeClr val="dk1"/>
                </a:solidFill>
              </a:defRPr>
            </a:lvl8pPr>
            <a:lvl9pPr lvl="8">
              <a:lnSpc>
                <a:spcPct val="120000"/>
              </a:lnSpc>
              <a:spcBef>
                <a:spcPts val="0"/>
              </a:spcBef>
              <a:spcAft>
                <a:spcPts val="0"/>
              </a:spcAft>
              <a:buClr>
                <a:schemeClr val="dk1"/>
              </a:buClr>
              <a:buSzPts val="1200"/>
              <a:buNone/>
              <a:defRPr sz="1200">
                <a:solidFill>
                  <a:schemeClr val="dk1"/>
                </a:solidFill>
              </a:defRPr>
            </a:lvl9pPr>
          </a:lstStyle>
          <a:p>
            <a:endParaRPr/>
          </a:p>
        </p:txBody>
      </p:sp>
      <p:sp>
        <p:nvSpPr>
          <p:cNvPr id="1194" name="Google Shape;1194;p10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95" name="Google Shape;1195;p105"/>
          <p:cNvSpPr txBox="1">
            <a:spLocks noGrp="1"/>
          </p:cNvSpPr>
          <p:nvPr>
            <p:ph type="subTitle" idx="2"/>
          </p:nvPr>
        </p:nvSpPr>
        <p:spPr>
          <a:xfrm>
            <a:off x="339050" y="2329950"/>
            <a:ext cx="3640800" cy="4836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196" name="Google Shape;1196;p105"/>
          <p:cNvSpPr txBox="1">
            <a:spLocks noGrp="1"/>
          </p:cNvSpPr>
          <p:nvPr>
            <p:ph type="subTitle" idx="3"/>
          </p:nvPr>
        </p:nvSpPr>
        <p:spPr>
          <a:xfrm>
            <a:off x="4577550" y="4279775"/>
            <a:ext cx="2672400" cy="198600"/>
          </a:xfrm>
          <a:prstGeom prst="rect">
            <a:avLst/>
          </a:prstGeom>
          <a:noFill/>
        </p:spPr>
        <p:txBody>
          <a:bodyPr spcFirstLastPara="1" wrap="square" lIns="0" tIns="0" rIns="0" bIns="0" anchor="t" anchorCtr="0">
            <a:noAutofit/>
          </a:bodyPr>
          <a:lstStyle>
            <a:lvl1pPr lvl="0">
              <a:spcBef>
                <a:spcPts val="0"/>
              </a:spcBef>
              <a:spcAft>
                <a:spcPts val="0"/>
              </a:spcAft>
              <a:buClr>
                <a:srgbClr val="666666"/>
              </a:buClr>
              <a:buSzPts val="800"/>
              <a:buFont typeface="DS Indigo Medium"/>
              <a:buNone/>
              <a:defRPr sz="800">
                <a:solidFill>
                  <a:srgbClr val="666666"/>
                </a:solidFill>
                <a:latin typeface="DS Indigo Medium"/>
                <a:ea typeface="DS Indigo Medium"/>
                <a:cs typeface="DS Indigo Medium"/>
                <a:sym typeface="DS Indigo Medium"/>
              </a:defRPr>
            </a:lvl1pPr>
            <a:lvl2pPr lvl="1">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2pPr>
            <a:lvl3pPr lvl="2">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3pPr>
            <a:lvl4pPr lvl="3">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4pPr>
            <a:lvl5pPr lvl="4">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5pPr>
            <a:lvl6pPr lvl="5">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6pPr>
            <a:lvl7pPr lvl="6">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7pPr>
            <a:lvl8pPr lvl="7">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8pPr>
            <a:lvl9pPr lvl="8">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9pPr>
          </a:lstStyle>
          <a:p>
            <a:endParaRPr/>
          </a:p>
        </p:txBody>
      </p:sp>
      <p:sp>
        <p:nvSpPr>
          <p:cNvPr id="1197" name="Google Shape;1197;p105"/>
          <p:cNvSpPr txBox="1">
            <a:spLocks noGrp="1"/>
          </p:cNvSpPr>
          <p:nvPr>
            <p:ph type="title"/>
          </p:nvPr>
        </p:nvSpPr>
        <p:spPr>
          <a:xfrm>
            <a:off x="339050" y="1240600"/>
            <a:ext cx="3640800" cy="1068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80000"/>
              </a:lnSpc>
              <a:spcBef>
                <a:spcPts val="0"/>
              </a:spcBef>
              <a:spcAft>
                <a:spcPts val="0"/>
              </a:spcAft>
              <a:buSzPts val="2400"/>
              <a:buNone/>
              <a:defRPr sz="2400"/>
            </a:lvl2pPr>
            <a:lvl3pPr lvl="2">
              <a:lnSpc>
                <a:spcPct val="80000"/>
              </a:lnSpc>
              <a:spcBef>
                <a:spcPts val="0"/>
              </a:spcBef>
              <a:spcAft>
                <a:spcPts val="0"/>
              </a:spcAft>
              <a:buSzPts val="2400"/>
              <a:buNone/>
              <a:defRPr sz="2400"/>
            </a:lvl3pPr>
            <a:lvl4pPr lvl="3">
              <a:lnSpc>
                <a:spcPct val="80000"/>
              </a:lnSpc>
              <a:spcBef>
                <a:spcPts val="0"/>
              </a:spcBef>
              <a:spcAft>
                <a:spcPts val="0"/>
              </a:spcAft>
              <a:buSzPts val="2400"/>
              <a:buNone/>
              <a:defRPr sz="2400"/>
            </a:lvl4pPr>
            <a:lvl5pPr lvl="4">
              <a:lnSpc>
                <a:spcPct val="80000"/>
              </a:lnSpc>
              <a:spcBef>
                <a:spcPts val="0"/>
              </a:spcBef>
              <a:spcAft>
                <a:spcPts val="0"/>
              </a:spcAft>
              <a:buSzPts val="2400"/>
              <a:buNone/>
              <a:defRPr sz="2400"/>
            </a:lvl5pPr>
            <a:lvl6pPr lvl="5">
              <a:lnSpc>
                <a:spcPct val="80000"/>
              </a:lnSpc>
              <a:spcBef>
                <a:spcPts val="0"/>
              </a:spcBef>
              <a:spcAft>
                <a:spcPts val="0"/>
              </a:spcAft>
              <a:buSzPts val="2400"/>
              <a:buNone/>
              <a:defRPr sz="2400"/>
            </a:lvl6pPr>
            <a:lvl7pPr lvl="6">
              <a:lnSpc>
                <a:spcPct val="80000"/>
              </a:lnSpc>
              <a:spcBef>
                <a:spcPts val="0"/>
              </a:spcBef>
              <a:spcAft>
                <a:spcPts val="0"/>
              </a:spcAft>
              <a:buSzPts val="2400"/>
              <a:buNone/>
              <a:defRPr sz="2400"/>
            </a:lvl7pPr>
            <a:lvl8pPr lvl="7">
              <a:lnSpc>
                <a:spcPct val="80000"/>
              </a:lnSpc>
              <a:spcBef>
                <a:spcPts val="0"/>
              </a:spcBef>
              <a:spcAft>
                <a:spcPts val="0"/>
              </a:spcAft>
              <a:buSzPts val="2400"/>
              <a:buNone/>
              <a:defRPr sz="2400"/>
            </a:lvl8pPr>
            <a:lvl9pPr lvl="8">
              <a:lnSpc>
                <a:spcPct val="80000"/>
              </a:lnSpc>
              <a:spcBef>
                <a:spcPts val="0"/>
              </a:spcBef>
              <a:spcAft>
                <a:spcPts val="0"/>
              </a:spcAft>
              <a:buSzPts val="2400"/>
              <a:buNone/>
              <a:defRPr sz="2400"/>
            </a:lvl9pPr>
          </a:lstStyle>
          <a:p>
            <a:endParaRPr/>
          </a:p>
        </p:txBody>
      </p:sp>
      <p:sp>
        <p:nvSpPr>
          <p:cNvPr id="1198" name="Google Shape;1198;p105"/>
          <p:cNvSpPr>
            <a:spLocks noGrp="1"/>
          </p:cNvSpPr>
          <p:nvPr>
            <p:ph type="pic" idx="4"/>
          </p:nvPr>
        </p:nvSpPr>
        <p:spPr>
          <a:xfrm>
            <a:off x="4577550" y="-200"/>
            <a:ext cx="4566600" cy="4160100"/>
          </a:xfrm>
          <a:prstGeom prst="round2DiagRect">
            <a:avLst>
              <a:gd name="adj1" fmla="val 49749"/>
              <a:gd name="adj2" fmla="val 0"/>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Right 3 : Image Left 1">
  <p:cSld name="SECTION_HEADER_2_1_1">
    <p:spTree>
      <p:nvGrpSpPr>
        <p:cNvPr id="1" name="Shape 1199"/>
        <p:cNvGrpSpPr/>
        <p:nvPr/>
      </p:nvGrpSpPr>
      <p:grpSpPr>
        <a:xfrm>
          <a:off x="0" y="0"/>
          <a:ext cx="0" cy="0"/>
          <a:chOff x="0" y="0"/>
          <a:chExt cx="0" cy="0"/>
        </a:xfrm>
      </p:grpSpPr>
      <p:sp>
        <p:nvSpPr>
          <p:cNvPr id="1200" name="Google Shape;1200;p106"/>
          <p:cNvSpPr txBox="1">
            <a:spLocks noGrp="1"/>
          </p:cNvSpPr>
          <p:nvPr>
            <p:ph type="subTitle" idx="1"/>
          </p:nvPr>
        </p:nvSpPr>
        <p:spPr>
          <a:xfrm>
            <a:off x="339050" y="2309500"/>
            <a:ext cx="4825200" cy="2274300"/>
          </a:xfrm>
          <a:prstGeom prst="rect">
            <a:avLst/>
          </a:prstGeom>
        </p:spPr>
        <p:txBody>
          <a:bodyPr spcFirstLastPara="1" wrap="square" lIns="0" tIns="0" rIns="0" bIns="0" anchor="t" anchorCtr="0">
            <a:noAutofit/>
          </a:bodyPr>
          <a:lstStyle>
            <a:lvl1pPr lvl="0">
              <a:lnSpc>
                <a:spcPct val="120000"/>
              </a:lnSpc>
              <a:spcBef>
                <a:spcPts val="0"/>
              </a:spcBef>
              <a:spcAft>
                <a:spcPts val="0"/>
              </a:spcAft>
              <a:buClr>
                <a:schemeClr val="dk1"/>
              </a:buClr>
              <a:buSzPts val="1000"/>
              <a:buNone/>
              <a:defRPr sz="1000">
                <a:solidFill>
                  <a:schemeClr val="dk1"/>
                </a:solidFill>
              </a:defRPr>
            </a:lvl1pPr>
            <a:lvl2pPr lvl="1">
              <a:lnSpc>
                <a:spcPct val="120000"/>
              </a:lnSpc>
              <a:spcBef>
                <a:spcPts val="0"/>
              </a:spcBef>
              <a:spcAft>
                <a:spcPts val="0"/>
              </a:spcAft>
              <a:buClr>
                <a:schemeClr val="dk1"/>
              </a:buClr>
              <a:buSzPts val="1200"/>
              <a:buNone/>
              <a:defRPr sz="1200">
                <a:solidFill>
                  <a:schemeClr val="dk1"/>
                </a:solidFill>
              </a:defRPr>
            </a:lvl2pPr>
            <a:lvl3pPr lvl="2">
              <a:lnSpc>
                <a:spcPct val="120000"/>
              </a:lnSpc>
              <a:spcBef>
                <a:spcPts val="0"/>
              </a:spcBef>
              <a:spcAft>
                <a:spcPts val="0"/>
              </a:spcAft>
              <a:buClr>
                <a:schemeClr val="dk1"/>
              </a:buClr>
              <a:buSzPts val="1200"/>
              <a:buNone/>
              <a:defRPr sz="1200">
                <a:solidFill>
                  <a:schemeClr val="dk1"/>
                </a:solidFill>
              </a:defRPr>
            </a:lvl3pPr>
            <a:lvl4pPr lvl="3">
              <a:lnSpc>
                <a:spcPct val="120000"/>
              </a:lnSpc>
              <a:spcBef>
                <a:spcPts val="0"/>
              </a:spcBef>
              <a:spcAft>
                <a:spcPts val="0"/>
              </a:spcAft>
              <a:buClr>
                <a:schemeClr val="dk1"/>
              </a:buClr>
              <a:buSzPts val="1200"/>
              <a:buNone/>
              <a:defRPr sz="1200">
                <a:solidFill>
                  <a:schemeClr val="dk1"/>
                </a:solidFill>
              </a:defRPr>
            </a:lvl4pPr>
            <a:lvl5pPr lvl="4">
              <a:lnSpc>
                <a:spcPct val="120000"/>
              </a:lnSpc>
              <a:spcBef>
                <a:spcPts val="0"/>
              </a:spcBef>
              <a:spcAft>
                <a:spcPts val="0"/>
              </a:spcAft>
              <a:buClr>
                <a:schemeClr val="dk1"/>
              </a:buClr>
              <a:buSzPts val="1200"/>
              <a:buNone/>
              <a:defRPr sz="1200">
                <a:solidFill>
                  <a:schemeClr val="dk1"/>
                </a:solidFill>
              </a:defRPr>
            </a:lvl5pPr>
            <a:lvl6pPr lvl="5">
              <a:lnSpc>
                <a:spcPct val="120000"/>
              </a:lnSpc>
              <a:spcBef>
                <a:spcPts val="0"/>
              </a:spcBef>
              <a:spcAft>
                <a:spcPts val="0"/>
              </a:spcAft>
              <a:buClr>
                <a:schemeClr val="dk1"/>
              </a:buClr>
              <a:buSzPts val="1200"/>
              <a:buNone/>
              <a:defRPr sz="1200">
                <a:solidFill>
                  <a:schemeClr val="dk1"/>
                </a:solidFill>
              </a:defRPr>
            </a:lvl6pPr>
            <a:lvl7pPr lvl="6">
              <a:lnSpc>
                <a:spcPct val="120000"/>
              </a:lnSpc>
              <a:spcBef>
                <a:spcPts val="0"/>
              </a:spcBef>
              <a:spcAft>
                <a:spcPts val="0"/>
              </a:spcAft>
              <a:buClr>
                <a:schemeClr val="dk1"/>
              </a:buClr>
              <a:buSzPts val="1200"/>
              <a:buNone/>
              <a:defRPr sz="1200">
                <a:solidFill>
                  <a:schemeClr val="dk1"/>
                </a:solidFill>
              </a:defRPr>
            </a:lvl7pPr>
            <a:lvl8pPr lvl="7">
              <a:lnSpc>
                <a:spcPct val="120000"/>
              </a:lnSpc>
              <a:spcBef>
                <a:spcPts val="0"/>
              </a:spcBef>
              <a:spcAft>
                <a:spcPts val="0"/>
              </a:spcAft>
              <a:buClr>
                <a:schemeClr val="dk1"/>
              </a:buClr>
              <a:buSzPts val="1200"/>
              <a:buNone/>
              <a:defRPr sz="1200">
                <a:solidFill>
                  <a:schemeClr val="dk1"/>
                </a:solidFill>
              </a:defRPr>
            </a:lvl8pPr>
            <a:lvl9pPr lvl="8">
              <a:lnSpc>
                <a:spcPct val="120000"/>
              </a:lnSpc>
              <a:spcBef>
                <a:spcPts val="0"/>
              </a:spcBef>
              <a:spcAft>
                <a:spcPts val="0"/>
              </a:spcAft>
              <a:buClr>
                <a:schemeClr val="dk1"/>
              </a:buClr>
              <a:buSzPts val="1200"/>
              <a:buNone/>
              <a:defRPr sz="1200">
                <a:solidFill>
                  <a:schemeClr val="dk1"/>
                </a:solidFill>
              </a:defRPr>
            </a:lvl9pPr>
          </a:lstStyle>
          <a:p>
            <a:endParaRPr/>
          </a:p>
        </p:txBody>
      </p:sp>
      <p:sp>
        <p:nvSpPr>
          <p:cNvPr id="1201" name="Google Shape;1201;p106"/>
          <p:cNvSpPr txBox="1">
            <a:spLocks noGrp="1"/>
          </p:cNvSpPr>
          <p:nvPr>
            <p:ph type="title"/>
          </p:nvPr>
        </p:nvSpPr>
        <p:spPr>
          <a:xfrm>
            <a:off x="339050" y="1240600"/>
            <a:ext cx="4825200" cy="10689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80000"/>
              </a:lnSpc>
              <a:spcBef>
                <a:spcPts val="0"/>
              </a:spcBef>
              <a:spcAft>
                <a:spcPts val="0"/>
              </a:spcAft>
              <a:buSzPts val="2400"/>
              <a:buNone/>
              <a:defRPr sz="2400"/>
            </a:lvl2pPr>
            <a:lvl3pPr lvl="2">
              <a:lnSpc>
                <a:spcPct val="80000"/>
              </a:lnSpc>
              <a:spcBef>
                <a:spcPts val="0"/>
              </a:spcBef>
              <a:spcAft>
                <a:spcPts val="0"/>
              </a:spcAft>
              <a:buSzPts val="2400"/>
              <a:buNone/>
              <a:defRPr sz="2400"/>
            </a:lvl3pPr>
            <a:lvl4pPr lvl="3">
              <a:lnSpc>
                <a:spcPct val="80000"/>
              </a:lnSpc>
              <a:spcBef>
                <a:spcPts val="0"/>
              </a:spcBef>
              <a:spcAft>
                <a:spcPts val="0"/>
              </a:spcAft>
              <a:buSzPts val="2400"/>
              <a:buNone/>
              <a:defRPr sz="2400"/>
            </a:lvl4pPr>
            <a:lvl5pPr lvl="4">
              <a:lnSpc>
                <a:spcPct val="80000"/>
              </a:lnSpc>
              <a:spcBef>
                <a:spcPts val="0"/>
              </a:spcBef>
              <a:spcAft>
                <a:spcPts val="0"/>
              </a:spcAft>
              <a:buSzPts val="2400"/>
              <a:buNone/>
              <a:defRPr sz="2400"/>
            </a:lvl5pPr>
            <a:lvl6pPr lvl="5">
              <a:lnSpc>
                <a:spcPct val="80000"/>
              </a:lnSpc>
              <a:spcBef>
                <a:spcPts val="0"/>
              </a:spcBef>
              <a:spcAft>
                <a:spcPts val="0"/>
              </a:spcAft>
              <a:buSzPts val="2400"/>
              <a:buNone/>
              <a:defRPr sz="2400"/>
            </a:lvl6pPr>
            <a:lvl7pPr lvl="6">
              <a:lnSpc>
                <a:spcPct val="80000"/>
              </a:lnSpc>
              <a:spcBef>
                <a:spcPts val="0"/>
              </a:spcBef>
              <a:spcAft>
                <a:spcPts val="0"/>
              </a:spcAft>
              <a:buSzPts val="2400"/>
              <a:buNone/>
              <a:defRPr sz="2400"/>
            </a:lvl7pPr>
            <a:lvl8pPr lvl="7">
              <a:lnSpc>
                <a:spcPct val="80000"/>
              </a:lnSpc>
              <a:spcBef>
                <a:spcPts val="0"/>
              </a:spcBef>
              <a:spcAft>
                <a:spcPts val="0"/>
              </a:spcAft>
              <a:buSzPts val="2400"/>
              <a:buNone/>
              <a:defRPr sz="2400"/>
            </a:lvl8pPr>
            <a:lvl9pPr lvl="8">
              <a:lnSpc>
                <a:spcPct val="80000"/>
              </a:lnSpc>
              <a:spcBef>
                <a:spcPts val="0"/>
              </a:spcBef>
              <a:spcAft>
                <a:spcPts val="0"/>
              </a:spcAft>
              <a:buSzPts val="2400"/>
              <a:buNone/>
              <a:defRPr sz="2400"/>
            </a:lvl9pPr>
          </a:lstStyle>
          <a:p>
            <a:endParaRPr/>
          </a:p>
        </p:txBody>
      </p:sp>
      <p:sp>
        <p:nvSpPr>
          <p:cNvPr id="1202" name="Google Shape;1202;p10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03" name="Google Shape;1203;p106"/>
          <p:cNvSpPr txBox="1">
            <a:spLocks noGrp="1"/>
          </p:cNvSpPr>
          <p:nvPr>
            <p:ph type="subTitle" idx="2"/>
          </p:nvPr>
        </p:nvSpPr>
        <p:spPr>
          <a:xfrm>
            <a:off x="6161850" y="4279775"/>
            <a:ext cx="2672400" cy="198600"/>
          </a:xfrm>
          <a:prstGeom prst="rect">
            <a:avLst/>
          </a:prstGeom>
          <a:noFill/>
        </p:spPr>
        <p:txBody>
          <a:bodyPr spcFirstLastPara="1" wrap="square" lIns="0" tIns="0" rIns="0" bIns="0" anchor="t" anchorCtr="0">
            <a:noAutofit/>
          </a:bodyPr>
          <a:lstStyle>
            <a:lvl1pPr lvl="0">
              <a:spcBef>
                <a:spcPts val="0"/>
              </a:spcBef>
              <a:spcAft>
                <a:spcPts val="0"/>
              </a:spcAft>
              <a:buClr>
                <a:srgbClr val="666666"/>
              </a:buClr>
              <a:buSzPts val="800"/>
              <a:buFont typeface="DS Indigo Medium"/>
              <a:buNone/>
              <a:defRPr sz="800">
                <a:solidFill>
                  <a:srgbClr val="666666"/>
                </a:solidFill>
                <a:latin typeface="DS Indigo Medium"/>
                <a:ea typeface="DS Indigo Medium"/>
                <a:cs typeface="DS Indigo Medium"/>
                <a:sym typeface="DS Indigo Medium"/>
              </a:defRPr>
            </a:lvl1pPr>
            <a:lvl2pPr lvl="1">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2pPr>
            <a:lvl3pPr lvl="2">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3pPr>
            <a:lvl4pPr lvl="3">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4pPr>
            <a:lvl5pPr lvl="4">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5pPr>
            <a:lvl6pPr lvl="5">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6pPr>
            <a:lvl7pPr lvl="6">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7pPr>
            <a:lvl8pPr lvl="7">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8pPr>
            <a:lvl9pPr lvl="8">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9pPr>
          </a:lstStyle>
          <a:p>
            <a:endParaRPr/>
          </a:p>
        </p:txBody>
      </p:sp>
      <p:sp>
        <p:nvSpPr>
          <p:cNvPr id="1204" name="Google Shape;1204;p106"/>
          <p:cNvSpPr>
            <a:spLocks noGrp="1"/>
          </p:cNvSpPr>
          <p:nvPr>
            <p:ph type="pic" idx="3"/>
          </p:nvPr>
        </p:nvSpPr>
        <p:spPr>
          <a:xfrm>
            <a:off x="6161850" y="-200"/>
            <a:ext cx="2982300" cy="4160100"/>
          </a:xfrm>
          <a:prstGeom prst="round2DiagRect">
            <a:avLst>
              <a:gd name="adj1" fmla="val 49749"/>
              <a:gd name="adj2" fmla="val 0"/>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50/50 content callout 1">
  <p:cSld name="SECTION_HEADER_1_2_2_1">
    <p:spTree>
      <p:nvGrpSpPr>
        <p:cNvPr id="1" name="Shape 1205"/>
        <p:cNvGrpSpPr/>
        <p:nvPr/>
      </p:nvGrpSpPr>
      <p:grpSpPr>
        <a:xfrm>
          <a:off x="0" y="0"/>
          <a:ext cx="0" cy="0"/>
          <a:chOff x="0" y="0"/>
          <a:chExt cx="0" cy="0"/>
        </a:xfrm>
      </p:grpSpPr>
      <p:sp>
        <p:nvSpPr>
          <p:cNvPr id="1206" name="Google Shape;1206;p10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07" name="Google Shape;1207;p107"/>
          <p:cNvSpPr txBox="1">
            <a:spLocks noGrp="1"/>
          </p:cNvSpPr>
          <p:nvPr>
            <p:ph type="title"/>
          </p:nvPr>
        </p:nvSpPr>
        <p:spPr>
          <a:xfrm>
            <a:off x="342900" y="1144400"/>
            <a:ext cx="3593700" cy="292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4500"/>
              <a:buNone/>
              <a:defRPr sz="4500"/>
            </a:lvl1pPr>
            <a:lvl2pPr lvl="1">
              <a:lnSpc>
                <a:spcPct val="90000"/>
              </a:lnSpc>
              <a:spcBef>
                <a:spcPts val="0"/>
              </a:spcBef>
              <a:spcAft>
                <a:spcPts val="0"/>
              </a:spcAft>
              <a:buSzPts val="2600"/>
              <a:buNone/>
              <a:defRPr sz="2600"/>
            </a:lvl2pPr>
            <a:lvl3pPr lvl="2">
              <a:lnSpc>
                <a:spcPct val="90000"/>
              </a:lnSpc>
              <a:spcBef>
                <a:spcPts val="0"/>
              </a:spcBef>
              <a:spcAft>
                <a:spcPts val="0"/>
              </a:spcAft>
              <a:buSzPts val="2600"/>
              <a:buNone/>
              <a:defRPr sz="2600"/>
            </a:lvl3pPr>
            <a:lvl4pPr lvl="3">
              <a:lnSpc>
                <a:spcPct val="90000"/>
              </a:lnSpc>
              <a:spcBef>
                <a:spcPts val="0"/>
              </a:spcBef>
              <a:spcAft>
                <a:spcPts val="0"/>
              </a:spcAft>
              <a:buSzPts val="2600"/>
              <a:buNone/>
              <a:defRPr sz="2600"/>
            </a:lvl4pPr>
            <a:lvl5pPr lvl="4">
              <a:lnSpc>
                <a:spcPct val="90000"/>
              </a:lnSpc>
              <a:spcBef>
                <a:spcPts val="0"/>
              </a:spcBef>
              <a:spcAft>
                <a:spcPts val="0"/>
              </a:spcAft>
              <a:buSzPts val="2600"/>
              <a:buNone/>
              <a:defRPr sz="2600"/>
            </a:lvl5pPr>
            <a:lvl6pPr lvl="5">
              <a:lnSpc>
                <a:spcPct val="90000"/>
              </a:lnSpc>
              <a:spcBef>
                <a:spcPts val="0"/>
              </a:spcBef>
              <a:spcAft>
                <a:spcPts val="0"/>
              </a:spcAft>
              <a:buSzPts val="2600"/>
              <a:buNone/>
              <a:defRPr sz="2600"/>
            </a:lvl6pPr>
            <a:lvl7pPr lvl="6">
              <a:lnSpc>
                <a:spcPct val="90000"/>
              </a:lnSpc>
              <a:spcBef>
                <a:spcPts val="0"/>
              </a:spcBef>
              <a:spcAft>
                <a:spcPts val="0"/>
              </a:spcAft>
              <a:buSzPts val="2600"/>
              <a:buNone/>
              <a:defRPr sz="2600"/>
            </a:lvl7pPr>
            <a:lvl8pPr lvl="7">
              <a:lnSpc>
                <a:spcPct val="90000"/>
              </a:lnSpc>
              <a:spcBef>
                <a:spcPts val="0"/>
              </a:spcBef>
              <a:spcAft>
                <a:spcPts val="0"/>
              </a:spcAft>
              <a:buSzPts val="2600"/>
              <a:buNone/>
              <a:defRPr sz="2600"/>
            </a:lvl8pPr>
            <a:lvl9pPr lvl="8">
              <a:lnSpc>
                <a:spcPct val="90000"/>
              </a:lnSpc>
              <a:spcBef>
                <a:spcPts val="0"/>
              </a:spcBef>
              <a:spcAft>
                <a:spcPts val="0"/>
              </a:spcAft>
              <a:buSzPts val="2600"/>
              <a:buNone/>
              <a:defRPr sz="2600"/>
            </a:lvl9pPr>
          </a:lstStyle>
          <a:p>
            <a:endParaRPr/>
          </a:p>
        </p:txBody>
      </p:sp>
      <p:sp>
        <p:nvSpPr>
          <p:cNvPr id="1208" name="Google Shape;1208;p107"/>
          <p:cNvSpPr txBox="1">
            <a:spLocks noGrp="1"/>
          </p:cNvSpPr>
          <p:nvPr>
            <p:ph type="title" idx="2"/>
          </p:nvPr>
        </p:nvSpPr>
        <p:spPr>
          <a:xfrm>
            <a:off x="5294376" y="1278050"/>
            <a:ext cx="3200400" cy="2743200"/>
          </a:xfrm>
          <a:prstGeom prst="rect">
            <a:avLst/>
          </a:prstGeom>
        </p:spPr>
        <p:txBody>
          <a:bodyPr spcFirstLastPara="1" wrap="square" lIns="0" tIns="0" rIns="0" bIns="0" anchor="ctr" anchorCtr="0">
            <a:noAutofit/>
          </a:bodyPr>
          <a:lstStyle>
            <a:lvl1pPr lvl="0" algn="ctr">
              <a:lnSpc>
                <a:spcPct val="80000"/>
              </a:lnSpc>
              <a:spcBef>
                <a:spcPts val="0"/>
              </a:spcBef>
              <a:spcAft>
                <a:spcPts val="0"/>
              </a:spcAft>
              <a:buSzPts val="2000"/>
              <a:buNone/>
              <a:defRPr sz="2000"/>
            </a:lvl1pPr>
            <a:lvl2pPr lvl="1">
              <a:lnSpc>
                <a:spcPct val="90000"/>
              </a:lnSpc>
              <a:spcBef>
                <a:spcPts val="0"/>
              </a:spcBef>
              <a:spcAft>
                <a:spcPts val="0"/>
              </a:spcAft>
              <a:buSzPts val="2600"/>
              <a:buNone/>
              <a:defRPr sz="2600"/>
            </a:lvl2pPr>
            <a:lvl3pPr lvl="2">
              <a:lnSpc>
                <a:spcPct val="90000"/>
              </a:lnSpc>
              <a:spcBef>
                <a:spcPts val="0"/>
              </a:spcBef>
              <a:spcAft>
                <a:spcPts val="0"/>
              </a:spcAft>
              <a:buSzPts val="2600"/>
              <a:buNone/>
              <a:defRPr sz="2600"/>
            </a:lvl3pPr>
            <a:lvl4pPr lvl="3">
              <a:lnSpc>
                <a:spcPct val="90000"/>
              </a:lnSpc>
              <a:spcBef>
                <a:spcPts val="0"/>
              </a:spcBef>
              <a:spcAft>
                <a:spcPts val="0"/>
              </a:spcAft>
              <a:buSzPts val="2600"/>
              <a:buNone/>
              <a:defRPr sz="2600"/>
            </a:lvl4pPr>
            <a:lvl5pPr lvl="4">
              <a:lnSpc>
                <a:spcPct val="90000"/>
              </a:lnSpc>
              <a:spcBef>
                <a:spcPts val="0"/>
              </a:spcBef>
              <a:spcAft>
                <a:spcPts val="0"/>
              </a:spcAft>
              <a:buSzPts val="2600"/>
              <a:buNone/>
              <a:defRPr sz="2600"/>
            </a:lvl5pPr>
            <a:lvl6pPr lvl="5">
              <a:lnSpc>
                <a:spcPct val="90000"/>
              </a:lnSpc>
              <a:spcBef>
                <a:spcPts val="0"/>
              </a:spcBef>
              <a:spcAft>
                <a:spcPts val="0"/>
              </a:spcAft>
              <a:buSzPts val="2600"/>
              <a:buNone/>
              <a:defRPr sz="2600"/>
            </a:lvl6pPr>
            <a:lvl7pPr lvl="6">
              <a:lnSpc>
                <a:spcPct val="90000"/>
              </a:lnSpc>
              <a:spcBef>
                <a:spcPts val="0"/>
              </a:spcBef>
              <a:spcAft>
                <a:spcPts val="0"/>
              </a:spcAft>
              <a:buSzPts val="2600"/>
              <a:buNone/>
              <a:defRPr sz="2600"/>
            </a:lvl7pPr>
            <a:lvl8pPr lvl="7">
              <a:lnSpc>
                <a:spcPct val="90000"/>
              </a:lnSpc>
              <a:spcBef>
                <a:spcPts val="0"/>
              </a:spcBef>
              <a:spcAft>
                <a:spcPts val="0"/>
              </a:spcAft>
              <a:buSzPts val="2600"/>
              <a:buNone/>
              <a:defRPr sz="2600"/>
            </a:lvl8pPr>
            <a:lvl9pPr lvl="8">
              <a:lnSpc>
                <a:spcPct val="90000"/>
              </a:lnSpc>
              <a:spcBef>
                <a:spcPts val="0"/>
              </a:spcBef>
              <a:spcAft>
                <a:spcPts val="0"/>
              </a:spcAft>
              <a:buSzPts val="2600"/>
              <a:buNone/>
              <a:defRPr sz="2600"/>
            </a:lvl9pPr>
          </a:lstStyle>
          <a:p>
            <a:endParaRPr/>
          </a:p>
        </p:txBody>
      </p:sp>
      <p:cxnSp>
        <p:nvCxnSpPr>
          <p:cNvPr id="1209" name="Google Shape;1209;p107"/>
          <p:cNvCxnSpPr/>
          <p:nvPr/>
        </p:nvCxnSpPr>
        <p:spPr>
          <a:xfrm>
            <a:off x="4577550" y="1144400"/>
            <a:ext cx="0" cy="2922000"/>
          </a:xfrm>
          <a:prstGeom prst="straightConnector1">
            <a:avLst/>
          </a:prstGeom>
          <a:noFill/>
          <a:ln w="19050" cap="flat" cmpd="sng">
            <a:solidFill>
              <a:schemeClr val="accent6"/>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Image left / Callout">
  <p:cSld name="SECTION_HEADER_1_2_2_1_1">
    <p:spTree>
      <p:nvGrpSpPr>
        <p:cNvPr id="1" name="Shape 1210"/>
        <p:cNvGrpSpPr/>
        <p:nvPr/>
      </p:nvGrpSpPr>
      <p:grpSpPr>
        <a:xfrm>
          <a:off x="0" y="0"/>
          <a:ext cx="0" cy="0"/>
          <a:chOff x="0" y="0"/>
          <a:chExt cx="0" cy="0"/>
        </a:xfrm>
      </p:grpSpPr>
      <p:sp>
        <p:nvSpPr>
          <p:cNvPr id="1211" name="Google Shape;1211;p10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12" name="Google Shape;1212;p108"/>
          <p:cNvSpPr txBox="1">
            <a:spLocks noGrp="1"/>
          </p:cNvSpPr>
          <p:nvPr>
            <p:ph type="title"/>
          </p:nvPr>
        </p:nvSpPr>
        <p:spPr>
          <a:xfrm>
            <a:off x="4995100" y="1278050"/>
            <a:ext cx="3191400" cy="2654700"/>
          </a:xfrm>
          <a:prstGeom prst="rect">
            <a:avLst/>
          </a:prstGeom>
        </p:spPr>
        <p:txBody>
          <a:bodyPr spcFirstLastPara="1" wrap="square" lIns="0" tIns="0" rIns="0" bIns="0" anchor="ctr" anchorCtr="0">
            <a:noAutofit/>
          </a:bodyPr>
          <a:lstStyle>
            <a:lvl1pPr lvl="0" algn="ctr">
              <a:lnSpc>
                <a:spcPct val="80000"/>
              </a:lnSpc>
              <a:spcBef>
                <a:spcPts val="0"/>
              </a:spcBef>
              <a:spcAft>
                <a:spcPts val="0"/>
              </a:spcAft>
              <a:buSzPts val="4500"/>
              <a:buNone/>
              <a:defRPr sz="4500"/>
            </a:lvl1pPr>
            <a:lvl2pPr lvl="1">
              <a:lnSpc>
                <a:spcPct val="90000"/>
              </a:lnSpc>
              <a:spcBef>
                <a:spcPts val="0"/>
              </a:spcBef>
              <a:spcAft>
                <a:spcPts val="0"/>
              </a:spcAft>
              <a:buSzPts val="2600"/>
              <a:buNone/>
              <a:defRPr sz="2600"/>
            </a:lvl2pPr>
            <a:lvl3pPr lvl="2">
              <a:lnSpc>
                <a:spcPct val="90000"/>
              </a:lnSpc>
              <a:spcBef>
                <a:spcPts val="0"/>
              </a:spcBef>
              <a:spcAft>
                <a:spcPts val="0"/>
              </a:spcAft>
              <a:buSzPts val="2600"/>
              <a:buNone/>
              <a:defRPr sz="2600"/>
            </a:lvl3pPr>
            <a:lvl4pPr lvl="3">
              <a:lnSpc>
                <a:spcPct val="90000"/>
              </a:lnSpc>
              <a:spcBef>
                <a:spcPts val="0"/>
              </a:spcBef>
              <a:spcAft>
                <a:spcPts val="0"/>
              </a:spcAft>
              <a:buSzPts val="2600"/>
              <a:buNone/>
              <a:defRPr sz="2600"/>
            </a:lvl4pPr>
            <a:lvl5pPr lvl="4">
              <a:lnSpc>
                <a:spcPct val="90000"/>
              </a:lnSpc>
              <a:spcBef>
                <a:spcPts val="0"/>
              </a:spcBef>
              <a:spcAft>
                <a:spcPts val="0"/>
              </a:spcAft>
              <a:buSzPts val="2600"/>
              <a:buNone/>
              <a:defRPr sz="2600"/>
            </a:lvl5pPr>
            <a:lvl6pPr lvl="5">
              <a:lnSpc>
                <a:spcPct val="90000"/>
              </a:lnSpc>
              <a:spcBef>
                <a:spcPts val="0"/>
              </a:spcBef>
              <a:spcAft>
                <a:spcPts val="0"/>
              </a:spcAft>
              <a:buSzPts val="2600"/>
              <a:buNone/>
              <a:defRPr sz="2600"/>
            </a:lvl6pPr>
            <a:lvl7pPr lvl="6">
              <a:lnSpc>
                <a:spcPct val="90000"/>
              </a:lnSpc>
              <a:spcBef>
                <a:spcPts val="0"/>
              </a:spcBef>
              <a:spcAft>
                <a:spcPts val="0"/>
              </a:spcAft>
              <a:buSzPts val="2600"/>
              <a:buNone/>
              <a:defRPr sz="2600"/>
            </a:lvl7pPr>
            <a:lvl8pPr lvl="7">
              <a:lnSpc>
                <a:spcPct val="90000"/>
              </a:lnSpc>
              <a:spcBef>
                <a:spcPts val="0"/>
              </a:spcBef>
              <a:spcAft>
                <a:spcPts val="0"/>
              </a:spcAft>
              <a:buSzPts val="2600"/>
              <a:buNone/>
              <a:defRPr sz="2600"/>
            </a:lvl8pPr>
            <a:lvl9pPr lvl="8">
              <a:lnSpc>
                <a:spcPct val="90000"/>
              </a:lnSpc>
              <a:spcBef>
                <a:spcPts val="0"/>
              </a:spcBef>
              <a:spcAft>
                <a:spcPts val="0"/>
              </a:spcAft>
              <a:buSzPts val="2600"/>
              <a:buNone/>
              <a:defRPr sz="26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4 Stats">
  <p:cSld name="SECTION_HEADER_4">
    <p:spTree>
      <p:nvGrpSpPr>
        <p:cNvPr id="1" name="Shape 1213"/>
        <p:cNvGrpSpPr/>
        <p:nvPr/>
      </p:nvGrpSpPr>
      <p:grpSpPr>
        <a:xfrm>
          <a:off x="0" y="0"/>
          <a:ext cx="0" cy="0"/>
          <a:chOff x="0" y="0"/>
          <a:chExt cx="0" cy="0"/>
        </a:xfrm>
      </p:grpSpPr>
      <p:sp>
        <p:nvSpPr>
          <p:cNvPr id="1214" name="Google Shape;1214;p10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15" name="Google Shape;1215;p109"/>
          <p:cNvSpPr txBox="1">
            <a:spLocks noGrp="1"/>
          </p:cNvSpPr>
          <p:nvPr>
            <p:ph type="subTitle" idx="1"/>
          </p:nvPr>
        </p:nvSpPr>
        <p:spPr>
          <a:xfrm>
            <a:off x="3966425" y="627750"/>
            <a:ext cx="1935300" cy="10938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16" name="Google Shape;1216;p109"/>
          <p:cNvSpPr txBox="1">
            <a:spLocks noGrp="1"/>
          </p:cNvSpPr>
          <p:nvPr>
            <p:ph type="subTitle" idx="2"/>
          </p:nvPr>
        </p:nvSpPr>
        <p:spPr>
          <a:xfrm>
            <a:off x="3962400" y="1958626"/>
            <a:ext cx="19353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17" name="Google Shape;1217;p109"/>
          <p:cNvCxnSpPr/>
          <p:nvPr/>
        </p:nvCxnSpPr>
        <p:spPr>
          <a:xfrm>
            <a:off x="3962400" y="1882611"/>
            <a:ext cx="1943100" cy="0"/>
          </a:xfrm>
          <a:prstGeom prst="straightConnector1">
            <a:avLst/>
          </a:prstGeom>
          <a:noFill/>
          <a:ln w="9525" cap="flat" cmpd="sng">
            <a:solidFill>
              <a:schemeClr val="accent6"/>
            </a:solidFill>
            <a:prstDash val="solid"/>
            <a:round/>
            <a:headEnd type="none" w="med" len="med"/>
            <a:tailEnd type="none" w="med" len="med"/>
          </a:ln>
        </p:spPr>
      </p:cxnSp>
      <p:sp>
        <p:nvSpPr>
          <p:cNvPr id="1218" name="Google Shape;1218;p109"/>
          <p:cNvSpPr txBox="1">
            <a:spLocks noGrp="1"/>
          </p:cNvSpPr>
          <p:nvPr>
            <p:ph type="title"/>
          </p:nvPr>
        </p:nvSpPr>
        <p:spPr>
          <a:xfrm>
            <a:off x="342900" y="1240600"/>
            <a:ext cx="2657400" cy="28056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4500"/>
              <a:buNone/>
              <a:defRPr sz="45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219" name="Google Shape;1219;p109"/>
          <p:cNvSpPr txBox="1">
            <a:spLocks noGrp="1"/>
          </p:cNvSpPr>
          <p:nvPr>
            <p:ph type="subTitle" idx="3"/>
          </p:nvPr>
        </p:nvSpPr>
        <p:spPr>
          <a:xfrm>
            <a:off x="6378900" y="627750"/>
            <a:ext cx="1935300" cy="10938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20" name="Google Shape;1220;p109"/>
          <p:cNvSpPr txBox="1">
            <a:spLocks noGrp="1"/>
          </p:cNvSpPr>
          <p:nvPr>
            <p:ph type="subTitle" idx="4"/>
          </p:nvPr>
        </p:nvSpPr>
        <p:spPr>
          <a:xfrm>
            <a:off x="6374875" y="1958626"/>
            <a:ext cx="19353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21" name="Google Shape;1221;p109"/>
          <p:cNvCxnSpPr/>
          <p:nvPr/>
        </p:nvCxnSpPr>
        <p:spPr>
          <a:xfrm>
            <a:off x="6374875" y="1882611"/>
            <a:ext cx="1943100" cy="0"/>
          </a:xfrm>
          <a:prstGeom prst="straightConnector1">
            <a:avLst/>
          </a:prstGeom>
          <a:noFill/>
          <a:ln w="9525" cap="flat" cmpd="sng">
            <a:solidFill>
              <a:schemeClr val="accent6"/>
            </a:solidFill>
            <a:prstDash val="solid"/>
            <a:round/>
            <a:headEnd type="none" w="med" len="med"/>
            <a:tailEnd type="none" w="med" len="med"/>
          </a:ln>
        </p:spPr>
      </p:cxnSp>
      <p:sp>
        <p:nvSpPr>
          <p:cNvPr id="1222" name="Google Shape;1222;p109"/>
          <p:cNvSpPr txBox="1">
            <a:spLocks noGrp="1"/>
          </p:cNvSpPr>
          <p:nvPr>
            <p:ph type="subTitle" idx="5"/>
          </p:nvPr>
        </p:nvSpPr>
        <p:spPr>
          <a:xfrm>
            <a:off x="3966425" y="2651350"/>
            <a:ext cx="1935300" cy="10938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23" name="Google Shape;1223;p109"/>
          <p:cNvSpPr txBox="1">
            <a:spLocks noGrp="1"/>
          </p:cNvSpPr>
          <p:nvPr>
            <p:ph type="subTitle" idx="6"/>
          </p:nvPr>
        </p:nvSpPr>
        <p:spPr>
          <a:xfrm>
            <a:off x="3962400" y="3960025"/>
            <a:ext cx="19353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24" name="Google Shape;1224;p109"/>
          <p:cNvCxnSpPr/>
          <p:nvPr/>
        </p:nvCxnSpPr>
        <p:spPr>
          <a:xfrm>
            <a:off x="3962400" y="3895100"/>
            <a:ext cx="1943100" cy="0"/>
          </a:xfrm>
          <a:prstGeom prst="straightConnector1">
            <a:avLst/>
          </a:prstGeom>
          <a:noFill/>
          <a:ln w="9525" cap="flat" cmpd="sng">
            <a:solidFill>
              <a:schemeClr val="accent6"/>
            </a:solidFill>
            <a:prstDash val="solid"/>
            <a:round/>
            <a:headEnd type="none" w="med" len="med"/>
            <a:tailEnd type="none" w="med" len="med"/>
          </a:ln>
        </p:spPr>
      </p:cxnSp>
      <p:sp>
        <p:nvSpPr>
          <p:cNvPr id="1225" name="Google Shape;1225;p109"/>
          <p:cNvSpPr txBox="1">
            <a:spLocks noGrp="1"/>
          </p:cNvSpPr>
          <p:nvPr>
            <p:ph type="subTitle" idx="7"/>
          </p:nvPr>
        </p:nvSpPr>
        <p:spPr>
          <a:xfrm>
            <a:off x="6378900" y="2651350"/>
            <a:ext cx="1935300" cy="10938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26" name="Google Shape;1226;p109"/>
          <p:cNvSpPr txBox="1">
            <a:spLocks noGrp="1"/>
          </p:cNvSpPr>
          <p:nvPr>
            <p:ph type="subTitle" idx="8"/>
          </p:nvPr>
        </p:nvSpPr>
        <p:spPr>
          <a:xfrm>
            <a:off x="6374875" y="3960025"/>
            <a:ext cx="19353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27" name="Google Shape;1227;p109"/>
          <p:cNvCxnSpPr/>
          <p:nvPr/>
        </p:nvCxnSpPr>
        <p:spPr>
          <a:xfrm>
            <a:off x="6374875" y="3895100"/>
            <a:ext cx="1943100" cy="0"/>
          </a:xfrm>
          <a:prstGeom prst="straightConnector1">
            <a:avLst/>
          </a:prstGeom>
          <a:noFill/>
          <a:ln w="9525" cap="flat" cmpd="sng">
            <a:solidFill>
              <a:schemeClr val="accent6"/>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2 Stats">
  <p:cSld name="SECTION_HEADER_4_1">
    <p:spTree>
      <p:nvGrpSpPr>
        <p:cNvPr id="1" name="Shape 1228"/>
        <p:cNvGrpSpPr/>
        <p:nvPr/>
      </p:nvGrpSpPr>
      <p:grpSpPr>
        <a:xfrm>
          <a:off x="0" y="0"/>
          <a:ext cx="0" cy="0"/>
          <a:chOff x="0" y="0"/>
          <a:chExt cx="0" cy="0"/>
        </a:xfrm>
      </p:grpSpPr>
      <p:sp>
        <p:nvSpPr>
          <p:cNvPr id="1229" name="Google Shape;1229;p11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30" name="Google Shape;1230;p110"/>
          <p:cNvSpPr txBox="1">
            <a:spLocks noGrp="1"/>
          </p:cNvSpPr>
          <p:nvPr>
            <p:ph type="title"/>
          </p:nvPr>
        </p:nvSpPr>
        <p:spPr>
          <a:xfrm>
            <a:off x="342900" y="1240600"/>
            <a:ext cx="2657400" cy="28056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4500"/>
              <a:buNone/>
              <a:defRPr sz="45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231" name="Google Shape;1231;p110"/>
          <p:cNvSpPr txBox="1">
            <a:spLocks noGrp="1"/>
          </p:cNvSpPr>
          <p:nvPr>
            <p:ph type="subTitle" idx="1"/>
          </p:nvPr>
        </p:nvSpPr>
        <p:spPr>
          <a:xfrm>
            <a:off x="6378900" y="627750"/>
            <a:ext cx="1935300" cy="10938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32" name="Google Shape;1232;p110"/>
          <p:cNvSpPr txBox="1">
            <a:spLocks noGrp="1"/>
          </p:cNvSpPr>
          <p:nvPr>
            <p:ph type="subTitle" idx="2"/>
          </p:nvPr>
        </p:nvSpPr>
        <p:spPr>
          <a:xfrm>
            <a:off x="6374875" y="1958626"/>
            <a:ext cx="19353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33" name="Google Shape;1233;p110"/>
          <p:cNvCxnSpPr/>
          <p:nvPr/>
        </p:nvCxnSpPr>
        <p:spPr>
          <a:xfrm>
            <a:off x="6374875" y="1882611"/>
            <a:ext cx="1943100" cy="0"/>
          </a:xfrm>
          <a:prstGeom prst="straightConnector1">
            <a:avLst/>
          </a:prstGeom>
          <a:noFill/>
          <a:ln w="9525" cap="flat" cmpd="sng">
            <a:solidFill>
              <a:schemeClr val="accent6"/>
            </a:solidFill>
            <a:prstDash val="solid"/>
            <a:round/>
            <a:headEnd type="none" w="med" len="med"/>
            <a:tailEnd type="none" w="med" len="med"/>
          </a:ln>
        </p:spPr>
      </p:cxnSp>
      <p:sp>
        <p:nvSpPr>
          <p:cNvPr id="1234" name="Google Shape;1234;p110"/>
          <p:cNvSpPr txBox="1">
            <a:spLocks noGrp="1"/>
          </p:cNvSpPr>
          <p:nvPr>
            <p:ph type="subTitle" idx="3"/>
          </p:nvPr>
        </p:nvSpPr>
        <p:spPr>
          <a:xfrm>
            <a:off x="6378900" y="2651350"/>
            <a:ext cx="1935300" cy="10938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35" name="Google Shape;1235;p110"/>
          <p:cNvSpPr txBox="1">
            <a:spLocks noGrp="1"/>
          </p:cNvSpPr>
          <p:nvPr>
            <p:ph type="subTitle" idx="4"/>
          </p:nvPr>
        </p:nvSpPr>
        <p:spPr>
          <a:xfrm>
            <a:off x="6374875" y="3960025"/>
            <a:ext cx="19353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36" name="Google Shape;1236;p110"/>
          <p:cNvCxnSpPr/>
          <p:nvPr/>
        </p:nvCxnSpPr>
        <p:spPr>
          <a:xfrm>
            <a:off x="6374875" y="3895100"/>
            <a:ext cx="1943100" cy="0"/>
          </a:xfrm>
          <a:prstGeom prst="straightConnector1">
            <a:avLst/>
          </a:prstGeom>
          <a:noFill/>
          <a:ln w="9525" cap="flat" cmpd="sng">
            <a:solidFill>
              <a:schemeClr val="accent6"/>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2 Chart Stats">
  <p:cSld name="SECTION_HEADER_4_1_1">
    <p:spTree>
      <p:nvGrpSpPr>
        <p:cNvPr id="1" name="Shape 1237"/>
        <p:cNvGrpSpPr/>
        <p:nvPr/>
      </p:nvGrpSpPr>
      <p:grpSpPr>
        <a:xfrm>
          <a:off x="0" y="0"/>
          <a:ext cx="0" cy="0"/>
          <a:chOff x="0" y="0"/>
          <a:chExt cx="0" cy="0"/>
        </a:xfrm>
      </p:grpSpPr>
      <p:sp>
        <p:nvSpPr>
          <p:cNvPr id="1238" name="Google Shape;1238;p11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39" name="Google Shape;1239;p111"/>
          <p:cNvSpPr txBox="1">
            <a:spLocks noGrp="1"/>
          </p:cNvSpPr>
          <p:nvPr>
            <p:ph type="title"/>
          </p:nvPr>
        </p:nvSpPr>
        <p:spPr>
          <a:xfrm>
            <a:off x="342900" y="1240600"/>
            <a:ext cx="2643000" cy="3128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4500"/>
              <a:buNone/>
              <a:defRPr sz="45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240" name="Google Shape;1240;p111"/>
          <p:cNvSpPr txBox="1">
            <a:spLocks noGrp="1"/>
          </p:cNvSpPr>
          <p:nvPr>
            <p:ph type="subTitle" idx="1"/>
          </p:nvPr>
        </p:nvSpPr>
        <p:spPr>
          <a:xfrm>
            <a:off x="3609975" y="3946804"/>
            <a:ext cx="1907100" cy="448200"/>
          </a:xfrm>
          <a:prstGeom prst="rect">
            <a:avLst/>
          </a:prstGeom>
        </p:spPr>
        <p:txBody>
          <a:bodyPr spcFirstLastPara="1" wrap="square" lIns="0" tIns="0" rIns="0" bIns="0" anchor="b" anchorCtr="0">
            <a:noAutofit/>
          </a:bodyPr>
          <a:lstStyle>
            <a:lvl1pPr lvl="0" algn="ctr">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cxnSp>
        <p:nvCxnSpPr>
          <p:cNvPr id="1241" name="Google Shape;1241;p111"/>
          <p:cNvCxnSpPr/>
          <p:nvPr/>
        </p:nvCxnSpPr>
        <p:spPr>
          <a:xfrm>
            <a:off x="3606000" y="3746803"/>
            <a:ext cx="1924200" cy="0"/>
          </a:xfrm>
          <a:prstGeom prst="straightConnector1">
            <a:avLst/>
          </a:prstGeom>
          <a:noFill/>
          <a:ln w="9525" cap="flat" cmpd="sng">
            <a:solidFill>
              <a:schemeClr val="accent6"/>
            </a:solidFill>
            <a:prstDash val="solid"/>
            <a:round/>
            <a:headEnd type="none" w="med" len="med"/>
            <a:tailEnd type="none" w="med" len="med"/>
          </a:ln>
        </p:spPr>
      </p:cxnSp>
      <p:sp>
        <p:nvSpPr>
          <p:cNvPr id="1242" name="Google Shape;1242;p111"/>
          <p:cNvSpPr txBox="1">
            <a:spLocks noGrp="1"/>
          </p:cNvSpPr>
          <p:nvPr>
            <p:ph type="subTitle" idx="2"/>
          </p:nvPr>
        </p:nvSpPr>
        <p:spPr>
          <a:xfrm>
            <a:off x="6423725" y="3946804"/>
            <a:ext cx="1907100" cy="448200"/>
          </a:xfrm>
          <a:prstGeom prst="rect">
            <a:avLst/>
          </a:prstGeom>
        </p:spPr>
        <p:txBody>
          <a:bodyPr spcFirstLastPara="1" wrap="square" lIns="0" tIns="0" rIns="0" bIns="0" anchor="b" anchorCtr="0">
            <a:noAutofit/>
          </a:bodyPr>
          <a:lstStyle>
            <a:lvl1pPr lvl="0" algn="ctr">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cxnSp>
        <p:nvCxnSpPr>
          <p:cNvPr id="1243" name="Google Shape;1243;p111"/>
          <p:cNvCxnSpPr/>
          <p:nvPr/>
        </p:nvCxnSpPr>
        <p:spPr>
          <a:xfrm>
            <a:off x="6419750" y="3746803"/>
            <a:ext cx="1924200" cy="0"/>
          </a:xfrm>
          <a:prstGeom prst="straightConnector1">
            <a:avLst/>
          </a:prstGeom>
          <a:noFill/>
          <a:ln w="9525" cap="flat" cmpd="sng">
            <a:solidFill>
              <a:schemeClr val="accent6"/>
            </a:solidFill>
            <a:prstDash val="solid"/>
            <a:round/>
            <a:headEnd type="none" w="med" len="med"/>
            <a:tailEnd type="none" w="med" len="med"/>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ase Study">
  <p:cSld name="SECTION_HEADER_4_2">
    <p:spTree>
      <p:nvGrpSpPr>
        <p:cNvPr id="1" name="Shape 1244"/>
        <p:cNvGrpSpPr/>
        <p:nvPr/>
      </p:nvGrpSpPr>
      <p:grpSpPr>
        <a:xfrm>
          <a:off x="0" y="0"/>
          <a:ext cx="0" cy="0"/>
          <a:chOff x="0" y="0"/>
          <a:chExt cx="0" cy="0"/>
        </a:xfrm>
      </p:grpSpPr>
      <p:sp>
        <p:nvSpPr>
          <p:cNvPr id="1245" name="Google Shape;1245;p112"/>
          <p:cNvSpPr/>
          <p:nvPr/>
        </p:nvSpPr>
        <p:spPr>
          <a:xfrm flipH="1">
            <a:off x="6891625" y="1113575"/>
            <a:ext cx="2252400" cy="4029900"/>
          </a:xfrm>
          <a:prstGeom prst="round1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246" name="Google Shape;1246;p11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47" name="Google Shape;1247;p112"/>
          <p:cNvSpPr txBox="1">
            <a:spLocks noGrp="1"/>
          </p:cNvSpPr>
          <p:nvPr>
            <p:ph type="subTitle" idx="1"/>
          </p:nvPr>
        </p:nvSpPr>
        <p:spPr>
          <a:xfrm>
            <a:off x="346875" y="1977754"/>
            <a:ext cx="19071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48" name="Google Shape;1248;p112"/>
          <p:cNvSpPr txBox="1">
            <a:spLocks noGrp="1"/>
          </p:cNvSpPr>
          <p:nvPr>
            <p:ph type="subTitle" idx="2"/>
          </p:nvPr>
        </p:nvSpPr>
        <p:spPr>
          <a:xfrm>
            <a:off x="348450" y="2743150"/>
            <a:ext cx="1907100" cy="17637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cxnSp>
        <p:nvCxnSpPr>
          <p:cNvPr id="1249" name="Google Shape;1249;p112"/>
          <p:cNvCxnSpPr/>
          <p:nvPr/>
        </p:nvCxnSpPr>
        <p:spPr>
          <a:xfrm>
            <a:off x="342900" y="2573890"/>
            <a:ext cx="1924200" cy="0"/>
          </a:xfrm>
          <a:prstGeom prst="straightConnector1">
            <a:avLst/>
          </a:prstGeom>
          <a:noFill/>
          <a:ln w="9525" cap="flat" cmpd="sng">
            <a:solidFill>
              <a:schemeClr val="accent6"/>
            </a:solidFill>
            <a:prstDash val="solid"/>
            <a:round/>
            <a:headEnd type="none" w="med" len="med"/>
            <a:tailEnd type="none" w="med" len="med"/>
          </a:ln>
        </p:spPr>
      </p:cxnSp>
      <p:sp>
        <p:nvSpPr>
          <p:cNvPr id="1250" name="Google Shape;1250;p112"/>
          <p:cNvSpPr txBox="1">
            <a:spLocks noGrp="1"/>
          </p:cNvSpPr>
          <p:nvPr>
            <p:ph type="subTitle" idx="3"/>
          </p:nvPr>
        </p:nvSpPr>
        <p:spPr>
          <a:xfrm>
            <a:off x="2527950" y="1977754"/>
            <a:ext cx="19071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51" name="Google Shape;1251;p112"/>
          <p:cNvSpPr txBox="1">
            <a:spLocks noGrp="1"/>
          </p:cNvSpPr>
          <p:nvPr>
            <p:ph type="subTitle" idx="4"/>
          </p:nvPr>
        </p:nvSpPr>
        <p:spPr>
          <a:xfrm>
            <a:off x="2537282" y="2743150"/>
            <a:ext cx="1907100" cy="17637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cxnSp>
        <p:nvCxnSpPr>
          <p:cNvPr id="1252" name="Google Shape;1252;p112"/>
          <p:cNvCxnSpPr/>
          <p:nvPr/>
        </p:nvCxnSpPr>
        <p:spPr>
          <a:xfrm>
            <a:off x="2514600" y="2573890"/>
            <a:ext cx="1924200" cy="0"/>
          </a:xfrm>
          <a:prstGeom prst="straightConnector1">
            <a:avLst/>
          </a:prstGeom>
          <a:noFill/>
          <a:ln w="9525" cap="flat" cmpd="sng">
            <a:solidFill>
              <a:schemeClr val="accent6"/>
            </a:solidFill>
            <a:prstDash val="solid"/>
            <a:round/>
            <a:headEnd type="none" w="med" len="med"/>
            <a:tailEnd type="none" w="med" len="med"/>
          </a:ln>
        </p:spPr>
      </p:cxnSp>
      <p:sp>
        <p:nvSpPr>
          <p:cNvPr id="1253" name="Google Shape;1253;p112"/>
          <p:cNvSpPr txBox="1">
            <a:spLocks noGrp="1"/>
          </p:cNvSpPr>
          <p:nvPr>
            <p:ph type="subTitle" idx="5"/>
          </p:nvPr>
        </p:nvSpPr>
        <p:spPr>
          <a:xfrm>
            <a:off x="4707100" y="1977754"/>
            <a:ext cx="18996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54" name="Google Shape;1254;p112"/>
          <p:cNvSpPr txBox="1">
            <a:spLocks noGrp="1"/>
          </p:cNvSpPr>
          <p:nvPr>
            <p:ph type="subTitle" idx="6"/>
          </p:nvPr>
        </p:nvSpPr>
        <p:spPr>
          <a:xfrm>
            <a:off x="4716398" y="2743150"/>
            <a:ext cx="1899600" cy="17637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cxnSp>
        <p:nvCxnSpPr>
          <p:cNvPr id="1255" name="Google Shape;1255;p112"/>
          <p:cNvCxnSpPr/>
          <p:nvPr/>
        </p:nvCxnSpPr>
        <p:spPr>
          <a:xfrm>
            <a:off x="4704142" y="2573890"/>
            <a:ext cx="1915200" cy="0"/>
          </a:xfrm>
          <a:prstGeom prst="straightConnector1">
            <a:avLst/>
          </a:prstGeom>
          <a:noFill/>
          <a:ln w="9525" cap="flat" cmpd="sng">
            <a:solidFill>
              <a:schemeClr val="accent6"/>
            </a:solidFill>
            <a:prstDash val="solid"/>
            <a:round/>
            <a:headEnd type="none" w="med" len="med"/>
            <a:tailEnd type="none" w="med" len="med"/>
          </a:ln>
        </p:spPr>
      </p:cxnSp>
      <p:sp>
        <p:nvSpPr>
          <p:cNvPr id="1256" name="Google Shape;1256;p112"/>
          <p:cNvSpPr txBox="1">
            <a:spLocks noGrp="1"/>
          </p:cNvSpPr>
          <p:nvPr>
            <p:ph type="subTitle" idx="7"/>
          </p:nvPr>
        </p:nvSpPr>
        <p:spPr>
          <a:xfrm>
            <a:off x="7346425" y="1885950"/>
            <a:ext cx="14580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000"/>
              <a:buNone/>
              <a:defRPr sz="1000" b="1">
                <a:solidFill>
                  <a:schemeClr val="dk1"/>
                </a:solidFill>
              </a:defRPr>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57" name="Google Shape;1257;p112"/>
          <p:cNvSpPr txBox="1">
            <a:spLocks noGrp="1"/>
          </p:cNvSpPr>
          <p:nvPr>
            <p:ph type="subTitle" idx="8"/>
          </p:nvPr>
        </p:nvSpPr>
        <p:spPr>
          <a:xfrm>
            <a:off x="342875" y="1275550"/>
            <a:ext cx="6286500" cy="448200"/>
          </a:xfrm>
          <a:prstGeom prst="rect">
            <a:avLst/>
          </a:prstGeom>
        </p:spPr>
        <p:txBody>
          <a:bodyPr spcFirstLastPara="1" wrap="square" lIns="0" tIns="0" rIns="0" bIns="0" anchor="t" anchorCtr="0">
            <a:noAutofit/>
          </a:bodyPr>
          <a:lstStyle>
            <a:lvl1pPr lvl="0">
              <a:spcBef>
                <a:spcPts val="0"/>
              </a:spcBef>
              <a:spcAft>
                <a:spcPts val="0"/>
              </a:spcAft>
              <a:buSzPts val="1000"/>
              <a:buNone/>
              <a:defRPr sz="1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258" name="Google Shape;1258;p112"/>
          <p:cNvSpPr txBox="1">
            <a:spLocks noGrp="1"/>
          </p:cNvSpPr>
          <p:nvPr>
            <p:ph type="subTitle" idx="9"/>
          </p:nvPr>
        </p:nvSpPr>
        <p:spPr>
          <a:xfrm>
            <a:off x="7346425" y="2904250"/>
            <a:ext cx="14580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000"/>
              <a:buNone/>
              <a:defRPr sz="1000" b="1">
                <a:solidFill>
                  <a:schemeClr val="dk1"/>
                </a:solidFill>
              </a:defRPr>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59" name="Google Shape;1259;p112"/>
          <p:cNvSpPr txBox="1">
            <a:spLocks noGrp="1"/>
          </p:cNvSpPr>
          <p:nvPr>
            <p:ph type="subTitle" idx="13"/>
          </p:nvPr>
        </p:nvSpPr>
        <p:spPr>
          <a:xfrm>
            <a:off x="7346425" y="3970300"/>
            <a:ext cx="14580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000"/>
              <a:buNone/>
              <a:defRPr sz="1000" b="1">
                <a:solidFill>
                  <a:schemeClr val="dk1"/>
                </a:solidFill>
              </a:defRPr>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60" name="Google Shape;1260;p112"/>
          <p:cNvSpPr txBox="1">
            <a:spLocks noGrp="1"/>
          </p:cNvSpPr>
          <p:nvPr>
            <p:ph type="subTitle" idx="14"/>
          </p:nvPr>
        </p:nvSpPr>
        <p:spPr>
          <a:xfrm>
            <a:off x="7346425" y="2437254"/>
            <a:ext cx="1458000" cy="2052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0"/>
              </a:spcBef>
              <a:spcAft>
                <a:spcPts val="0"/>
              </a:spcAft>
              <a:buSzPts val="800"/>
              <a:buNone/>
              <a:defRPr sz="800"/>
            </a:lvl2pPr>
            <a:lvl3pPr lvl="2">
              <a:lnSpc>
                <a:spcPct val="120000"/>
              </a:lnSpc>
              <a:spcBef>
                <a:spcPts val="0"/>
              </a:spcBef>
              <a:spcAft>
                <a:spcPts val="0"/>
              </a:spcAft>
              <a:buSzPts val="800"/>
              <a:buNone/>
              <a:defRPr sz="800"/>
            </a:lvl3pPr>
            <a:lvl4pPr lvl="3">
              <a:lnSpc>
                <a:spcPct val="120000"/>
              </a:lnSpc>
              <a:spcBef>
                <a:spcPts val="0"/>
              </a:spcBef>
              <a:spcAft>
                <a:spcPts val="0"/>
              </a:spcAft>
              <a:buSzPts val="800"/>
              <a:buNone/>
              <a:defRPr sz="800"/>
            </a:lvl4pPr>
            <a:lvl5pPr lvl="4">
              <a:lnSpc>
                <a:spcPct val="120000"/>
              </a:lnSpc>
              <a:spcBef>
                <a:spcPts val="0"/>
              </a:spcBef>
              <a:spcAft>
                <a:spcPts val="0"/>
              </a:spcAft>
              <a:buSzPts val="800"/>
              <a:buNone/>
              <a:defRPr sz="800"/>
            </a:lvl5pPr>
            <a:lvl6pPr lvl="5">
              <a:lnSpc>
                <a:spcPct val="120000"/>
              </a:lnSpc>
              <a:spcBef>
                <a:spcPts val="0"/>
              </a:spcBef>
              <a:spcAft>
                <a:spcPts val="0"/>
              </a:spcAft>
              <a:buSzPts val="800"/>
              <a:buNone/>
              <a:defRPr sz="800"/>
            </a:lvl6pPr>
            <a:lvl7pPr lvl="6">
              <a:lnSpc>
                <a:spcPct val="120000"/>
              </a:lnSpc>
              <a:spcBef>
                <a:spcPts val="0"/>
              </a:spcBef>
              <a:spcAft>
                <a:spcPts val="0"/>
              </a:spcAft>
              <a:buSzPts val="800"/>
              <a:buNone/>
              <a:defRPr sz="800"/>
            </a:lvl7pPr>
            <a:lvl8pPr lvl="7">
              <a:lnSpc>
                <a:spcPct val="120000"/>
              </a:lnSpc>
              <a:spcBef>
                <a:spcPts val="0"/>
              </a:spcBef>
              <a:spcAft>
                <a:spcPts val="0"/>
              </a:spcAft>
              <a:buSzPts val="800"/>
              <a:buNone/>
              <a:defRPr sz="800"/>
            </a:lvl8pPr>
            <a:lvl9pPr lvl="8">
              <a:lnSpc>
                <a:spcPct val="120000"/>
              </a:lnSpc>
              <a:spcBef>
                <a:spcPts val="0"/>
              </a:spcBef>
              <a:spcAft>
                <a:spcPts val="0"/>
              </a:spcAft>
              <a:buSzPts val="800"/>
              <a:buNone/>
              <a:defRPr sz="800"/>
            </a:lvl9pPr>
          </a:lstStyle>
          <a:p>
            <a:endParaRPr/>
          </a:p>
        </p:txBody>
      </p:sp>
      <p:sp>
        <p:nvSpPr>
          <p:cNvPr id="1261" name="Google Shape;1261;p112"/>
          <p:cNvSpPr txBox="1">
            <a:spLocks noGrp="1"/>
          </p:cNvSpPr>
          <p:nvPr>
            <p:ph type="subTitle" idx="15"/>
          </p:nvPr>
        </p:nvSpPr>
        <p:spPr>
          <a:xfrm>
            <a:off x="7346425" y="3424100"/>
            <a:ext cx="1458000" cy="2052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0"/>
              </a:spcBef>
              <a:spcAft>
                <a:spcPts val="0"/>
              </a:spcAft>
              <a:buSzPts val="800"/>
              <a:buNone/>
              <a:defRPr sz="800"/>
            </a:lvl2pPr>
            <a:lvl3pPr lvl="2">
              <a:lnSpc>
                <a:spcPct val="120000"/>
              </a:lnSpc>
              <a:spcBef>
                <a:spcPts val="0"/>
              </a:spcBef>
              <a:spcAft>
                <a:spcPts val="0"/>
              </a:spcAft>
              <a:buSzPts val="800"/>
              <a:buNone/>
              <a:defRPr sz="800"/>
            </a:lvl3pPr>
            <a:lvl4pPr lvl="3">
              <a:lnSpc>
                <a:spcPct val="120000"/>
              </a:lnSpc>
              <a:spcBef>
                <a:spcPts val="0"/>
              </a:spcBef>
              <a:spcAft>
                <a:spcPts val="0"/>
              </a:spcAft>
              <a:buSzPts val="800"/>
              <a:buNone/>
              <a:defRPr sz="800"/>
            </a:lvl4pPr>
            <a:lvl5pPr lvl="4">
              <a:lnSpc>
                <a:spcPct val="120000"/>
              </a:lnSpc>
              <a:spcBef>
                <a:spcPts val="0"/>
              </a:spcBef>
              <a:spcAft>
                <a:spcPts val="0"/>
              </a:spcAft>
              <a:buSzPts val="800"/>
              <a:buNone/>
              <a:defRPr sz="800"/>
            </a:lvl5pPr>
            <a:lvl6pPr lvl="5">
              <a:lnSpc>
                <a:spcPct val="120000"/>
              </a:lnSpc>
              <a:spcBef>
                <a:spcPts val="0"/>
              </a:spcBef>
              <a:spcAft>
                <a:spcPts val="0"/>
              </a:spcAft>
              <a:buSzPts val="800"/>
              <a:buNone/>
              <a:defRPr sz="800"/>
            </a:lvl6pPr>
            <a:lvl7pPr lvl="6">
              <a:lnSpc>
                <a:spcPct val="120000"/>
              </a:lnSpc>
              <a:spcBef>
                <a:spcPts val="0"/>
              </a:spcBef>
              <a:spcAft>
                <a:spcPts val="0"/>
              </a:spcAft>
              <a:buSzPts val="800"/>
              <a:buNone/>
              <a:defRPr sz="800"/>
            </a:lvl7pPr>
            <a:lvl8pPr lvl="7">
              <a:lnSpc>
                <a:spcPct val="120000"/>
              </a:lnSpc>
              <a:spcBef>
                <a:spcPts val="0"/>
              </a:spcBef>
              <a:spcAft>
                <a:spcPts val="0"/>
              </a:spcAft>
              <a:buSzPts val="800"/>
              <a:buNone/>
              <a:defRPr sz="800"/>
            </a:lvl8pPr>
            <a:lvl9pPr lvl="8">
              <a:lnSpc>
                <a:spcPct val="120000"/>
              </a:lnSpc>
              <a:spcBef>
                <a:spcPts val="0"/>
              </a:spcBef>
              <a:spcAft>
                <a:spcPts val="0"/>
              </a:spcAft>
              <a:buSzPts val="800"/>
              <a:buNone/>
              <a:defRPr sz="800"/>
            </a:lvl9pPr>
          </a:lstStyle>
          <a:p>
            <a:endParaRPr/>
          </a:p>
        </p:txBody>
      </p:sp>
      <p:sp>
        <p:nvSpPr>
          <p:cNvPr id="1262" name="Google Shape;1262;p112"/>
          <p:cNvSpPr txBox="1">
            <a:spLocks noGrp="1"/>
          </p:cNvSpPr>
          <p:nvPr>
            <p:ph type="subTitle" idx="16"/>
          </p:nvPr>
        </p:nvSpPr>
        <p:spPr>
          <a:xfrm>
            <a:off x="7346425" y="4506950"/>
            <a:ext cx="1458000" cy="2052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0"/>
              </a:spcBef>
              <a:spcAft>
                <a:spcPts val="0"/>
              </a:spcAft>
              <a:buSzPts val="800"/>
              <a:buNone/>
              <a:defRPr sz="800"/>
            </a:lvl2pPr>
            <a:lvl3pPr lvl="2">
              <a:lnSpc>
                <a:spcPct val="120000"/>
              </a:lnSpc>
              <a:spcBef>
                <a:spcPts val="0"/>
              </a:spcBef>
              <a:spcAft>
                <a:spcPts val="0"/>
              </a:spcAft>
              <a:buSzPts val="800"/>
              <a:buNone/>
              <a:defRPr sz="800"/>
            </a:lvl3pPr>
            <a:lvl4pPr lvl="3">
              <a:lnSpc>
                <a:spcPct val="120000"/>
              </a:lnSpc>
              <a:spcBef>
                <a:spcPts val="0"/>
              </a:spcBef>
              <a:spcAft>
                <a:spcPts val="0"/>
              </a:spcAft>
              <a:buSzPts val="800"/>
              <a:buNone/>
              <a:defRPr sz="800"/>
            </a:lvl4pPr>
            <a:lvl5pPr lvl="4">
              <a:lnSpc>
                <a:spcPct val="120000"/>
              </a:lnSpc>
              <a:spcBef>
                <a:spcPts val="0"/>
              </a:spcBef>
              <a:spcAft>
                <a:spcPts val="0"/>
              </a:spcAft>
              <a:buSzPts val="800"/>
              <a:buNone/>
              <a:defRPr sz="800"/>
            </a:lvl5pPr>
            <a:lvl6pPr lvl="5">
              <a:lnSpc>
                <a:spcPct val="120000"/>
              </a:lnSpc>
              <a:spcBef>
                <a:spcPts val="0"/>
              </a:spcBef>
              <a:spcAft>
                <a:spcPts val="0"/>
              </a:spcAft>
              <a:buSzPts val="800"/>
              <a:buNone/>
              <a:defRPr sz="800"/>
            </a:lvl6pPr>
            <a:lvl7pPr lvl="6">
              <a:lnSpc>
                <a:spcPct val="120000"/>
              </a:lnSpc>
              <a:spcBef>
                <a:spcPts val="0"/>
              </a:spcBef>
              <a:spcAft>
                <a:spcPts val="0"/>
              </a:spcAft>
              <a:buSzPts val="800"/>
              <a:buNone/>
              <a:defRPr sz="800"/>
            </a:lvl7pPr>
            <a:lvl8pPr lvl="7">
              <a:lnSpc>
                <a:spcPct val="120000"/>
              </a:lnSpc>
              <a:spcBef>
                <a:spcPts val="0"/>
              </a:spcBef>
              <a:spcAft>
                <a:spcPts val="0"/>
              </a:spcAft>
              <a:buSzPts val="800"/>
              <a:buNone/>
              <a:defRPr sz="800"/>
            </a:lvl8pPr>
            <a:lvl9pPr lvl="8">
              <a:lnSpc>
                <a:spcPct val="120000"/>
              </a:lnSpc>
              <a:spcBef>
                <a:spcPts val="0"/>
              </a:spcBef>
              <a:spcAft>
                <a:spcPts val="0"/>
              </a:spcAft>
              <a:buSzPts val="800"/>
              <a:buNone/>
              <a:defRPr sz="800"/>
            </a:lvl9pPr>
          </a:lstStyle>
          <a:p>
            <a:endParaRPr/>
          </a:p>
        </p:txBody>
      </p:sp>
      <p:sp>
        <p:nvSpPr>
          <p:cNvPr id="1263" name="Google Shape;1263;p112"/>
          <p:cNvSpPr txBox="1">
            <a:spLocks noGrp="1"/>
          </p:cNvSpPr>
          <p:nvPr>
            <p:ph type="title"/>
          </p:nvPr>
        </p:nvSpPr>
        <p:spPr>
          <a:xfrm>
            <a:off x="339050" y="863075"/>
            <a:ext cx="6348000" cy="377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Customer Story">
  <p:cSld name="CUSTOM">
    <p:spTree>
      <p:nvGrpSpPr>
        <p:cNvPr id="1" name="Shape 1264"/>
        <p:cNvGrpSpPr/>
        <p:nvPr/>
      </p:nvGrpSpPr>
      <p:grpSpPr>
        <a:xfrm>
          <a:off x="0" y="0"/>
          <a:ext cx="0" cy="0"/>
          <a:chOff x="0" y="0"/>
          <a:chExt cx="0" cy="0"/>
        </a:xfrm>
      </p:grpSpPr>
      <p:sp>
        <p:nvSpPr>
          <p:cNvPr id="1265" name="Google Shape;1265;p113"/>
          <p:cNvSpPr/>
          <p:nvPr/>
        </p:nvSpPr>
        <p:spPr>
          <a:xfrm rot="10800000">
            <a:off x="6401425" y="-75"/>
            <a:ext cx="2742600" cy="1211700"/>
          </a:xfrm>
          <a:prstGeom prst="round1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266" name="Google Shape;1266;p113"/>
          <p:cNvSpPr txBox="1">
            <a:spLocks noGrp="1"/>
          </p:cNvSpPr>
          <p:nvPr>
            <p:ph type="subTitle" idx="1"/>
          </p:nvPr>
        </p:nvSpPr>
        <p:spPr>
          <a:xfrm>
            <a:off x="346875" y="1380738"/>
            <a:ext cx="27456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67" name="Google Shape;1267;p113"/>
          <p:cNvSpPr txBox="1">
            <a:spLocks noGrp="1"/>
          </p:cNvSpPr>
          <p:nvPr>
            <p:ph type="subTitle" idx="2"/>
          </p:nvPr>
        </p:nvSpPr>
        <p:spPr>
          <a:xfrm>
            <a:off x="348450" y="2146150"/>
            <a:ext cx="2633700" cy="11727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cxnSp>
        <p:nvCxnSpPr>
          <p:cNvPr id="1268" name="Google Shape;1268;p113"/>
          <p:cNvCxnSpPr/>
          <p:nvPr/>
        </p:nvCxnSpPr>
        <p:spPr>
          <a:xfrm>
            <a:off x="342900" y="1976878"/>
            <a:ext cx="2745600" cy="0"/>
          </a:xfrm>
          <a:prstGeom prst="straightConnector1">
            <a:avLst/>
          </a:prstGeom>
          <a:noFill/>
          <a:ln w="9525" cap="flat" cmpd="sng">
            <a:solidFill>
              <a:schemeClr val="accent6"/>
            </a:solidFill>
            <a:prstDash val="solid"/>
            <a:round/>
            <a:headEnd type="none" w="med" len="med"/>
            <a:tailEnd type="none" w="med" len="med"/>
          </a:ln>
        </p:spPr>
      </p:cxnSp>
      <p:sp>
        <p:nvSpPr>
          <p:cNvPr id="1269" name="Google Shape;1269;p113"/>
          <p:cNvSpPr txBox="1">
            <a:spLocks noGrp="1"/>
          </p:cNvSpPr>
          <p:nvPr>
            <p:ph type="subTitle" idx="3"/>
          </p:nvPr>
        </p:nvSpPr>
        <p:spPr>
          <a:xfrm>
            <a:off x="6484050" y="2146138"/>
            <a:ext cx="2228700" cy="2673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None/>
              <a:defRPr sz="1000" b="1">
                <a:solidFill>
                  <a:schemeClr val="dk1"/>
                </a:solidFill>
              </a:defRPr>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70" name="Google Shape;1270;p113"/>
          <p:cNvSpPr txBox="1">
            <a:spLocks noGrp="1"/>
          </p:cNvSpPr>
          <p:nvPr>
            <p:ph type="subTitle" idx="4"/>
          </p:nvPr>
        </p:nvSpPr>
        <p:spPr>
          <a:xfrm>
            <a:off x="6484050" y="2413438"/>
            <a:ext cx="962700" cy="4482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0"/>
              </a:spcBef>
              <a:spcAft>
                <a:spcPts val="0"/>
              </a:spcAft>
              <a:buSzPts val="800"/>
              <a:buNone/>
              <a:defRPr sz="800"/>
            </a:lvl2pPr>
            <a:lvl3pPr lvl="2">
              <a:lnSpc>
                <a:spcPct val="120000"/>
              </a:lnSpc>
              <a:spcBef>
                <a:spcPts val="0"/>
              </a:spcBef>
              <a:spcAft>
                <a:spcPts val="0"/>
              </a:spcAft>
              <a:buSzPts val="800"/>
              <a:buNone/>
              <a:defRPr sz="800"/>
            </a:lvl3pPr>
            <a:lvl4pPr lvl="3">
              <a:lnSpc>
                <a:spcPct val="120000"/>
              </a:lnSpc>
              <a:spcBef>
                <a:spcPts val="0"/>
              </a:spcBef>
              <a:spcAft>
                <a:spcPts val="0"/>
              </a:spcAft>
              <a:buSzPts val="800"/>
              <a:buNone/>
              <a:defRPr sz="800"/>
            </a:lvl4pPr>
            <a:lvl5pPr lvl="4">
              <a:lnSpc>
                <a:spcPct val="120000"/>
              </a:lnSpc>
              <a:spcBef>
                <a:spcPts val="0"/>
              </a:spcBef>
              <a:spcAft>
                <a:spcPts val="0"/>
              </a:spcAft>
              <a:buSzPts val="800"/>
              <a:buNone/>
              <a:defRPr sz="800"/>
            </a:lvl5pPr>
            <a:lvl6pPr lvl="5">
              <a:lnSpc>
                <a:spcPct val="120000"/>
              </a:lnSpc>
              <a:spcBef>
                <a:spcPts val="0"/>
              </a:spcBef>
              <a:spcAft>
                <a:spcPts val="0"/>
              </a:spcAft>
              <a:buSzPts val="800"/>
              <a:buNone/>
              <a:defRPr sz="800"/>
            </a:lvl6pPr>
            <a:lvl7pPr lvl="6">
              <a:lnSpc>
                <a:spcPct val="120000"/>
              </a:lnSpc>
              <a:spcBef>
                <a:spcPts val="0"/>
              </a:spcBef>
              <a:spcAft>
                <a:spcPts val="0"/>
              </a:spcAft>
              <a:buSzPts val="800"/>
              <a:buNone/>
              <a:defRPr sz="800"/>
            </a:lvl7pPr>
            <a:lvl8pPr lvl="7">
              <a:lnSpc>
                <a:spcPct val="120000"/>
              </a:lnSpc>
              <a:spcBef>
                <a:spcPts val="0"/>
              </a:spcBef>
              <a:spcAft>
                <a:spcPts val="0"/>
              </a:spcAft>
              <a:buSzPts val="800"/>
              <a:buNone/>
              <a:defRPr sz="800"/>
            </a:lvl8pPr>
            <a:lvl9pPr lvl="8">
              <a:lnSpc>
                <a:spcPct val="120000"/>
              </a:lnSpc>
              <a:spcBef>
                <a:spcPts val="0"/>
              </a:spcBef>
              <a:spcAft>
                <a:spcPts val="0"/>
              </a:spcAft>
              <a:buSzPts val="800"/>
              <a:buNone/>
              <a:defRPr sz="800"/>
            </a:lvl9pPr>
          </a:lstStyle>
          <a:p>
            <a:endParaRPr/>
          </a:p>
        </p:txBody>
      </p:sp>
      <p:sp>
        <p:nvSpPr>
          <p:cNvPr id="1271" name="Google Shape;1271;p113"/>
          <p:cNvSpPr txBox="1">
            <a:spLocks noGrp="1"/>
          </p:cNvSpPr>
          <p:nvPr>
            <p:ph type="title"/>
          </p:nvPr>
        </p:nvSpPr>
        <p:spPr>
          <a:xfrm>
            <a:off x="339050" y="863075"/>
            <a:ext cx="6059100" cy="377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
        <p:nvSpPr>
          <p:cNvPr id="1272" name="Google Shape;1272;p113"/>
          <p:cNvSpPr txBox="1">
            <a:spLocks noGrp="1"/>
          </p:cNvSpPr>
          <p:nvPr>
            <p:ph type="subTitle" idx="5"/>
          </p:nvPr>
        </p:nvSpPr>
        <p:spPr>
          <a:xfrm>
            <a:off x="3414675" y="1380738"/>
            <a:ext cx="27456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73" name="Google Shape;1273;p113"/>
          <p:cNvSpPr txBox="1">
            <a:spLocks noGrp="1"/>
          </p:cNvSpPr>
          <p:nvPr>
            <p:ph type="subTitle" idx="6"/>
          </p:nvPr>
        </p:nvSpPr>
        <p:spPr>
          <a:xfrm>
            <a:off x="3416250" y="2146150"/>
            <a:ext cx="2475300" cy="11727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cxnSp>
        <p:nvCxnSpPr>
          <p:cNvPr id="1274" name="Google Shape;1274;p113"/>
          <p:cNvCxnSpPr/>
          <p:nvPr/>
        </p:nvCxnSpPr>
        <p:spPr>
          <a:xfrm>
            <a:off x="3410700" y="1976878"/>
            <a:ext cx="2745600" cy="0"/>
          </a:xfrm>
          <a:prstGeom prst="straightConnector1">
            <a:avLst/>
          </a:prstGeom>
          <a:noFill/>
          <a:ln w="9525" cap="flat" cmpd="sng">
            <a:solidFill>
              <a:schemeClr val="accent6"/>
            </a:solidFill>
            <a:prstDash val="solid"/>
            <a:round/>
            <a:headEnd type="none" w="med" len="med"/>
            <a:tailEnd type="none" w="med" len="med"/>
          </a:ln>
        </p:spPr>
      </p:cxnSp>
      <p:cxnSp>
        <p:nvCxnSpPr>
          <p:cNvPr id="1275" name="Google Shape;1275;p113"/>
          <p:cNvCxnSpPr/>
          <p:nvPr/>
        </p:nvCxnSpPr>
        <p:spPr>
          <a:xfrm>
            <a:off x="6478500" y="1976878"/>
            <a:ext cx="2228700" cy="0"/>
          </a:xfrm>
          <a:prstGeom prst="straightConnector1">
            <a:avLst/>
          </a:prstGeom>
          <a:noFill/>
          <a:ln w="9525" cap="flat" cmpd="sng">
            <a:solidFill>
              <a:schemeClr val="accent6"/>
            </a:solidFill>
            <a:prstDash val="solid"/>
            <a:round/>
            <a:headEnd type="none" w="med" len="med"/>
            <a:tailEnd type="none" w="med" len="med"/>
          </a:ln>
        </p:spPr>
      </p:cxnSp>
      <p:sp>
        <p:nvSpPr>
          <p:cNvPr id="1276" name="Google Shape;1276;p113"/>
          <p:cNvSpPr txBox="1">
            <a:spLocks noGrp="1"/>
          </p:cNvSpPr>
          <p:nvPr>
            <p:ph type="subTitle" idx="7"/>
          </p:nvPr>
        </p:nvSpPr>
        <p:spPr>
          <a:xfrm>
            <a:off x="7744500" y="2413438"/>
            <a:ext cx="962700" cy="4482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0"/>
              </a:spcBef>
              <a:spcAft>
                <a:spcPts val="0"/>
              </a:spcAft>
              <a:buSzPts val="800"/>
              <a:buNone/>
              <a:defRPr sz="800"/>
            </a:lvl2pPr>
            <a:lvl3pPr lvl="2">
              <a:lnSpc>
                <a:spcPct val="120000"/>
              </a:lnSpc>
              <a:spcBef>
                <a:spcPts val="0"/>
              </a:spcBef>
              <a:spcAft>
                <a:spcPts val="0"/>
              </a:spcAft>
              <a:buSzPts val="800"/>
              <a:buNone/>
              <a:defRPr sz="800"/>
            </a:lvl3pPr>
            <a:lvl4pPr lvl="3">
              <a:lnSpc>
                <a:spcPct val="120000"/>
              </a:lnSpc>
              <a:spcBef>
                <a:spcPts val="0"/>
              </a:spcBef>
              <a:spcAft>
                <a:spcPts val="0"/>
              </a:spcAft>
              <a:buSzPts val="800"/>
              <a:buNone/>
              <a:defRPr sz="800"/>
            </a:lvl4pPr>
            <a:lvl5pPr lvl="4">
              <a:lnSpc>
                <a:spcPct val="120000"/>
              </a:lnSpc>
              <a:spcBef>
                <a:spcPts val="0"/>
              </a:spcBef>
              <a:spcAft>
                <a:spcPts val="0"/>
              </a:spcAft>
              <a:buSzPts val="800"/>
              <a:buNone/>
              <a:defRPr sz="800"/>
            </a:lvl5pPr>
            <a:lvl6pPr lvl="5">
              <a:lnSpc>
                <a:spcPct val="120000"/>
              </a:lnSpc>
              <a:spcBef>
                <a:spcPts val="0"/>
              </a:spcBef>
              <a:spcAft>
                <a:spcPts val="0"/>
              </a:spcAft>
              <a:buSzPts val="800"/>
              <a:buNone/>
              <a:defRPr sz="800"/>
            </a:lvl6pPr>
            <a:lvl7pPr lvl="6">
              <a:lnSpc>
                <a:spcPct val="120000"/>
              </a:lnSpc>
              <a:spcBef>
                <a:spcPts val="0"/>
              </a:spcBef>
              <a:spcAft>
                <a:spcPts val="0"/>
              </a:spcAft>
              <a:buSzPts val="800"/>
              <a:buNone/>
              <a:defRPr sz="800"/>
            </a:lvl7pPr>
            <a:lvl8pPr lvl="7">
              <a:lnSpc>
                <a:spcPct val="120000"/>
              </a:lnSpc>
              <a:spcBef>
                <a:spcPts val="0"/>
              </a:spcBef>
              <a:spcAft>
                <a:spcPts val="0"/>
              </a:spcAft>
              <a:buSzPts val="800"/>
              <a:buNone/>
              <a:defRPr sz="800"/>
            </a:lvl8pPr>
            <a:lvl9pPr lvl="8">
              <a:lnSpc>
                <a:spcPct val="120000"/>
              </a:lnSpc>
              <a:spcBef>
                <a:spcPts val="0"/>
              </a:spcBef>
              <a:spcAft>
                <a:spcPts val="0"/>
              </a:spcAft>
              <a:buSzPts val="800"/>
              <a:buNone/>
              <a:defRPr sz="800"/>
            </a:lvl9pPr>
          </a:lstStyle>
          <a:p>
            <a:endParaRPr/>
          </a:p>
        </p:txBody>
      </p:sp>
      <p:sp>
        <p:nvSpPr>
          <p:cNvPr id="1277" name="Google Shape;1277;p113"/>
          <p:cNvSpPr txBox="1">
            <a:spLocks noGrp="1"/>
          </p:cNvSpPr>
          <p:nvPr>
            <p:ph type="subTitle" idx="8"/>
          </p:nvPr>
        </p:nvSpPr>
        <p:spPr>
          <a:xfrm>
            <a:off x="6484050" y="3030888"/>
            <a:ext cx="2228700" cy="2673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000"/>
              <a:buNone/>
              <a:defRPr sz="1000" b="1">
                <a:solidFill>
                  <a:schemeClr val="dk1"/>
                </a:solidFill>
              </a:defRPr>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78" name="Google Shape;1278;p113"/>
          <p:cNvSpPr txBox="1">
            <a:spLocks noGrp="1"/>
          </p:cNvSpPr>
          <p:nvPr>
            <p:ph type="subTitle" idx="9"/>
          </p:nvPr>
        </p:nvSpPr>
        <p:spPr>
          <a:xfrm>
            <a:off x="6484050" y="3298188"/>
            <a:ext cx="2228700" cy="5970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0"/>
              </a:spcBef>
              <a:spcAft>
                <a:spcPts val="0"/>
              </a:spcAft>
              <a:buSzPts val="800"/>
              <a:buNone/>
              <a:defRPr sz="800"/>
            </a:lvl2pPr>
            <a:lvl3pPr lvl="2">
              <a:lnSpc>
                <a:spcPct val="120000"/>
              </a:lnSpc>
              <a:spcBef>
                <a:spcPts val="0"/>
              </a:spcBef>
              <a:spcAft>
                <a:spcPts val="0"/>
              </a:spcAft>
              <a:buSzPts val="800"/>
              <a:buNone/>
              <a:defRPr sz="800"/>
            </a:lvl3pPr>
            <a:lvl4pPr lvl="3">
              <a:lnSpc>
                <a:spcPct val="120000"/>
              </a:lnSpc>
              <a:spcBef>
                <a:spcPts val="0"/>
              </a:spcBef>
              <a:spcAft>
                <a:spcPts val="0"/>
              </a:spcAft>
              <a:buSzPts val="800"/>
              <a:buNone/>
              <a:defRPr sz="800"/>
            </a:lvl4pPr>
            <a:lvl5pPr lvl="4">
              <a:lnSpc>
                <a:spcPct val="120000"/>
              </a:lnSpc>
              <a:spcBef>
                <a:spcPts val="0"/>
              </a:spcBef>
              <a:spcAft>
                <a:spcPts val="0"/>
              </a:spcAft>
              <a:buSzPts val="800"/>
              <a:buNone/>
              <a:defRPr sz="800"/>
            </a:lvl5pPr>
            <a:lvl6pPr lvl="5">
              <a:lnSpc>
                <a:spcPct val="120000"/>
              </a:lnSpc>
              <a:spcBef>
                <a:spcPts val="0"/>
              </a:spcBef>
              <a:spcAft>
                <a:spcPts val="0"/>
              </a:spcAft>
              <a:buSzPts val="800"/>
              <a:buNone/>
              <a:defRPr sz="800"/>
            </a:lvl6pPr>
            <a:lvl7pPr lvl="6">
              <a:lnSpc>
                <a:spcPct val="120000"/>
              </a:lnSpc>
              <a:spcBef>
                <a:spcPts val="0"/>
              </a:spcBef>
              <a:spcAft>
                <a:spcPts val="0"/>
              </a:spcAft>
              <a:buSzPts val="800"/>
              <a:buNone/>
              <a:defRPr sz="800"/>
            </a:lvl7pPr>
            <a:lvl8pPr lvl="7">
              <a:lnSpc>
                <a:spcPct val="120000"/>
              </a:lnSpc>
              <a:spcBef>
                <a:spcPts val="0"/>
              </a:spcBef>
              <a:spcAft>
                <a:spcPts val="0"/>
              </a:spcAft>
              <a:buSzPts val="800"/>
              <a:buNone/>
              <a:defRPr sz="800"/>
            </a:lvl8pPr>
            <a:lvl9pPr lvl="8">
              <a:lnSpc>
                <a:spcPct val="120000"/>
              </a:lnSpc>
              <a:spcBef>
                <a:spcPts val="0"/>
              </a:spcBef>
              <a:spcAft>
                <a:spcPts val="0"/>
              </a:spcAft>
              <a:buSzPts val="800"/>
              <a:buNone/>
              <a:defRPr sz="800"/>
            </a:lvl9pPr>
          </a:lstStyle>
          <a:p>
            <a:endParaRPr/>
          </a:p>
        </p:txBody>
      </p:sp>
      <p:sp>
        <p:nvSpPr>
          <p:cNvPr id="1279" name="Google Shape;1279;p113"/>
          <p:cNvSpPr txBox="1">
            <a:spLocks noGrp="1"/>
          </p:cNvSpPr>
          <p:nvPr>
            <p:ph type="subTitle" idx="13"/>
          </p:nvPr>
        </p:nvSpPr>
        <p:spPr>
          <a:xfrm>
            <a:off x="352475" y="3325950"/>
            <a:ext cx="1935300" cy="703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80" name="Google Shape;1280;p113"/>
          <p:cNvSpPr txBox="1">
            <a:spLocks noGrp="1"/>
          </p:cNvSpPr>
          <p:nvPr>
            <p:ph type="subTitle" idx="14"/>
          </p:nvPr>
        </p:nvSpPr>
        <p:spPr>
          <a:xfrm>
            <a:off x="348450" y="4266175"/>
            <a:ext cx="11850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81" name="Google Shape;1281;p113"/>
          <p:cNvCxnSpPr/>
          <p:nvPr/>
        </p:nvCxnSpPr>
        <p:spPr>
          <a:xfrm>
            <a:off x="348450" y="4190161"/>
            <a:ext cx="1691400" cy="0"/>
          </a:xfrm>
          <a:prstGeom prst="straightConnector1">
            <a:avLst/>
          </a:prstGeom>
          <a:noFill/>
          <a:ln w="9525" cap="flat" cmpd="sng">
            <a:solidFill>
              <a:schemeClr val="accent6"/>
            </a:solidFill>
            <a:prstDash val="solid"/>
            <a:round/>
            <a:headEnd type="none" w="med" len="med"/>
            <a:tailEnd type="none" w="med" len="med"/>
          </a:ln>
        </p:spPr>
      </p:cxnSp>
      <p:sp>
        <p:nvSpPr>
          <p:cNvPr id="1282" name="Google Shape;1282;p113"/>
          <p:cNvSpPr txBox="1">
            <a:spLocks noGrp="1"/>
          </p:cNvSpPr>
          <p:nvPr>
            <p:ph type="subTitle" idx="15"/>
          </p:nvPr>
        </p:nvSpPr>
        <p:spPr>
          <a:xfrm>
            <a:off x="2362938" y="3325950"/>
            <a:ext cx="1935300" cy="703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83" name="Google Shape;1283;p113"/>
          <p:cNvSpPr txBox="1">
            <a:spLocks noGrp="1"/>
          </p:cNvSpPr>
          <p:nvPr>
            <p:ph type="subTitle" idx="16"/>
          </p:nvPr>
        </p:nvSpPr>
        <p:spPr>
          <a:xfrm>
            <a:off x="2358913" y="4266175"/>
            <a:ext cx="11850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84" name="Google Shape;1284;p113"/>
          <p:cNvCxnSpPr/>
          <p:nvPr/>
        </p:nvCxnSpPr>
        <p:spPr>
          <a:xfrm>
            <a:off x="2358913" y="4190161"/>
            <a:ext cx="1691400" cy="0"/>
          </a:xfrm>
          <a:prstGeom prst="straightConnector1">
            <a:avLst/>
          </a:prstGeom>
          <a:noFill/>
          <a:ln w="9525" cap="flat" cmpd="sng">
            <a:solidFill>
              <a:schemeClr val="accent6"/>
            </a:solidFill>
            <a:prstDash val="solid"/>
            <a:round/>
            <a:headEnd type="none" w="med" len="med"/>
            <a:tailEnd type="none" w="med" len="med"/>
          </a:ln>
        </p:spPr>
      </p:cxnSp>
      <p:sp>
        <p:nvSpPr>
          <p:cNvPr id="1285" name="Google Shape;1285;p113"/>
          <p:cNvSpPr txBox="1">
            <a:spLocks noGrp="1"/>
          </p:cNvSpPr>
          <p:nvPr>
            <p:ph type="subTitle" idx="17"/>
          </p:nvPr>
        </p:nvSpPr>
        <p:spPr>
          <a:xfrm>
            <a:off x="4406642" y="3325950"/>
            <a:ext cx="1935300" cy="703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000"/>
              <a:buNone/>
              <a:defRPr sz="2000"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286" name="Google Shape;1286;p113"/>
          <p:cNvSpPr txBox="1">
            <a:spLocks noGrp="1"/>
          </p:cNvSpPr>
          <p:nvPr>
            <p:ph type="subTitle" idx="18"/>
          </p:nvPr>
        </p:nvSpPr>
        <p:spPr>
          <a:xfrm>
            <a:off x="4402617" y="4266175"/>
            <a:ext cx="1185000" cy="5334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200"/>
              <a:buNone/>
              <a:defRPr sz="1200"/>
            </a:lvl2pPr>
            <a:lvl3pPr lvl="2">
              <a:lnSpc>
                <a:spcPct val="120000"/>
              </a:lnSpc>
              <a:spcBef>
                <a:spcPts val="0"/>
              </a:spcBef>
              <a:spcAft>
                <a:spcPts val="0"/>
              </a:spcAft>
              <a:buSzPts val="1200"/>
              <a:buNone/>
              <a:defRPr sz="1200"/>
            </a:lvl3pPr>
            <a:lvl4pPr lvl="3">
              <a:lnSpc>
                <a:spcPct val="120000"/>
              </a:lnSpc>
              <a:spcBef>
                <a:spcPts val="0"/>
              </a:spcBef>
              <a:spcAft>
                <a:spcPts val="0"/>
              </a:spcAft>
              <a:buSzPts val="1200"/>
              <a:buNone/>
              <a:defRPr sz="1200"/>
            </a:lvl4pPr>
            <a:lvl5pPr lvl="4">
              <a:lnSpc>
                <a:spcPct val="120000"/>
              </a:lnSpc>
              <a:spcBef>
                <a:spcPts val="0"/>
              </a:spcBef>
              <a:spcAft>
                <a:spcPts val="0"/>
              </a:spcAft>
              <a:buSzPts val="1200"/>
              <a:buNone/>
              <a:defRPr sz="1200"/>
            </a:lvl5pPr>
            <a:lvl6pPr lvl="5">
              <a:lnSpc>
                <a:spcPct val="120000"/>
              </a:lnSpc>
              <a:spcBef>
                <a:spcPts val="0"/>
              </a:spcBef>
              <a:spcAft>
                <a:spcPts val="0"/>
              </a:spcAft>
              <a:buSzPts val="1200"/>
              <a:buNone/>
              <a:defRPr sz="1200"/>
            </a:lvl6pPr>
            <a:lvl7pPr lvl="6">
              <a:lnSpc>
                <a:spcPct val="120000"/>
              </a:lnSpc>
              <a:spcBef>
                <a:spcPts val="0"/>
              </a:spcBef>
              <a:spcAft>
                <a:spcPts val="0"/>
              </a:spcAft>
              <a:buSzPts val="1200"/>
              <a:buNone/>
              <a:defRPr sz="1200"/>
            </a:lvl7pPr>
            <a:lvl8pPr lvl="7">
              <a:lnSpc>
                <a:spcPct val="120000"/>
              </a:lnSpc>
              <a:spcBef>
                <a:spcPts val="0"/>
              </a:spcBef>
              <a:spcAft>
                <a:spcPts val="0"/>
              </a:spcAft>
              <a:buSzPts val="1200"/>
              <a:buNone/>
              <a:defRPr sz="1200"/>
            </a:lvl8pPr>
            <a:lvl9pPr lvl="8">
              <a:lnSpc>
                <a:spcPct val="120000"/>
              </a:lnSpc>
              <a:spcBef>
                <a:spcPts val="0"/>
              </a:spcBef>
              <a:spcAft>
                <a:spcPts val="0"/>
              </a:spcAft>
              <a:buSzPts val="1200"/>
              <a:buNone/>
              <a:defRPr sz="1200"/>
            </a:lvl9pPr>
          </a:lstStyle>
          <a:p>
            <a:endParaRPr/>
          </a:p>
        </p:txBody>
      </p:sp>
      <p:cxnSp>
        <p:nvCxnSpPr>
          <p:cNvPr id="1287" name="Google Shape;1287;p113"/>
          <p:cNvCxnSpPr/>
          <p:nvPr/>
        </p:nvCxnSpPr>
        <p:spPr>
          <a:xfrm>
            <a:off x="4402617" y="4190161"/>
            <a:ext cx="1691400" cy="0"/>
          </a:xfrm>
          <a:prstGeom prst="straightConnector1">
            <a:avLst/>
          </a:prstGeom>
          <a:noFill/>
          <a:ln w="9525" cap="flat" cmpd="sng">
            <a:solidFill>
              <a:schemeClr val="accent6"/>
            </a:solidFill>
            <a:prstDash val="solid"/>
            <a:round/>
            <a:headEnd type="none" w="med" len="med"/>
            <a:tailEnd type="none" w="med" len="med"/>
          </a:ln>
        </p:spPr>
      </p:cxnSp>
      <p:sp>
        <p:nvSpPr>
          <p:cNvPr id="1288" name="Google Shape;1288;p11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Competitor Analysis 1">
  <p:cSld name="SECTION_HEADER_4_2_1">
    <p:spTree>
      <p:nvGrpSpPr>
        <p:cNvPr id="1" name="Shape 1289"/>
        <p:cNvGrpSpPr/>
        <p:nvPr/>
      </p:nvGrpSpPr>
      <p:grpSpPr>
        <a:xfrm>
          <a:off x="0" y="0"/>
          <a:ext cx="0" cy="0"/>
          <a:chOff x="0" y="0"/>
          <a:chExt cx="0" cy="0"/>
        </a:xfrm>
      </p:grpSpPr>
      <p:sp>
        <p:nvSpPr>
          <p:cNvPr id="1290" name="Google Shape;1290;p114"/>
          <p:cNvSpPr>
            <a:spLocks noGrp="1"/>
          </p:cNvSpPr>
          <p:nvPr>
            <p:ph type="pic" idx="2"/>
          </p:nvPr>
        </p:nvSpPr>
        <p:spPr>
          <a:xfrm>
            <a:off x="4709250" y="2651350"/>
            <a:ext cx="1907700" cy="1859700"/>
          </a:xfrm>
          <a:prstGeom prst="roundRect">
            <a:avLst>
              <a:gd name="adj" fmla="val 8703"/>
            </a:avLst>
          </a:prstGeom>
          <a:noFill/>
          <a:ln>
            <a:noFill/>
          </a:ln>
        </p:spPr>
      </p:sp>
      <p:sp>
        <p:nvSpPr>
          <p:cNvPr id="1291" name="Google Shape;1291;p11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92" name="Google Shape;1292;p114"/>
          <p:cNvSpPr txBox="1">
            <a:spLocks noGrp="1"/>
          </p:cNvSpPr>
          <p:nvPr>
            <p:ph type="subTitle" idx="1"/>
          </p:nvPr>
        </p:nvSpPr>
        <p:spPr>
          <a:xfrm>
            <a:off x="2525000" y="2651350"/>
            <a:ext cx="1911900" cy="18417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sp>
        <p:nvSpPr>
          <p:cNvPr id="1293" name="Google Shape;1293;p114"/>
          <p:cNvSpPr txBox="1">
            <a:spLocks noGrp="1"/>
          </p:cNvSpPr>
          <p:nvPr>
            <p:ph type="subTitle" idx="3"/>
          </p:nvPr>
        </p:nvSpPr>
        <p:spPr>
          <a:xfrm>
            <a:off x="6889300" y="2651350"/>
            <a:ext cx="1911900" cy="18417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sp>
        <p:nvSpPr>
          <p:cNvPr id="1294" name="Google Shape;1294;p114"/>
          <p:cNvSpPr>
            <a:spLocks noGrp="1"/>
          </p:cNvSpPr>
          <p:nvPr>
            <p:ph type="pic" idx="4"/>
          </p:nvPr>
        </p:nvSpPr>
        <p:spPr>
          <a:xfrm>
            <a:off x="347250" y="2651350"/>
            <a:ext cx="1907700" cy="1859700"/>
          </a:xfrm>
          <a:prstGeom prst="roundRect">
            <a:avLst>
              <a:gd name="adj" fmla="val 8703"/>
            </a:avLst>
          </a:prstGeom>
          <a:noFill/>
          <a:ln>
            <a:noFill/>
          </a:ln>
        </p:spPr>
      </p:sp>
      <p:sp>
        <p:nvSpPr>
          <p:cNvPr id="1295" name="Google Shape;1295;p114"/>
          <p:cNvSpPr txBox="1">
            <a:spLocks noGrp="1"/>
          </p:cNvSpPr>
          <p:nvPr>
            <p:ph type="subTitle" idx="5"/>
          </p:nvPr>
        </p:nvSpPr>
        <p:spPr>
          <a:xfrm>
            <a:off x="342875" y="1275550"/>
            <a:ext cx="6286500" cy="448200"/>
          </a:xfrm>
          <a:prstGeom prst="rect">
            <a:avLst/>
          </a:prstGeom>
        </p:spPr>
        <p:txBody>
          <a:bodyPr spcFirstLastPara="1" wrap="square" lIns="0" tIns="0" rIns="0" bIns="0" anchor="t" anchorCtr="0">
            <a:noAutofit/>
          </a:bodyPr>
          <a:lstStyle>
            <a:lvl1pPr lvl="0">
              <a:spcBef>
                <a:spcPts val="0"/>
              </a:spcBef>
              <a:spcAft>
                <a:spcPts val="0"/>
              </a:spcAft>
              <a:buSzPts val="1000"/>
              <a:buNone/>
              <a:defRPr sz="1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296" name="Google Shape;1296;p114"/>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Competitor Analysis 2">
  <p:cSld name="SECTION_HEADER_4_2_1_1">
    <p:spTree>
      <p:nvGrpSpPr>
        <p:cNvPr id="1" name="Shape 1297"/>
        <p:cNvGrpSpPr/>
        <p:nvPr/>
      </p:nvGrpSpPr>
      <p:grpSpPr>
        <a:xfrm>
          <a:off x="0" y="0"/>
          <a:ext cx="0" cy="0"/>
          <a:chOff x="0" y="0"/>
          <a:chExt cx="0" cy="0"/>
        </a:xfrm>
      </p:grpSpPr>
      <p:sp>
        <p:nvSpPr>
          <p:cNvPr id="1298" name="Google Shape;1298;p11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99" name="Google Shape;1299;p115"/>
          <p:cNvSpPr txBox="1">
            <a:spLocks noGrp="1"/>
          </p:cNvSpPr>
          <p:nvPr>
            <p:ph type="subTitle" idx="1"/>
          </p:nvPr>
        </p:nvSpPr>
        <p:spPr>
          <a:xfrm>
            <a:off x="3252375" y="1883600"/>
            <a:ext cx="2639400" cy="26349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sp>
        <p:nvSpPr>
          <p:cNvPr id="1300" name="Google Shape;1300;p115"/>
          <p:cNvSpPr txBox="1">
            <a:spLocks noGrp="1"/>
          </p:cNvSpPr>
          <p:nvPr>
            <p:ph type="subTitle" idx="2"/>
          </p:nvPr>
        </p:nvSpPr>
        <p:spPr>
          <a:xfrm>
            <a:off x="6162000" y="1883600"/>
            <a:ext cx="2634900" cy="26349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1000"/>
              <a:buNone/>
              <a:defRPr sz="1000"/>
            </a:lvl1pPr>
            <a:lvl2pPr lvl="1">
              <a:lnSpc>
                <a:spcPct val="120000"/>
              </a:lnSpc>
              <a:spcBef>
                <a:spcPts val="0"/>
              </a:spcBef>
              <a:spcAft>
                <a:spcPts val="0"/>
              </a:spcAft>
              <a:buSzPts val="1000"/>
              <a:buNone/>
              <a:defRPr/>
            </a:lvl2pPr>
            <a:lvl3pPr lvl="2">
              <a:lnSpc>
                <a:spcPct val="120000"/>
              </a:lnSpc>
              <a:spcBef>
                <a:spcPts val="0"/>
              </a:spcBef>
              <a:spcAft>
                <a:spcPts val="0"/>
              </a:spcAft>
              <a:buSzPts val="1000"/>
              <a:buNone/>
              <a:defRPr/>
            </a:lvl3pPr>
            <a:lvl4pPr lvl="3">
              <a:lnSpc>
                <a:spcPct val="120000"/>
              </a:lnSpc>
              <a:spcBef>
                <a:spcPts val="0"/>
              </a:spcBef>
              <a:spcAft>
                <a:spcPts val="0"/>
              </a:spcAft>
              <a:buSzPts val="1000"/>
              <a:buNone/>
              <a:defRPr/>
            </a:lvl4pPr>
            <a:lvl5pPr lvl="4">
              <a:lnSpc>
                <a:spcPct val="120000"/>
              </a:lnSpc>
              <a:spcBef>
                <a:spcPts val="0"/>
              </a:spcBef>
              <a:spcAft>
                <a:spcPts val="0"/>
              </a:spcAft>
              <a:buSzPts val="1000"/>
              <a:buNone/>
              <a:defRPr/>
            </a:lvl5pPr>
            <a:lvl6pPr lvl="5">
              <a:lnSpc>
                <a:spcPct val="120000"/>
              </a:lnSpc>
              <a:spcBef>
                <a:spcPts val="0"/>
              </a:spcBef>
              <a:spcAft>
                <a:spcPts val="0"/>
              </a:spcAft>
              <a:buSzPts val="1000"/>
              <a:buNone/>
              <a:defRPr/>
            </a:lvl6pPr>
            <a:lvl7pPr lvl="6">
              <a:lnSpc>
                <a:spcPct val="120000"/>
              </a:lnSpc>
              <a:spcBef>
                <a:spcPts val="0"/>
              </a:spcBef>
              <a:spcAft>
                <a:spcPts val="0"/>
              </a:spcAft>
              <a:buSzPts val="1000"/>
              <a:buNone/>
              <a:defRPr/>
            </a:lvl7pPr>
            <a:lvl8pPr lvl="7">
              <a:lnSpc>
                <a:spcPct val="120000"/>
              </a:lnSpc>
              <a:spcBef>
                <a:spcPts val="0"/>
              </a:spcBef>
              <a:spcAft>
                <a:spcPts val="0"/>
              </a:spcAft>
              <a:buSzPts val="1000"/>
              <a:buNone/>
              <a:defRPr/>
            </a:lvl8pPr>
            <a:lvl9pPr lvl="8">
              <a:lnSpc>
                <a:spcPct val="120000"/>
              </a:lnSpc>
              <a:spcBef>
                <a:spcPts val="0"/>
              </a:spcBef>
              <a:spcAft>
                <a:spcPts val="0"/>
              </a:spcAft>
              <a:buSzPts val="1000"/>
              <a:buNone/>
              <a:defRPr/>
            </a:lvl9pPr>
          </a:lstStyle>
          <a:p>
            <a:endParaRPr/>
          </a:p>
        </p:txBody>
      </p:sp>
      <p:sp>
        <p:nvSpPr>
          <p:cNvPr id="1301" name="Google Shape;1301;p115"/>
          <p:cNvSpPr>
            <a:spLocks noGrp="1"/>
          </p:cNvSpPr>
          <p:nvPr>
            <p:ph type="pic" idx="3"/>
          </p:nvPr>
        </p:nvSpPr>
        <p:spPr>
          <a:xfrm>
            <a:off x="342750" y="1885950"/>
            <a:ext cx="2639400" cy="2625000"/>
          </a:xfrm>
          <a:prstGeom prst="roundRect">
            <a:avLst>
              <a:gd name="adj" fmla="val 7901"/>
            </a:avLst>
          </a:prstGeom>
          <a:noFill/>
          <a:ln>
            <a:noFill/>
          </a:ln>
        </p:spPr>
      </p:sp>
      <p:sp>
        <p:nvSpPr>
          <p:cNvPr id="1302" name="Google Shape;1302;p115"/>
          <p:cNvSpPr txBox="1">
            <a:spLocks noGrp="1"/>
          </p:cNvSpPr>
          <p:nvPr>
            <p:ph type="subTitle" idx="4"/>
          </p:nvPr>
        </p:nvSpPr>
        <p:spPr>
          <a:xfrm>
            <a:off x="342875" y="1275550"/>
            <a:ext cx="6286500" cy="448200"/>
          </a:xfrm>
          <a:prstGeom prst="rect">
            <a:avLst/>
          </a:prstGeom>
        </p:spPr>
        <p:txBody>
          <a:bodyPr spcFirstLastPara="1" wrap="square" lIns="0" tIns="0" rIns="0" bIns="0" anchor="t" anchorCtr="0">
            <a:noAutofit/>
          </a:bodyPr>
          <a:lstStyle>
            <a:lvl1pPr lvl="0">
              <a:spcBef>
                <a:spcPts val="0"/>
              </a:spcBef>
              <a:spcAft>
                <a:spcPts val="0"/>
              </a:spcAft>
              <a:buSzPts val="1000"/>
              <a:buNone/>
              <a:defRPr sz="10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303" name="Google Shape;1303;p115"/>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Workflow 4">
  <p:cSld name="SECTION_HEADER_2_1_1_1_2_1">
    <p:spTree>
      <p:nvGrpSpPr>
        <p:cNvPr id="1" name="Shape 1304"/>
        <p:cNvGrpSpPr/>
        <p:nvPr/>
      </p:nvGrpSpPr>
      <p:grpSpPr>
        <a:xfrm>
          <a:off x="0" y="0"/>
          <a:ext cx="0" cy="0"/>
          <a:chOff x="0" y="0"/>
          <a:chExt cx="0" cy="0"/>
        </a:xfrm>
      </p:grpSpPr>
      <p:sp>
        <p:nvSpPr>
          <p:cNvPr id="1305" name="Google Shape;1305;p11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06" name="Google Shape;1306;p116"/>
          <p:cNvSpPr txBox="1">
            <a:spLocks noGrp="1"/>
          </p:cNvSpPr>
          <p:nvPr>
            <p:ph type="subTitle" idx="1"/>
          </p:nvPr>
        </p:nvSpPr>
        <p:spPr>
          <a:xfrm>
            <a:off x="339050" y="1113200"/>
            <a:ext cx="2643000" cy="1538100"/>
          </a:xfrm>
          <a:prstGeom prst="rect">
            <a:avLst/>
          </a:prstGeom>
          <a:solidFill>
            <a:schemeClr val="lt2"/>
          </a:solidFill>
        </p:spPr>
        <p:txBody>
          <a:bodyPr spcFirstLastPara="1" wrap="square" lIns="228600" tIns="228600" rIns="228600" bIns="228600" anchor="t" anchorCtr="0">
            <a:noAutofit/>
          </a:bodyPr>
          <a:lstStyle>
            <a:lvl1pPr lvl="0">
              <a:lnSpc>
                <a:spcPct val="130000"/>
              </a:lnSpc>
              <a:spcBef>
                <a:spcPts val="0"/>
              </a:spcBef>
              <a:spcAft>
                <a:spcPts val="0"/>
              </a:spcAft>
              <a:buSzPts val="1000"/>
              <a:buNone/>
              <a:defRPr sz="1000"/>
            </a:lvl1pPr>
            <a:lvl2pPr lvl="1">
              <a:lnSpc>
                <a:spcPct val="130000"/>
              </a:lnSpc>
              <a:spcBef>
                <a:spcPts val="0"/>
              </a:spcBef>
              <a:spcAft>
                <a:spcPts val="0"/>
              </a:spcAft>
              <a:buSzPts val="1000"/>
              <a:buNone/>
              <a:defRPr/>
            </a:lvl2pPr>
            <a:lvl3pPr lvl="2">
              <a:lnSpc>
                <a:spcPct val="130000"/>
              </a:lnSpc>
              <a:spcBef>
                <a:spcPts val="0"/>
              </a:spcBef>
              <a:spcAft>
                <a:spcPts val="0"/>
              </a:spcAft>
              <a:buSzPts val="1000"/>
              <a:buNone/>
              <a:defRPr/>
            </a:lvl3pPr>
            <a:lvl4pPr lvl="3">
              <a:lnSpc>
                <a:spcPct val="130000"/>
              </a:lnSpc>
              <a:spcBef>
                <a:spcPts val="0"/>
              </a:spcBef>
              <a:spcAft>
                <a:spcPts val="0"/>
              </a:spcAft>
              <a:buSzPts val="1000"/>
              <a:buNone/>
              <a:defRPr/>
            </a:lvl4pPr>
            <a:lvl5pPr lvl="4">
              <a:lnSpc>
                <a:spcPct val="130000"/>
              </a:lnSpc>
              <a:spcBef>
                <a:spcPts val="0"/>
              </a:spcBef>
              <a:spcAft>
                <a:spcPts val="0"/>
              </a:spcAft>
              <a:buSzPts val="1000"/>
              <a:buNone/>
              <a:defRPr/>
            </a:lvl5pPr>
            <a:lvl6pPr lvl="5">
              <a:lnSpc>
                <a:spcPct val="130000"/>
              </a:lnSpc>
              <a:spcBef>
                <a:spcPts val="0"/>
              </a:spcBef>
              <a:spcAft>
                <a:spcPts val="0"/>
              </a:spcAft>
              <a:buSzPts val="1000"/>
              <a:buNone/>
              <a:defRPr/>
            </a:lvl6pPr>
            <a:lvl7pPr lvl="6">
              <a:lnSpc>
                <a:spcPct val="130000"/>
              </a:lnSpc>
              <a:spcBef>
                <a:spcPts val="0"/>
              </a:spcBef>
              <a:spcAft>
                <a:spcPts val="0"/>
              </a:spcAft>
              <a:buSzPts val="1000"/>
              <a:buNone/>
              <a:defRPr/>
            </a:lvl7pPr>
            <a:lvl8pPr lvl="7">
              <a:lnSpc>
                <a:spcPct val="130000"/>
              </a:lnSpc>
              <a:spcBef>
                <a:spcPts val="0"/>
              </a:spcBef>
              <a:spcAft>
                <a:spcPts val="0"/>
              </a:spcAft>
              <a:buSzPts val="1000"/>
              <a:buNone/>
              <a:defRPr/>
            </a:lvl8pPr>
            <a:lvl9pPr lvl="8">
              <a:lnSpc>
                <a:spcPct val="130000"/>
              </a:lnSpc>
              <a:spcBef>
                <a:spcPts val="0"/>
              </a:spcBef>
              <a:spcAft>
                <a:spcPts val="0"/>
              </a:spcAft>
              <a:buSzPts val="1000"/>
              <a:buNone/>
              <a:defRPr/>
            </a:lvl9pPr>
          </a:lstStyle>
          <a:p>
            <a:endParaRPr/>
          </a:p>
        </p:txBody>
      </p:sp>
      <p:sp>
        <p:nvSpPr>
          <p:cNvPr id="1307" name="Google Shape;1307;p116"/>
          <p:cNvSpPr txBox="1">
            <a:spLocks noGrp="1"/>
          </p:cNvSpPr>
          <p:nvPr>
            <p:ph type="subTitle" idx="2"/>
          </p:nvPr>
        </p:nvSpPr>
        <p:spPr>
          <a:xfrm>
            <a:off x="3259350" y="1113200"/>
            <a:ext cx="2625300" cy="1538100"/>
          </a:xfrm>
          <a:prstGeom prst="rect">
            <a:avLst/>
          </a:prstGeom>
          <a:solidFill>
            <a:schemeClr val="lt2"/>
          </a:solidFill>
        </p:spPr>
        <p:txBody>
          <a:bodyPr spcFirstLastPara="1" wrap="square" lIns="228600" tIns="228600" rIns="228600" bIns="228600" anchor="t" anchorCtr="0">
            <a:noAutofit/>
          </a:bodyPr>
          <a:lstStyle>
            <a:lvl1pPr lvl="0">
              <a:lnSpc>
                <a:spcPct val="130000"/>
              </a:lnSpc>
              <a:spcBef>
                <a:spcPts val="0"/>
              </a:spcBef>
              <a:spcAft>
                <a:spcPts val="0"/>
              </a:spcAft>
              <a:buSzPts val="1000"/>
              <a:buNone/>
              <a:defRPr sz="1000"/>
            </a:lvl1pPr>
            <a:lvl2pPr lvl="1">
              <a:lnSpc>
                <a:spcPct val="130000"/>
              </a:lnSpc>
              <a:spcBef>
                <a:spcPts val="0"/>
              </a:spcBef>
              <a:spcAft>
                <a:spcPts val="0"/>
              </a:spcAft>
              <a:buSzPts val="1000"/>
              <a:buNone/>
              <a:defRPr/>
            </a:lvl2pPr>
            <a:lvl3pPr lvl="2">
              <a:lnSpc>
                <a:spcPct val="130000"/>
              </a:lnSpc>
              <a:spcBef>
                <a:spcPts val="0"/>
              </a:spcBef>
              <a:spcAft>
                <a:spcPts val="0"/>
              </a:spcAft>
              <a:buSzPts val="1000"/>
              <a:buNone/>
              <a:defRPr/>
            </a:lvl3pPr>
            <a:lvl4pPr lvl="3">
              <a:lnSpc>
                <a:spcPct val="130000"/>
              </a:lnSpc>
              <a:spcBef>
                <a:spcPts val="0"/>
              </a:spcBef>
              <a:spcAft>
                <a:spcPts val="0"/>
              </a:spcAft>
              <a:buSzPts val="1000"/>
              <a:buNone/>
              <a:defRPr/>
            </a:lvl4pPr>
            <a:lvl5pPr lvl="4">
              <a:lnSpc>
                <a:spcPct val="130000"/>
              </a:lnSpc>
              <a:spcBef>
                <a:spcPts val="0"/>
              </a:spcBef>
              <a:spcAft>
                <a:spcPts val="0"/>
              </a:spcAft>
              <a:buSzPts val="1000"/>
              <a:buNone/>
              <a:defRPr/>
            </a:lvl5pPr>
            <a:lvl6pPr lvl="5">
              <a:lnSpc>
                <a:spcPct val="130000"/>
              </a:lnSpc>
              <a:spcBef>
                <a:spcPts val="0"/>
              </a:spcBef>
              <a:spcAft>
                <a:spcPts val="0"/>
              </a:spcAft>
              <a:buSzPts val="1000"/>
              <a:buNone/>
              <a:defRPr/>
            </a:lvl6pPr>
            <a:lvl7pPr lvl="6">
              <a:lnSpc>
                <a:spcPct val="130000"/>
              </a:lnSpc>
              <a:spcBef>
                <a:spcPts val="0"/>
              </a:spcBef>
              <a:spcAft>
                <a:spcPts val="0"/>
              </a:spcAft>
              <a:buSzPts val="1000"/>
              <a:buNone/>
              <a:defRPr/>
            </a:lvl7pPr>
            <a:lvl8pPr lvl="7">
              <a:lnSpc>
                <a:spcPct val="130000"/>
              </a:lnSpc>
              <a:spcBef>
                <a:spcPts val="0"/>
              </a:spcBef>
              <a:spcAft>
                <a:spcPts val="0"/>
              </a:spcAft>
              <a:buSzPts val="1000"/>
              <a:buNone/>
              <a:defRPr/>
            </a:lvl8pPr>
            <a:lvl9pPr lvl="8">
              <a:lnSpc>
                <a:spcPct val="130000"/>
              </a:lnSpc>
              <a:spcBef>
                <a:spcPts val="0"/>
              </a:spcBef>
              <a:spcAft>
                <a:spcPts val="0"/>
              </a:spcAft>
              <a:buSzPts val="1000"/>
              <a:buNone/>
              <a:defRPr/>
            </a:lvl9pPr>
          </a:lstStyle>
          <a:p>
            <a:endParaRPr/>
          </a:p>
        </p:txBody>
      </p:sp>
      <p:sp>
        <p:nvSpPr>
          <p:cNvPr id="1308" name="Google Shape;1308;p116"/>
          <p:cNvSpPr txBox="1">
            <a:spLocks noGrp="1"/>
          </p:cNvSpPr>
          <p:nvPr>
            <p:ph type="subTitle" idx="3"/>
          </p:nvPr>
        </p:nvSpPr>
        <p:spPr>
          <a:xfrm>
            <a:off x="6161850" y="1113200"/>
            <a:ext cx="2643000" cy="1538100"/>
          </a:xfrm>
          <a:prstGeom prst="rect">
            <a:avLst/>
          </a:prstGeom>
          <a:solidFill>
            <a:schemeClr val="lt2"/>
          </a:solidFill>
        </p:spPr>
        <p:txBody>
          <a:bodyPr spcFirstLastPara="1" wrap="square" lIns="228600" tIns="228600" rIns="228600" bIns="228600" anchor="t" anchorCtr="0">
            <a:noAutofit/>
          </a:bodyPr>
          <a:lstStyle>
            <a:lvl1pPr lvl="0">
              <a:lnSpc>
                <a:spcPct val="130000"/>
              </a:lnSpc>
              <a:spcBef>
                <a:spcPts val="0"/>
              </a:spcBef>
              <a:spcAft>
                <a:spcPts val="0"/>
              </a:spcAft>
              <a:buSzPts val="1000"/>
              <a:buNone/>
              <a:defRPr sz="1000"/>
            </a:lvl1pPr>
            <a:lvl2pPr lvl="1">
              <a:lnSpc>
                <a:spcPct val="130000"/>
              </a:lnSpc>
              <a:spcBef>
                <a:spcPts val="0"/>
              </a:spcBef>
              <a:spcAft>
                <a:spcPts val="0"/>
              </a:spcAft>
              <a:buSzPts val="1000"/>
              <a:buNone/>
              <a:defRPr/>
            </a:lvl2pPr>
            <a:lvl3pPr lvl="2">
              <a:lnSpc>
                <a:spcPct val="130000"/>
              </a:lnSpc>
              <a:spcBef>
                <a:spcPts val="0"/>
              </a:spcBef>
              <a:spcAft>
                <a:spcPts val="0"/>
              </a:spcAft>
              <a:buSzPts val="1000"/>
              <a:buNone/>
              <a:defRPr/>
            </a:lvl3pPr>
            <a:lvl4pPr lvl="3">
              <a:lnSpc>
                <a:spcPct val="130000"/>
              </a:lnSpc>
              <a:spcBef>
                <a:spcPts val="0"/>
              </a:spcBef>
              <a:spcAft>
                <a:spcPts val="0"/>
              </a:spcAft>
              <a:buSzPts val="1000"/>
              <a:buNone/>
              <a:defRPr/>
            </a:lvl4pPr>
            <a:lvl5pPr lvl="4">
              <a:lnSpc>
                <a:spcPct val="130000"/>
              </a:lnSpc>
              <a:spcBef>
                <a:spcPts val="0"/>
              </a:spcBef>
              <a:spcAft>
                <a:spcPts val="0"/>
              </a:spcAft>
              <a:buSzPts val="1000"/>
              <a:buNone/>
              <a:defRPr/>
            </a:lvl5pPr>
            <a:lvl6pPr lvl="5">
              <a:lnSpc>
                <a:spcPct val="130000"/>
              </a:lnSpc>
              <a:spcBef>
                <a:spcPts val="0"/>
              </a:spcBef>
              <a:spcAft>
                <a:spcPts val="0"/>
              </a:spcAft>
              <a:buSzPts val="1000"/>
              <a:buNone/>
              <a:defRPr/>
            </a:lvl6pPr>
            <a:lvl7pPr lvl="6">
              <a:lnSpc>
                <a:spcPct val="130000"/>
              </a:lnSpc>
              <a:spcBef>
                <a:spcPts val="0"/>
              </a:spcBef>
              <a:spcAft>
                <a:spcPts val="0"/>
              </a:spcAft>
              <a:buSzPts val="1000"/>
              <a:buNone/>
              <a:defRPr/>
            </a:lvl7pPr>
            <a:lvl8pPr lvl="7">
              <a:lnSpc>
                <a:spcPct val="130000"/>
              </a:lnSpc>
              <a:spcBef>
                <a:spcPts val="0"/>
              </a:spcBef>
              <a:spcAft>
                <a:spcPts val="0"/>
              </a:spcAft>
              <a:buSzPts val="1000"/>
              <a:buNone/>
              <a:defRPr/>
            </a:lvl8pPr>
            <a:lvl9pPr lvl="8">
              <a:lnSpc>
                <a:spcPct val="130000"/>
              </a:lnSpc>
              <a:spcBef>
                <a:spcPts val="0"/>
              </a:spcBef>
              <a:spcAft>
                <a:spcPts val="0"/>
              </a:spcAft>
              <a:buSzPts val="1000"/>
              <a:buNone/>
              <a:defRPr/>
            </a:lvl9pPr>
          </a:lstStyle>
          <a:p>
            <a:endParaRPr/>
          </a:p>
        </p:txBody>
      </p:sp>
      <p:sp>
        <p:nvSpPr>
          <p:cNvPr id="1309" name="Google Shape;1309;p116"/>
          <p:cNvSpPr txBox="1">
            <a:spLocks noGrp="1"/>
          </p:cNvSpPr>
          <p:nvPr>
            <p:ph type="subTitle" idx="4"/>
          </p:nvPr>
        </p:nvSpPr>
        <p:spPr>
          <a:xfrm>
            <a:off x="339050" y="2888475"/>
            <a:ext cx="2643000" cy="1538100"/>
          </a:xfrm>
          <a:prstGeom prst="rect">
            <a:avLst/>
          </a:prstGeom>
          <a:solidFill>
            <a:schemeClr val="lt2"/>
          </a:solidFill>
        </p:spPr>
        <p:txBody>
          <a:bodyPr spcFirstLastPara="1" wrap="square" lIns="228600" tIns="228600" rIns="228600" bIns="228600" anchor="t" anchorCtr="0">
            <a:noAutofit/>
          </a:bodyPr>
          <a:lstStyle>
            <a:lvl1pPr lvl="0">
              <a:lnSpc>
                <a:spcPct val="130000"/>
              </a:lnSpc>
              <a:spcBef>
                <a:spcPts val="0"/>
              </a:spcBef>
              <a:spcAft>
                <a:spcPts val="0"/>
              </a:spcAft>
              <a:buSzPts val="1000"/>
              <a:buNone/>
              <a:defRPr sz="1000"/>
            </a:lvl1pPr>
            <a:lvl2pPr lvl="1">
              <a:lnSpc>
                <a:spcPct val="130000"/>
              </a:lnSpc>
              <a:spcBef>
                <a:spcPts val="0"/>
              </a:spcBef>
              <a:spcAft>
                <a:spcPts val="0"/>
              </a:spcAft>
              <a:buSzPts val="1000"/>
              <a:buNone/>
              <a:defRPr/>
            </a:lvl2pPr>
            <a:lvl3pPr lvl="2">
              <a:lnSpc>
                <a:spcPct val="130000"/>
              </a:lnSpc>
              <a:spcBef>
                <a:spcPts val="0"/>
              </a:spcBef>
              <a:spcAft>
                <a:spcPts val="0"/>
              </a:spcAft>
              <a:buSzPts val="1000"/>
              <a:buNone/>
              <a:defRPr/>
            </a:lvl3pPr>
            <a:lvl4pPr lvl="3">
              <a:lnSpc>
                <a:spcPct val="130000"/>
              </a:lnSpc>
              <a:spcBef>
                <a:spcPts val="0"/>
              </a:spcBef>
              <a:spcAft>
                <a:spcPts val="0"/>
              </a:spcAft>
              <a:buSzPts val="1000"/>
              <a:buNone/>
              <a:defRPr/>
            </a:lvl4pPr>
            <a:lvl5pPr lvl="4">
              <a:lnSpc>
                <a:spcPct val="130000"/>
              </a:lnSpc>
              <a:spcBef>
                <a:spcPts val="0"/>
              </a:spcBef>
              <a:spcAft>
                <a:spcPts val="0"/>
              </a:spcAft>
              <a:buSzPts val="1000"/>
              <a:buNone/>
              <a:defRPr/>
            </a:lvl5pPr>
            <a:lvl6pPr lvl="5">
              <a:lnSpc>
                <a:spcPct val="130000"/>
              </a:lnSpc>
              <a:spcBef>
                <a:spcPts val="0"/>
              </a:spcBef>
              <a:spcAft>
                <a:spcPts val="0"/>
              </a:spcAft>
              <a:buSzPts val="1000"/>
              <a:buNone/>
              <a:defRPr/>
            </a:lvl6pPr>
            <a:lvl7pPr lvl="6">
              <a:lnSpc>
                <a:spcPct val="130000"/>
              </a:lnSpc>
              <a:spcBef>
                <a:spcPts val="0"/>
              </a:spcBef>
              <a:spcAft>
                <a:spcPts val="0"/>
              </a:spcAft>
              <a:buSzPts val="1000"/>
              <a:buNone/>
              <a:defRPr/>
            </a:lvl7pPr>
            <a:lvl8pPr lvl="7">
              <a:lnSpc>
                <a:spcPct val="130000"/>
              </a:lnSpc>
              <a:spcBef>
                <a:spcPts val="0"/>
              </a:spcBef>
              <a:spcAft>
                <a:spcPts val="0"/>
              </a:spcAft>
              <a:buSzPts val="1000"/>
              <a:buNone/>
              <a:defRPr/>
            </a:lvl8pPr>
            <a:lvl9pPr lvl="8">
              <a:lnSpc>
                <a:spcPct val="130000"/>
              </a:lnSpc>
              <a:spcBef>
                <a:spcPts val="0"/>
              </a:spcBef>
              <a:spcAft>
                <a:spcPts val="0"/>
              </a:spcAft>
              <a:buSzPts val="1000"/>
              <a:buNone/>
              <a:defRPr/>
            </a:lvl9pPr>
          </a:lstStyle>
          <a:p>
            <a:endParaRPr/>
          </a:p>
        </p:txBody>
      </p:sp>
      <p:sp>
        <p:nvSpPr>
          <p:cNvPr id="1310" name="Google Shape;1310;p116"/>
          <p:cNvSpPr txBox="1">
            <a:spLocks noGrp="1"/>
          </p:cNvSpPr>
          <p:nvPr>
            <p:ph type="subTitle" idx="5"/>
          </p:nvPr>
        </p:nvSpPr>
        <p:spPr>
          <a:xfrm>
            <a:off x="3259350" y="2888475"/>
            <a:ext cx="2625300" cy="1538100"/>
          </a:xfrm>
          <a:prstGeom prst="rect">
            <a:avLst/>
          </a:prstGeom>
          <a:solidFill>
            <a:schemeClr val="lt2"/>
          </a:solidFill>
        </p:spPr>
        <p:txBody>
          <a:bodyPr spcFirstLastPara="1" wrap="square" lIns="228600" tIns="228600" rIns="228600" bIns="228600" anchor="t" anchorCtr="0">
            <a:noAutofit/>
          </a:bodyPr>
          <a:lstStyle>
            <a:lvl1pPr lvl="0">
              <a:lnSpc>
                <a:spcPct val="130000"/>
              </a:lnSpc>
              <a:spcBef>
                <a:spcPts val="0"/>
              </a:spcBef>
              <a:spcAft>
                <a:spcPts val="0"/>
              </a:spcAft>
              <a:buSzPts val="1000"/>
              <a:buNone/>
              <a:defRPr sz="1000"/>
            </a:lvl1pPr>
            <a:lvl2pPr lvl="1">
              <a:lnSpc>
                <a:spcPct val="130000"/>
              </a:lnSpc>
              <a:spcBef>
                <a:spcPts val="0"/>
              </a:spcBef>
              <a:spcAft>
                <a:spcPts val="0"/>
              </a:spcAft>
              <a:buSzPts val="1000"/>
              <a:buNone/>
              <a:defRPr/>
            </a:lvl2pPr>
            <a:lvl3pPr lvl="2">
              <a:lnSpc>
                <a:spcPct val="130000"/>
              </a:lnSpc>
              <a:spcBef>
                <a:spcPts val="0"/>
              </a:spcBef>
              <a:spcAft>
                <a:spcPts val="0"/>
              </a:spcAft>
              <a:buSzPts val="1000"/>
              <a:buNone/>
              <a:defRPr/>
            </a:lvl3pPr>
            <a:lvl4pPr lvl="3">
              <a:lnSpc>
                <a:spcPct val="130000"/>
              </a:lnSpc>
              <a:spcBef>
                <a:spcPts val="0"/>
              </a:spcBef>
              <a:spcAft>
                <a:spcPts val="0"/>
              </a:spcAft>
              <a:buSzPts val="1000"/>
              <a:buNone/>
              <a:defRPr/>
            </a:lvl4pPr>
            <a:lvl5pPr lvl="4">
              <a:lnSpc>
                <a:spcPct val="130000"/>
              </a:lnSpc>
              <a:spcBef>
                <a:spcPts val="0"/>
              </a:spcBef>
              <a:spcAft>
                <a:spcPts val="0"/>
              </a:spcAft>
              <a:buSzPts val="1000"/>
              <a:buNone/>
              <a:defRPr/>
            </a:lvl5pPr>
            <a:lvl6pPr lvl="5">
              <a:lnSpc>
                <a:spcPct val="130000"/>
              </a:lnSpc>
              <a:spcBef>
                <a:spcPts val="0"/>
              </a:spcBef>
              <a:spcAft>
                <a:spcPts val="0"/>
              </a:spcAft>
              <a:buSzPts val="1000"/>
              <a:buNone/>
              <a:defRPr/>
            </a:lvl6pPr>
            <a:lvl7pPr lvl="6">
              <a:lnSpc>
                <a:spcPct val="130000"/>
              </a:lnSpc>
              <a:spcBef>
                <a:spcPts val="0"/>
              </a:spcBef>
              <a:spcAft>
                <a:spcPts val="0"/>
              </a:spcAft>
              <a:buSzPts val="1000"/>
              <a:buNone/>
              <a:defRPr/>
            </a:lvl7pPr>
            <a:lvl8pPr lvl="7">
              <a:lnSpc>
                <a:spcPct val="130000"/>
              </a:lnSpc>
              <a:spcBef>
                <a:spcPts val="0"/>
              </a:spcBef>
              <a:spcAft>
                <a:spcPts val="0"/>
              </a:spcAft>
              <a:buSzPts val="1000"/>
              <a:buNone/>
              <a:defRPr/>
            </a:lvl8pPr>
            <a:lvl9pPr lvl="8">
              <a:lnSpc>
                <a:spcPct val="130000"/>
              </a:lnSpc>
              <a:spcBef>
                <a:spcPts val="0"/>
              </a:spcBef>
              <a:spcAft>
                <a:spcPts val="0"/>
              </a:spcAft>
              <a:buSzPts val="1000"/>
              <a:buNone/>
              <a:defRPr/>
            </a:lvl9pPr>
          </a:lstStyle>
          <a:p>
            <a:endParaRPr/>
          </a:p>
        </p:txBody>
      </p:sp>
      <p:sp>
        <p:nvSpPr>
          <p:cNvPr id="1311" name="Google Shape;1311;p116"/>
          <p:cNvSpPr txBox="1">
            <a:spLocks noGrp="1"/>
          </p:cNvSpPr>
          <p:nvPr>
            <p:ph type="subTitle" idx="6"/>
          </p:nvPr>
        </p:nvSpPr>
        <p:spPr>
          <a:xfrm>
            <a:off x="6161850" y="2888475"/>
            <a:ext cx="2643000" cy="1538100"/>
          </a:xfrm>
          <a:prstGeom prst="rect">
            <a:avLst/>
          </a:prstGeom>
          <a:solidFill>
            <a:schemeClr val="lt2"/>
          </a:solidFill>
        </p:spPr>
        <p:txBody>
          <a:bodyPr spcFirstLastPara="1" wrap="square" lIns="228600" tIns="228600" rIns="228600" bIns="228600" anchor="t" anchorCtr="0">
            <a:noAutofit/>
          </a:bodyPr>
          <a:lstStyle>
            <a:lvl1pPr lvl="0">
              <a:lnSpc>
                <a:spcPct val="130000"/>
              </a:lnSpc>
              <a:spcBef>
                <a:spcPts val="0"/>
              </a:spcBef>
              <a:spcAft>
                <a:spcPts val="0"/>
              </a:spcAft>
              <a:buSzPts val="1000"/>
              <a:buNone/>
              <a:defRPr sz="1000"/>
            </a:lvl1pPr>
            <a:lvl2pPr lvl="1">
              <a:lnSpc>
                <a:spcPct val="130000"/>
              </a:lnSpc>
              <a:spcBef>
                <a:spcPts val="0"/>
              </a:spcBef>
              <a:spcAft>
                <a:spcPts val="0"/>
              </a:spcAft>
              <a:buSzPts val="1000"/>
              <a:buNone/>
              <a:defRPr/>
            </a:lvl2pPr>
            <a:lvl3pPr lvl="2">
              <a:lnSpc>
                <a:spcPct val="130000"/>
              </a:lnSpc>
              <a:spcBef>
                <a:spcPts val="0"/>
              </a:spcBef>
              <a:spcAft>
                <a:spcPts val="0"/>
              </a:spcAft>
              <a:buSzPts val="1000"/>
              <a:buNone/>
              <a:defRPr/>
            </a:lvl3pPr>
            <a:lvl4pPr lvl="3">
              <a:lnSpc>
                <a:spcPct val="130000"/>
              </a:lnSpc>
              <a:spcBef>
                <a:spcPts val="0"/>
              </a:spcBef>
              <a:spcAft>
                <a:spcPts val="0"/>
              </a:spcAft>
              <a:buSzPts val="1000"/>
              <a:buNone/>
              <a:defRPr/>
            </a:lvl4pPr>
            <a:lvl5pPr lvl="4">
              <a:lnSpc>
                <a:spcPct val="130000"/>
              </a:lnSpc>
              <a:spcBef>
                <a:spcPts val="0"/>
              </a:spcBef>
              <a:spcAft>
                <a:spcPts val="0"/>
              </a:spcAft>
              <a:buSzPts val="1000"/>
              <a:buNone/>
              <a:defRPr/>
            </a:lvl5pPr>
            <a:lvl6pPr lvl="5">
              <a:lnSpc>
                <a:spcPct val="130000"/>
              </a:lnSpc>
              <a:spcBef>
                <a:spcPts val="0"/>
              </a:spcBef>
              <a:spcAft>
                <a:spcPts val="0"/>
              </a:spcAft>
              <a:buSzPts val="1000"/>
              <a:buNone/>
              <a:defRPr/>
            </a:lvl6pPr>
            <a:lvl7pPr lvl="6">
              <a:lnSpc>
                <a:spcPct val="130000"/>
              </a:lnSpc>
              <a:spcBef>
                <a:spcPts val="0"/>
              </a:spcBef>
              <a:spcAft>
                <a:spcPts val="0"/>
              </a:spcAft>
              <a:buSzPts val="1000"/>
              <a:buNone/>
              <a:defRPr/>
            </a:lvl7pPr>
            <a:lvl8pPr lvl="7">
              <a:lnSpc>
                <a:spcPct val="130000"/>
              </a:lnSpc>
              <a:spcBef>
                <a:spcPts val="0"/>
              </a:spcBef>
              <a:spcAft>
                <a:spcPts val="0"/>
              </a:spcAft>
              <a:buSzPts val="1000"/>
              <a:buNone/>
              <a:defRPr/>
            </a:lvl8pPr>
            <a:lvl9pPr lvl="8">
              <a:lnSpc>
                <a:spcPct val="130000"/>
              </a:lnSpc>
              <a:spcBef>
                <a:spcPts val="0"/>
              </a:spcBef>
              <a:spcAft>
                <a:spcPts val="0"/>
              </a:spcAft>
              <a:buSzPts val="10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Quote 1">
  <p:cSld name="SECTION_HEADER_1_2_1_1">
    <p:spTree>
      <p:nvGrpSpPr>
        <p:cNvPr id="1" name="Shape 1312"/>
        <p:cNvGrpSpPr/>
        <p:nvPr/>
      </p:nvGrpSpPr>
      <p:grpSpPr>
        <a:xfrm>
          <a:off x="0" y="0"/>
          <a:ext cx="0" cy="0"/>
          <a:chOff x="0" y="0"/>
          <a:chExt cx="0" cy="0"/>
        </a:xfrm>
      </p:grpSpPr>
      <p:pic>
        <p:nvPicPr>
          <p:cNvPr id="1313" name="Google Shape;1313;p117"/>
          <p:cNvPicPr preferRelativeResize="0"/>
          <p:nvPr/>
        </p:nvPicPr>
        <p:blipFill rotWithShape="1">
          <a:blip r:embed="rId2">
            <a:alphaModFix/>
          </a:blip>
          <a:srcRect t="34163" r="29731"/>
          <a:stretch/>
        </p:blipFill>
        <p:spPr>
          <a:xfrm>
            <a:off x="5272800" y="0"/>
            <a:ext cx="3871200" cy="4353802"/>
          </a:xfrm>
          <a:prstGeom prst="rect">
            <a:avLst/>
          </a:prstGeom>
          <a:noFill/>
          <a:ln>
            <a:noFill/>
          </a:ln>
        </p:spPr>
      </p:pic>
      <p:sp>
        <p:nvSpPr>
          <p:cNvPr id="1314" name="Google Shape;1314;p11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315" name="Google Shape;1315;p117"/>
          <p:cNvSpPr txBox="1">
            <a:spLocks noGrp="1"/>
          </p:cNvSpPr>
          <p:nvPr>
            <p:ph type="title"/>
          </p:nvPr>
        </p:nvSpPr>
        <p:spPr>
          <a:xfrm>
            <a:off x="1066825" y="1025613"/>
            <a:ext cx="5588400" cy="25932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316" name="Google Shape;1316;p117"/>
          <p:cNvSpPr txBox="1">
            <a:spLocks noGrp="1"/>
          </p:cNvSpPr>
          <p:nvPr>
            <p:ph type="subTitle" idx="1"/>
          </p:nvPr>
        </p:nvSpPr>
        <p:spPr>
          <a:xfrm>
            <a:off x="1066825" y="3780938"/>
            <a:ext cx="55884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317" name="Google Shape;1317;p117"/>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Quote 2">
  <p:cSld name="SECTION_HEADER_1_2_1_1_2">
    <p:spTree>
      <p:nvGrpSpPr>
        <p:cNvPr id="1" name="Shape 1318"/>
        <p:cNvGrpSpPr/>
        <p:nvPr/>
      </p:nvGrpSpPr>
      <p:grpSpPr>
        <a:xfrm>
          <a:off x="0" y="0"/>
          <a:ext cx="0" cy="0"/>
          <a:chOff x="0" y="0"/>
          <a:chExt cx="0" cy="0"/>
        </a:xfrm>
      </p:grpSpPr>
      <p:sp>
        <p:nvSpPr>
          <p:cNvPr id="1319" name="Google Shape;1319;p118"/>
          <p:cNvSpPr/>
          <p:nvPr/>
        </p:nvSpPr>
        <p:spPr>
          <a:xfrm>
            <a:off x="277625" y="301250"/>
            <a:ext cx="1636200" cy="460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20" name="Google Shape;1320;p118"/>
          <p:cNvSpPr/>
          <p:nvPr/>
        </p:nvSpPr>
        <p:spPr>
          <a:xfrm>
            <a:off x="342600" y="359409"/>
            <a:ext cx="8458500" cy="4152600"/>
          </a:xfrm>
          <a:prstGeom prst="roundRect">
            <a:avLst>
              <a:gd name="adj" fmla="val 5832"/>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21" name="Google Shape;1321;p11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322" name="Google Shape;1322;p118"/>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323" name="Google Shape;1323;p118"/>
          <p:cNvPicPr preferRelativeResize="0"/>
          <p:nvPr/>
        </p:nvPicPr>
        <p:blipFill rotWithShape="1">
          <a:blip r:embed="rId2">
            <a:alphaModFix/>
          </a:blip>
          <a:srcRect l="37570" t="34349"/>
          <a:stretch/>
        </p:blipFill>
        <p:spPr>
          <a:xfrm>
            <a:off x="0" y="-1"/>
            <a:ext cx="3252372" cy="3376750"/>
          </a:xfrm>
          <a:prstGeom prst="rect">
            <a:avLst/>
          </a:prstGeom>
          <a:noFill/>
          <a:ln>
            <a:noFill/>
          </a:ln>
        </p:spPr>
      </p:pic>
      <p:sp>
        <p:nvSpPr>
          <p:cNvPr id="1324" name="Google Shape;1324;p118"/>
          <p:cNvSpPr txBox="1">
            <a:spLocks noGrp="1"/>
          </p:cNvSpPr>
          <p:nvPr>
            <p:ph type="title"/>
          </p:nvPr>
        </p:nvSpPr>
        <p:spPr>
          <a:xfrm>
            <a:off x="807850" y="1645072"/>
            <a:ext cx="7258200" cy="15381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325" name="Google Shape;1325;p118"/>
          <p:cNvSpPr txBox="1">
            <a:spLocks noGrp="1"/>
          </p:cNvSpPr>
          <p:nvPr>
            <p:ph type="subTitle" idx="1"/>
          </p:nvPr>
        </p:nvSpPr>
        <p:spPr>
          <a:xfrm>
            <a:off x="807850" y="3684400"/>
            <a:ext cx="7258200" cy="271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pic>
        <p:nvPicPr>
          <p:cNvPr id="1326" name="Google Shape;1326;p118"/>
          <p:cNvPicPr preferRelativeResize="0"/>
          <p:nvPr/>
        </p:nvPicPr>
        <p:blipFill rotWithShape="1">
          <a:blip r:embed="rId2">
            <a:alphaModFix/>
          </a:blip>
          <a:srcRect l="37570" t="34349"/>
          <a:stretch/>
        </p:blipFill>
        <p:spPr>
          <a:xfrm>
            <a:off x="5891675" y="1766749"/>
            <a:ext cx="3252372" cy="337675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Quote 3">
  <p:cSld name="SECTION_HEADER_1_2_1_1_2_1">
    <p:spTree>
      <p:nvGrpSpPr>
        <p:cNvPr id="1" name="Shape 1327"/>
        <p:cNvGrpSpPr/>
        <p:nvPr/>
      </p:nvGrpSpPr>
      <p:grpSpPr>
        <a:xfrm>
          <a:off x="0" y="0"/>
          <a:ext cx="0" cy="0"/>
          <a:chOff x="0" y="0"/>
          <a:chExt cx="0" cy="0"/>
        </a:xfrm>
      </p:grpSpPr>
      <p:sp>
        <p:nvSpPr>
          <p:cNvPr id="1328" name="Google Shape;1328;p119"/>
          <p:cNvSpPr/>
          <p:nvPr/>
        </p:nvSpPr>
        <p:spPr>
          <a:xfrm>
            <a:off x="277625" y="301250"/>
            <a:ext cx="1636200" cy="460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29" name="Google Shape;1329;p119"/>
          <p:cNvSpPr/>
          <p:nvPr/>
        </p:nvSpPr>
        <p:spPr>
          <a:xfrm>
            <a:off x="342600" y="342600"/>
            <a:ext cx="8458500" cy="4152600"/>
          </a:xfrm>
          <a:prstGeom prst="roundRect">
            <a:avLst>
              <a:gd name="adj" fmla="val 5832"/>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30" name="Google Shape;1330;p11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331" name="Google Shape;1331;p119"/>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332" name="Google Shape;1332;p119"/>
          <p:cNvPicPr preferRelativeResize="0"/>
          <p:nvPr/>
        </p:nvPicPr>
        <p:blipFill rotWithShape="1">
          <a:blip r:embed="rId2">
            <a:alphaModFix/>
          </a:blip>
          <a:srcRect l="37570" t="34349"/>
          <a:stretch/>
        </p:blipFill>
        <p:spPr>
          <a:xfrm>
            <a:off x="0" y="-1"/>
            <a:ext cx="3252372" cy="3376750"/>
          </a:xfrm>
          <a:prstGeom prst="rect">
            <a:avLst/>
          </a:prstGeom>
          <a:noFill/>
          <a:ln>
            <a:noFill/>
          </a:ln>
        </p:spPr>
      </p:pic>
      <p:sp>
        <p:nvSpPr>
          <p:cNvPr id="1333" name="Google Shape;1333;p119"/>
          <p:cNvSpPr txBox="1">
            <a:spLocks noGrp="1"/>
          </p:cNvSpPr>
          <p:nvPr>
            <p:ph type="title"/>
          </p:nvPr>
        </p:nvSpPr>
        <p:spPr>
          <a:xfrm>
            <a:off x="807850" y="1645072"/>
            <a:ext cx="7258200" cy="15381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334" name="Google Shape;1334;p119"/>
          <p:cNvSpPr txBox="1">
            <a:spLocks noGrp="1"/>
          </p:cNvSpPr>
          <p:nvPr>
            <p:ph type="subTitle" idx="1"/>
          </p:nvPr>
        </p:nvSpPr>
        <p:spPr>
          <a:xfrm>
            <a:off x="807850" y="3684400"/>
            <a:ext cx="7258200" cy="271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pic>
        <p:nvPicPr>
          <p:cNvPr id="1335" name="Google Shape;1335;p119"/>
          <p:cNvPicPr preferRelativeResize="0"/>
          <p:nvPr/>
        </p:nvPicPr>
        <p:blipFill rotWithShape="1">
          <a:blip r:embed="rId2">
            <a:alphaModFix/>
          </a:blip>
          <a:srcRect l="37570" t="34349"/>
          <a:stretch/>
        </p:blipFill>
        <p:spPr>
          <a:xfrm>
            <a:off x="5891675" y="1766749"/>
            <a:ext cx="3252372" cy="337675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CF Quote 1">
  <p:cSld name="SECTION_HEADER_1_2_1_1_3">
    <p:spTree>
      <p:nvGrpSpPr>
        <p:cNvPr id="1" name="Shape 1336"/>
        <p:cNvGrpSpPr/>
        <p:nvPr/>
      </p:nvGrpSpPr>
      <p:grpSpPr>
        <a:xfrm>
          <a:off x="0" y="0"/>
          <a:ext cx="0" cy="0"/>
          <a:chOff x="0" y="0"/>
          <a:chExt cx="0" cy="0"/>
        </a:xfrm>
      </p:grpSpPr>
      <p:pic>
        <p:nvPicPr>
          <p:cNvPr id="1337" name="Google Shape;1337;p120"/>
          <p:cNvPicPr preferRelativeResize="0"/>
          <p:nvPr/>
        </p:nvPicPr>
        <p:blipFill rotWithShape="1">
          <a:blip r:embed="rId2">
            <a:alphaModFix/>
          </a:blip>
          <a:srcRect t="34163" r="29731"/>
          <a:stretch/>
        </p:blipFill>
        <p:spPr>
          <a:xfrm>
            <a:off x="5272800" y="0"/>
            <a:ext cx="3871200" cy="4353802"/>
          </a:xfrm>
          <a:prstGeom prst="rect">
            <a:avLst/>
          </a:prstGeom>
          <a:noFill/>
          <a:ln>
            <a:noFill/>
          </a:ln>
        </p:spPr>
      </p:pic>
      <p:sp>
        <p:nvSpPr>
          <p:cNvPr id="1338" name="Google Shape;1338;p12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339" name="Google Shape;1339;p120"/>
          <p:cNvSpPr txBox="1">
            <a:spLocks noGrp="1"/>
          </p:cNvSpPr>
          <p:nvPr>
            <p:ph type="title"/>
          </p:nvPr>
        </p:nvSpPr>
        <p:spPr>
          <a:xfrm>
            <a:off x="1066825" y="1025613"/>
            <a:ext cx="5588400" cy="25932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340" name="Google Shape;1340;p120"/>
          <p:cNvSpPr txBox="1">
            <a:spLocks noGrp="1"/>
          </p:cNvSpPr>
          <p:nvPr>
            <p:ph type="subTitle" idx="1"/>
          </p:nvPr>
        </p:nvSpPr>
        <p:spPr>
          <a:xfrm>
            <a:off x="1066825" y="3780938"/>
            <a:ext cx="55884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341" name="Google Shape;1341;p120"/>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342" name="Google Shape;1342;p120" title="customer-first-badge-dark.png"/>
          <p:cNvPicPr preferRelativeResize="0"/>
          <p:nvPr/>
        </p:nvPicPr>
        <p:blipFill>
          <a:blip r:embed="rId3">
            <a:alphaModFix/>
          </a:blip>
          <a:stretch>
            <a:fillRect/>
          </a:stretch>
        </p:blipFill>
        <p:spPr>
          <a:xfrm>
            <a:off x="7839601" y="288875"/>
            <a:ext cx="961500" cy="10903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F Quote 2">
  <p:cSld name="SECTION_HEADER_1_2_1_1_2_2">
    <p:spTree>
      <p:nvGrpSpPr>
        <p:cNvPr id="1" name="Shape 1343"/>
        <p:cNvGrpSpPr/>
        <p:nvPr/>
      </p:nvGrpSpPr>
      <p:grpSpPr>
        <a:xfrm>
          <a:off x="0" y="0"/>
          <a:ext cx="0" cy="0"/>
          <a:chOff x="0" y="0"/>
          <a:chExt cx="0" cy="0"/>
        </a:xfrm>
      </p:grpSpPr>
      <p:sp>
        <p:nvSpPr>
          <p:cNvPr id="1344" name="Google Shape;1344;p121"/>
          <p:cNvSpPr/>
          <p:nvPr/>
        </p:nvSpPr>
        <p:spPr>
          <a:xfrm>
            <a:off x="277625" y="301250"/>
            <a:ext cx="1636200" cy="460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45" name="Google Shape;1345;p121"/>
          <p:cNvSpPr/>
          <p:nvPr/>
        </p:nvSpPr>
        <p:spPr>
          <a:xfrm>
            <a:off x="342600" y="342600"/>
            <a:ext cx="8458500" cy="4152600"/>
          </a:xfrm>
          <a:prstGeom prst="roundRect">
            <a:avLst>
              <a:gd name="adj" fmla="val 5832"/>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46" name="Google Shape;1346;p12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347" name="Google Shape;1347;p121"/>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348" name="Google Shape;1348;p121"/>
          <p:cNvPicPr preferRelativeResize="0"/>
          <p:nvPr/>
        </p:nvPicPr>
        <p:blipFill rotWithShape="1">
          <a:blip r:embed="rId2">
            <a:alphaModFix/>
          </a:blip>
          <a:srcRect l="37570" t="34349"/>
          <a:stretch/>
        </p:blipFill>
        <p:spPr>
          <a:xfrm>
            <a:off x="0" y="-1"/>
            <a:ext cx="3252372" cy="3376750"/>
          </a:xfrm>
          <a:prstGeom prst="rect">
            <a:avLst/>
          </a:prstGeom>
          <a:noFill/>
          <a:ln>
            <a:noFill/>
          </a:ln>
        </p:spPr>
      </p:pic>
      <p:sp>
        <p:nvSpPr>
          <p:cNvPr id="1349" name="Google Shape;1349;p121"/>
          <p:cNvSpPr txBox="1">
            <a:spLocks noGrp="1"/>
          </p:cNvSpPr>
          <p:nvPr>
            <p:ph type="title"/>
          </p:nvPr>
        </p:nvSpPr>
        <p:spPr>
          <a:xfrm>
            <a:off x="807850" y="1645072"/>
            <a:ext cx="7258200" cy="15381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350" name="Google Shape;1350;p121"/>
          <p:cNvSpPr txBox="1">
            <a:spLocks noGrp="1"/>
          </p:cNvSpPr>
          <p:nvPr>
            <p:ph type="subTitle" idx="1"/>
          </p:nvPr>
        </p:nvSpPr>
        <p:spPr>
          <a:xfrm>
            <a:off x="807850" y="3684400"/>
            <a:ext cx="7258200" cy="271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pic>
        <p:nvPicPr>
          <p:cNvPr id="1351" name="Google Shape;1351;p121"/>
          <p:cNvPicPr preferRelativeResize="0"/>
          <p:nvPr/>
        </p:nvPicPr>
        <p:blipFill rotWithShape="1">
          <a:blip r:embed="rId2">
            <a:alphaModFix/>
          </a:blip>
          <a:srcRect l="37570" t="34349"/>
          <a:stretch/>
        </p:blipFill>
        <p:spPr>
          <a:xfrm>
            <a:off x="5891675" y="1766749"/>
            <a:ext cx="3252372" cy="3376750"/>
          </a:xfrm>
          <a:prstGeom prst="rect">
            <a:avLst/>
          </a:prstGeom>
          <a:noFill/>
          <a:ln>
            <a:noFill/>
          </a:ln>
        </p:spPr>
      </p:pic>
      <p:pic>
        <p:nvPicPr>
          <p:cNvPr id="1352" name="Google Shape;1352;p121" title="customer-first-badge-dark.png"/>
          <p:cNvPicPr preferRelativeResize="0"/>
          <p:nvPr/>
        </p:nvPicPr>
        <p:blipFill>
          <a:blip r:embed="rId3">
            <a:alphaModFix/>
          </a:blip>
          <a:stretch>
            <a:fillRect/>
          </a:stretch>
        </p:blipFill>
        <p:spPr>
          <a:xfrm>
            <a:off x="7498826" y="637601"/>
            <a:ext cx="961500" cy="109035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F Quote 3">
  <p:cSld name="SECTION_HEADER_1_2_1_1_2_1_1">
    <p:spTree>
      <p:nvGrpSpPr>
        <p:cNvPr id="1" name="Shape 1353"/>
        <p:cNvGrpSpPr/>
        <p:nvPr/>
      </p:nvGrpSpPr>
      <p:grpSpPr>
        <a:xfrm>
          <a:off x="0" y="0"/>
          <a:ext cx="0" cy="0"/>
          <a:chOff x="0" y="0"/>
          <a:chExt cx="0" cy="0"/>
        </a:xfrm>
      </p:grpSpPr>
      <p:sp>
        <p:nvSpPr>
          <p:cNvPr id="1354" name="Google Shape;1354;p122"/>
          <p:cNvSpPr/>
          <p:nvPr/>
        </p:nvSpPr>
        <p:spPr>
          <a:xfrm>
            <a:off x="277625" y="301250"/>
            <a:ext cx="1636200" cy="460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55" name="Google Shape;1355;p122"/>
          <p:cNvSpPr/>
          <p:nvPr/>
        </p:nvSpPr>
        <p:spPr>
          <a:xfrm>
            <a:off x="342600" y="342600"/>
            <a:ext cx="8458500" cy="4152600"/>
          </a:xfrm>
          <a:prstGeom prst="roundRect">
            <a:avLst>
              <a:gd name="adj" fmla="val 5832"/>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356" name="Google Shape;1356;p12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357" name="Google Shape;1357;p122"/>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358" name="Google Shape;1358;p122"/>
          <p:cNvPicPr preferRelativeResize="0"/>
          <p:nvPr/>
        </p:nvPicPr>
        <p:blipFill rotWithShape="1">
          <a:blip r:embed="rId2">
            <a:alphaModFix/>
          </a:blip>
          <a:srcRect l="37570" t="34349"/>
          <a:stretch/>
        </p:blipFill>
        <p:spPr>
          <a:xfrm>
            <a:off x="0" y="-1"/>
            <a:ext cx="3252372" cy="3376750"/>
          </a:xfrm>
          <a:prstGeom prst="rect">
            <a:avLst/>
          </a:prstGeom>
          <a:noFill/>
          <a:ln>
            <a:noFill/>
          </a:ln>
        </p:spPr>
      </p:pic>
      <p:sp>
        <p:nvSpPr>
          <p:cNvPr id="1359" name="Google Shape;1359;p122"/>
          <p:cNvSpPr txBox="1">
            <a:spLocks noGrp="1"/>
          </p:cNvSpPr>
          <p:nvPr>
            <p:ph type="title"/>
          </p:nvPr>
        </p:nvSpPr>
        <p:spPr>
          <a:xfrm>
            <a:off x="807850" y="1645072"/>
            <a:ext cx="7258200" cy="1538100"/>
          </a:xfrm>
          <a:prstGeom prst="rect">
            <a:avLst/>
          </a:prstGeom>
        </p:spPr>
        <p:txBody>
          <a:bodyPr spcFirstLastPara="1" wrap="square" lIns="0" tIns="0" rIns="0" bIns="0" anchor="b" anchorCtr="0">
            <a:noAutofit/>
          </a:bodyPr>
          <a:lstStyle>
            <a:lvl1pPr lvl="0">
              <a:lnSpc>
                <a:spcPct val="90000"/>
              </a:lnSpc>
              <a:spcBef>
                <a:spcPts val="0"/>
              </a:spcBef>
              <a:spcAft>
                <a:spcPts val="0"/>
              </a:spcAft>
              <a:buSzPts val="4200"/>
              <a:buNone/>
              <a:defRPr sz="4200"/>
            </a:lvl1pPr>
            <a:lvl2pPr lvl="1">
              <a:lnSpc>
                <a:spcPct val="90000"/>
              </a:lnSpc>
              <a:spcBef>
                <a:spcPts val="0"/>
              </a:spcBef>
              <a:spcAft>
                <a:spcPts val="0"/>
              </a:spcAft>
              <a:buSzPts val="2400"/>
              <a:buNone/>
              <a:defRPr/>
            </a:lvl2pPr>
            <a:lvl3pPr lvl="2">
              <a:lnSpc>
                <a:spcPct val="90000"/>
              </a:lnSpc>
              <a:spcBef>
                <a:spcPts val="0"/>
              </a:spcBef>
              <a:spcAft>
                <a:spcPts val="0"/>
              </a:spcAft>
              <a:buSzPts val="2400"/>
              <a:buNone/>
              <a:defRPr/>
            </a:lvl3pPr>
            <a:lvl4pPr lvl="3">
              <a:lnSpc>
                <a:spcPct val="90000"/>
              </a:lnSpc>
              <a:spcBef>
                <a:spcPts val="0"/>
              </a:spcBef>
              <a:spcAft>
                <a:spcPts val="0"/>
              </a:spcAft>
              <a:buSzPts val="2400"/>
              <a:buNone/>
              <a:defRPr/>
            </a:lvl4pPr>
            <a:lvl5pPr lvl="4">
              <a:lnSpc>
                <a:spcPct val="90000"/>
              </a:lnSpc>
              <a:spcBef>
                <a:spcPts val="0"/>
              </a:spcBef>
              <a:spcAft>
                <a:spcPts val="0"/>
              </a:spcAft>
              <a:buSzPts val="2400"/>
              <a:buNone/>
              <a:defRPr/>
            </a:lvl5pPr>
            <a:lvl6pPr lvl="5">
              <a:lnSpc>
                <a:spcPct val="90000"/>
              </a:lnSpc>
              <a:spcBef>
                <a:spcPts val="0"/>
              </a:spcBef>
              <a:spcAft>
                <a:spcPts val="0"/>
              </a:spcAft>
              <a:buSzPts val="2400"/>
              <a:buNone/>
              <a:defRPr/>
            </a:lvl6pPr>
            <a:lvl7pPr lvl="6">
              <a:lnSpc>
                <a:spcPct val="90000"/>
              </a:lnSpc>
              <a:spcBef>
                <a:spcPts val="0"/>
              </a:spcBef>
              <a:spcAft>
                <a:spcPts val="0"/>
              </a:spcAft>
              <a:buSzPts val="2400"/>
              <a:buNone/>
              <a:defRPr/>
            </a:lvl7pPr>
            <a:lvl8pPr lvl="7">
              <a:lnSpc>
                <a:spcPct val="90000"/>
              </a:lnSpc>
              <a:spcBef>
                <a:spcPts val="0"/>
              </a:spcBef>
              <a:spcAft>
                <a:spcPts val="0"/>
              </a:spcAft>
              <a:buSzPts val="2400"/>
              <a:buNone/>
              <a:defRPr/>
            </a:lvl8pPr>
            <a:lvl9pPr lvl="8">
              <a:lnSpc>
                <a:spcPct val="90000"/>
              </a:lnSpc>
              <a:spcBef>
                <a:spcPts val="0"/>
              </a:spcBef>
              <a:spcAft>
                <a:spcPts val="0"/>
              </a:spcAft>
              <a:buSzPts val="2400"/>
              <a:buNone/>
              <a:defRPr/>
            </a:lvl9pPr>
          </a:lstStyle>
          <a:p>
            <a:endParaRPr/>
          </a:p>
        </p:txBody>
      </p:sp>
      <p:sp>
        <p:nvSpPr>
          <p:cNvPr id="1360" name="Google Shape;1360;p122"/>
          <p:cNvSpPr txBox="1">
            <a:spLocks noGrp="1"/>
          </p:cNvSpPr>
          <p:nvPr>
            <p:ph type="subTitle" idx="1"/>
          </p:nvPr>
        </p:nvSpPr>
        <p:spPr>
          <a:xfrm>
            <a:off x="807850" y="3684400"/>
            <a:ext cx="7258200" cy="271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pic>
        <p:nvPicPr>
          <p:cNvPr id="1361" name="Google Shape;1361;p122"/>
          <p:cNvPicPr preferRelativeResize="0"/>
          <p:nvPr/>
        </p:nvPicPr>
        <p:blipFill rotWithShape="1">
          <a:blip r:embed="rId2">
            <a:alphaModFix/>
          </a:blip>
          <a:srcRect l="37570" t="34349"/>
          <a:stretch/>
        </p:blipFill>
        <p:spPr>
          <a:xfrm>
            <a:off x="5891675" y="1766749"/>
            <a:ext cx="3252372" cy="3376750"/>
          </a:xfrm>
          <a:prstGeom prst="rect">
            <a:avLst/>
          </a:prstGeom>
          <a:noFill/>
          <a:ln>
            <a:noFill/>
          </a:ln>
        </p:spPr>
      </p:pic>
      <p:pic>
        <p:nvPicPr>
          <p:cNvPr id="1362" name="Google Shape;1362;p122" title="customer-first-badge-dark.png"/>
          <p:cNvPicPr preferRelativeResize="0"/>
          <p:nvPr/>
        </p:nvPicPr>
        <p:blipFill>
          <a:blip r:embed="rId3">
            <a:alphaModFix/>
          </a:blip>
          <a:stretch>
            <a:fillRect/>
          </a:stretch>
        </p:blipFill>
        <p:spPr>
          <a:xfrm>
            <a:off x="7498826" y="637601"/>
            <a:ext cx="961500" cy="109035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Demo">
  <p:cSld name="SECTION_HEADER_1_2_1_1_1">
    <p:spTree>
      <p:nvGrpSpPr>
        <p:cNvPr id="1" name="Shape 1363"/>
        <p:cNvGrpSpPr/>
        <p:nvPr/>
      </p:nvGrpSpPr>
      <p:grpSpPr>
        <a:xfrm>
          <a:off x="0" y="0"/>
          <a:ext cx="0" cy="0"/>
          <a:chOff x="0" y="0"/>
          <a:chExt cx="0" cy="0"/>
        </a:xfrm>
      </p:grpSpPr>
      <p:pic>
        <p:nvPicPr>
          <p:cNvPr id="1364" name="Google Shape;1364;p123"/>
          <p:cNvPicPr preferRelativeResize="0"/>
          <p:nvPr/>
        </p:nvPicPr>
        <p:blipFill rotWithShape="1">
          <a:blip r:embed="rId2">
            <a:alphaModFix/>
          </a:blip>
          <a:srcRect t="9710" b="9710"/>
          <a:stretch/>
        </p:blipFill>
        <p:spPr>
          <a:xfrm>
            <a:off x="4550950" y="0"/>
            <a:ext cx="4338499" cy="5143501"/>
          </a:xfrm>
          <a:prstGeom prst="rect">
            <a:avLst/>
          </a:prstGeom>
          <a:noFill/>
          <a:ln>
            <a:noFill/>
          </a:ln>
        </p:spPr>
      </p:pic>
      <p:sp>
        <p:nvSpPr>
          <p:cNvPr id="1365" name="Google Shape;1365;p12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66" name="Google Shape;1366;p123"/>
          <p:cNvSpPr txBox="1">
            <a:spLocks noGrp="1"/>
          </p:cNvSpPr>
          <p:nvPr>
            <p:ph type="title"/>
          </p:nvPr>
        </p:nvSpPr>
        <p:spPr>
          <a:xfrm>
            <a:off x="800050" y="2338200"/>
            <a:ext cx="7543800" cy="4671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SzPts val="4200"/>
              <a:buNone/>
              <a:defRPr sz="4200"/>
            </a:lvl1pPr>
            <a:lvl2pPr lvl="1">
              <a:lnSpc>
                <a:spcPct val="90000"/>
              </a:lnSpc>
              <a:spcBef>
                <a:spcPts val="0"/>
              </a:spcBef>
              <a:spcAft>
                <a:spcPts val="0"/>
              </a:spcAft>
              <a:buClr>
                <a:schemeClr val="lt1"/>
              </a:buClr>
              <a:buSzPts val="2400"/>
              <a:buNone/>
              <a:defRPr>
                <a:solidFill>
                  <a:schemeClr val="lt1"/>
                </a:solidFill>
              </a:defRPr>
            </a:lvl2pPr>
            <a:lvl3pPr lvl="2">
              <a:lnSpc>
                <a:spcPct val="90000"/>
              </a:lnSpc>
              <a:spcBef>
                <a:spcPts val="0"/>
              </a:spcBef>
              <a:spcAft>
                <a:spcPts val="0"/>
              </a:spcAft>
              <a:buClr>
                <a:schemeClr val="lt1"/>
              </a:buClr>
              <a:buSzPts val="2400"/>
              <a:buNone/>
              <a:defRPr>
                <a:solidFill>
                  <a:schemeClr val="lt1"/>
                </a:solidFill>
              </a:defRPr>
            </a:lvl3pPr>
            <a:lvl4pPr lvl="3">
              <a:lnSpc>
                <a:spcPct val="90000"/>
              </a:lnSpc>
              <a:spcBef>
                <a:spcPts val="0"/>
              </a:spcBef>
              <a:spcAft>
                <a:spcPts val="0"/>
              </a:spcAft>
              <a:buClr>
                <a:schemeClr val="lt1"/>
              </a:buClr>
              <a:buSzPts val="2400"/>
              <a:buNone/>
              <a:defRPr>
                <a:solidFill>
                  <a:schemeClr val="lt1"/>
                </a:solidFill>
              </a:defRPr>
            </a:lvl4pPr>
            <a:lvl5pPr lvl="4">
              <a:lnSpc>
                <a:spcPct val="90000"/>
              </a:lnSpc>
              <a:spcBef>
                <a:spcPts val="0"/>
              </a:spcBef>
              <a:spcAft>
                <a:spcPts val="0"/>
              </a:spcAft>
              <a:buClr>
                <a:schemeClr val="lt1"/>
              </a:buClr>
              <a:buSzPts val="2400"/>
              <a:buNone/>
              <a:defRPr>
                <a:solidFill>
                  <a:schemeClr val="lt1"/>
                </a:solidFill>
              </a:defRPr>
            </a:lvl5pPr>
            <a:lvl6pPr lvl="5">
              <a:lnSpc>
                <a:spcPct val="90000"/>
              </a:lnSpc>
              <a:spcBef>
                <a:spcPts val="0"/>
              </a:spcBef>
              <a:spcAft>
                <a:spcPts val="0"/>
              </a:spcAft>
              <a:buClr>
                <a:schemeClr val="lt1"/>
              </a:buClr>
              <a:buSzPts val="2400"/>
              <a:buNone/>
              <a:defRPr>
                <a:solidFill>
                  <a:schemeClr val="lt1"/>
                </a:solidFill>
              </a:defRPr>
            </a:lvl6pPr>
            <a:lvl7pPr lvl="6">
              <a:lnSpc>
                <a:spcPct val="90000"/>
              </a:lnSpc>
              <a:spcBef>
                <a:spcPts val="0"/>
              </a:spcBef>
              <a:spcAft>
                <a:spcPts val="0"/>
              </a:spcAft>
              <a:buClr>
                <a:schemeClr val="lt1"/>
              </a:buClr>
              <a:buSzPts val="2400"/>
              <a:buNone/>
              <a:defRPr>
                <a:solidFill>
                  <a:schemeClr val="lt1"/>
                </a:solidFill>
              </a:defRPr>
            </a:lvl7pPr>
            <a:lvl8pPr lvl="7">
              <a:lnSpc>
                <a:spcPct val="90000"/>
              </a:lnSpc>
              <a:spcBef>
                <a:spcPts val="0"/>
              </a:spcBef>
              <a:spcAft>
                <a:spcPts val="0"/>
              </a:spcAft>
              <a:buClr>
                <a:schemeClr val="lt1"/>
              </a:buClr>
              <a:buSzPts val="2400"/>
              <a:buNone/>
              <a:defRPr>
                <a:solidFill>
                  <a:schemeClr val="lt1"/>
                </a:solidFill>
              </a:defRPr>
            </a:lvl8pPr>
            <a:lvl9pPr lvl="8">
              <a:lnSpc>
                <a:spcPct val="90000"/>
              </a:lnSpc>
              <a:spcBef>
                <a:spcPts val="0"/>
              </a:spcBef>
              <a:spcAft>
                <a:spcPts val="0"/>
              </a:spcAft>
              <a:buClr>
                <a:schemeClr val="lt1"/>
              </a:buClr>
              <a:buSzPts val="2400"/>
              <a:buNone/>
              <a:defRPr>
                <a:solidFill>
                  <a:schemeClr val="lt1"/>
                </a:solidFill>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Full image">
  <p:cSld name="BLANK_1">
    <p:spTree>
      <p:nvGrpSpPr>
        <p:cNvPr id="1" name="Shape 1367"/>
        <p:cNvGrpSpPr/>
        <p:nvPr/>
      </p:nvGrpSpPr>
      <p:grpSpPr>
        <a:xfrm>
          <a:off x="0" y="0"/>
          <a:ext cx="0" cy="0"/>
          <a:chOff x="0" y="0"/>
          <a:chExt cx="0" cy="0"/>
        </a:xfrm>
      </p:grpSpPr>
      <p:sp>
        <p:nvSpPr>
          <p:cNvPr id="1368" name="Google Shape;1368;p124"/>
          <p:cNvSpPr>
            <a:spLocks noGrp="1"/>
          </p:cNvSpPr>
          <p:nvPr>
            <p:ph type="pic" idx="2"/>
          </p:nvPr>
        </p:nvSpPr>
        <p:spPr>
          <a:xfrm>
            <a:off x="0" y="100"/>
            <a:ext cx="9144000" cy="5143500"/>
          </a:xfrm>
          <a:prstGeom prst="rect">
            <a:avLst/>
          </a:prstGeom>
          <a:noFill/>
          <a:ln>
            <a:noFill/>
          </a:ln>
        </p:spPr>
      </p:sp>
      <p:sp>
        <p:nvSpPr>
          <p:cNvPr id="1369" name="Google Shape;1369;p124"/>
          <p:cNvSpPr txBox="1">
            <a:spLocks noGrp="1"/>
          </p:cNvSpPr>
          <p:nvPr>
            <p:ph type="title"/>
          </p:nvPr>
        </p:nvSpPr>
        <p:spPr>
          <a:xfrm>
            <a:off x="1066800" y="1113200"/>
            <a:ext cx="5562600" cy="29214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chemeClr val="lt1"/>
              </a:buClr>
              <a:buSzPts val="6500"/>
              <a:buNone/>
              <a:defRPr sz="6500">
                <a:solidFill>
                  <a:schemeClr val="lt1"/>
                </a:solidFill>
              </a:defRPr>
            </a:lvl1pPr>
            <a:lvl2pPr lvl="1">
              <a:lnSpc>
                <a:spcPct val="80000"/>
              </a:lnSpc>
              <a:spcBef>
                <a:spcPts val="0"/>
              </a:spcBef>
              <a:spcAft>
                <a:spcPts val="0"/>
              </a:spcAft>
              <a:buClr>
                <a:schemeClr val="lt1"/>
              </a:buClr>
              <a:buSzPts val="6500"/>
              <a:buNone/>
              <a:defRPr sz="6500">
                <a:solidFill>
                  <a:schemeClr val="lt1"/>
                </a:solidFill>
              </a:defRPr>
            </a:lvl2pPr>
            <a:lvl3pPr lvl="2">
              <a:lnSpc>
                <a:spcPct val="80000"/>
              </a:lnSpc>
              <a:spcBef>
                <a:spcPts val="0"/>
              </a:spcBef>
              <a:spcAft>
                <a:spcPts val="0"/>
              </a:spcAft>
              <a:buClr>
                <a:schemeClr val="lt1"/>
              </a:buClr>
              <a:buSzPts val="6500"/>
              <a:buNone/>
              <a:defRPr sz="6500">
                <a:solidFill>
                  <a:schemeClr val="lt1"/>
                </a:solidFill>
              </a:defRPr>
            </a:lvl3pPr>
            <a:lvl4pPr lvl="3">
              <a:lnSpc>
                <a:spcPct val="80000"/>
              </a:lnSpc>
              <a:spcBef>
                <a:spcPts val="0"/>
              </a:spcBef>
              <a:spcAft>
                <a:spcPts val="0"/>
              </a:spcAft>
              <a:buClr>
                <a:schemeClr val="lt1"/>
              </a:buClr>
              <a:buSzPts val="6500"/>
              <a:buNone/>
              <a:defRPr sz="6500">
                <a:solidFill>
                  <a:schemeClr val="lt1"/>
                </a:solidFill>
              </a:defRPr>
            </a:lvl4pPr>
            <a:lvl5pPr lvl="4">
              <a:lnSpc>
                <a:spcPct val="80000"/>
              </a:lnSpc>
              <a:spcBef>
                <a:spcPts val="0"/>
              </a:spcBef>
              <a:spcAft>
                <a:spcPts val="0"/>
              </a:spcAft>
              <a:buClr>
                <a:schemeClr val="lt1"/>
              </a:buClr>
              <a:buSzPts val="6500"/>
              <a:buNone/>
              <a:defRPr sz="6500">
                <a:solidFill>
                  <a:schemeClr val="lt1"/>
                </a:solidFill>
              </a:defRPr>
            </a:lvl5pPr>
            <a:lvl6pPr lvl="5">
              <a:lnSpc>
                <a:spcPct val="80000"/>
              </a:lnSpc>
              <a:spcBef>
                <a:spcPts val="0"/>
              </a:spcBef>
              <a:spcAft>
                <a:spcPts val="0"/>
              </a:spcAft>
              <a:buClr>
                <a:schemeClr val="lt1"/>
              </a:buClr>
              <a:buSzPts val="6500"/>
              <a:buNone/>
              <a:defRPr sz="6500">
                <a:solidFill>
                  <a:schemeClr val="lt1"/>
                </a:solidFill>
              </a:defRPr>
            </a:lvl6pPr>
            <a:lvl7pPr lvl="6">
              <a:lnSpc>
                <a:spcPct val="80000"/>
              </a:lnSpc>
              <a:spcBef>
                <a:spcPts val="0"/>
              </a:spcBef>
              <a:spcAft>
                <a:spcPts val="0"/>
              </a:spcAft>
              <a:buClr>
                <a:schemeClr val="lt1"/>
              </a:buClr>
              <a:buSzPts val="6500"/>
              <a:buNone/>
              <a:defRPr sz="6500">
                <a:solidFill>
                  <a:schemeClr val="lt1"/>
                </a:solidFill>
              </a:defRPr>
            </a:lvl7pPr>
            <a:lvl8pPr lvl="7">
              <a:lnSpc>
                <a:spcPct val="80000"/>
              </a:lnSpc>
              <a:spcBef>
                <a:spcPts val="0"/>
              </a:spcBef>
              <a:spcAft>
                <a:spcPts val="0"/>
              </a:spcAft>
              <a:buClr>
                <a:schemeClr val="lt1"/>
              </a:buClr>
              <a:buSzPts val="6500"/>
              <a:buNone/>
              <a:defRPr sz="6500">
                <a:solidFill>
                  <a:schemeClr val="lt1"/>
                </a:solidFill>
              </a:defRPr>
            </a:lvl8pPr>
            <a:lvl9pPr lvl="8">
              <a:lnSpc>
                <a:spcPct val="80000"/>
              </a:lnSpc>
              <a:spcBef>
                <a:spcPts val="0"/>
              </a:spcBef>
              <a:spcAft>
                <a:spcPts val="0"/>
              </a:spcAft>
              <a:buClr>
                <a:schemeClr val="lt1"/>
              </a:buClr>
              <a:buSzPts val="6500"/>
              <a:buNone/>
              <a:defRPr sz="6500">
                <a:solidFill>
                  <a:schemeClr val="lt1"/>
                </a:solidFill>
              </a:defRPr>
            </a:lvl9pPr>
          </a:lstStyle>
          <a:p>
            <a:endParaRPr/>
          </a:p>
        </p:txBody>
      </p:sp>
      <p:sp>
        <p:nvSpPr>
          <p:cNvPr id="1370" name="Google Shape;1370;p124"/>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ig Statement / Image Right 2">
  <p:cSld name="BLANK_1_2_1">
    <p:spTree>
      <p:nvGrpSpPr>
        <p:cNvPr id="1" name="Shape 1371"/>
        <p:cNvGrpSpPr/>
        <p:nvPr/>
      </p:nvGrpSpPr>
      <p:grpSpPr>
        <a:xfrm>
          <a:off x="0" y="0"/>
          <a:ext cx="0" cy="0"/>
          <a:chOff x="0" y="0"/>
          <a:chExt cx="0" cy="0"/>
        </a:xfrm>
      </p:grpSpPr>
      <p:sp>
        <p:nvSpPr>
          <p:cNvPr id="1372" name="Google Shape;1372;p125"/>
          <p:cNvSpPr/>
          <p:nvPr/>
        </p:nvSpPr>
        <p:spPr>
          <a:xfrm>
            <a:off x="0" y="0"/>
            <a:ext cx="9144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25"/>
          <p:cNvSpPr>
            <a:spLocks noGrp="1"/>
          </p:cNvSpPr>
          <p:nvPr>
            <p:ph type="pic" idx="2"/>
          </p:nvPr>
        </p:nvSpPr>
        <p:spPr>
          <a:xfrm>
            <a:off x="4707000" y="342900"/>
            <a:ext cx="4094100" cy="4287300"/>
          </a:xfrm>
          <a:prstGeom prst="roundRect">
            <a:avLst>
              <a:gd name="adj" fmla="val 8103"/>
            </a:avLst>
          </a:prstGeom>
          <a:noFill/>
          <a:ln>
            <a:noFill/>
          </a:ln>
        </p:spPr>
      </p:sp>
      <p:sp>
        <p:nvSpPr>
          <p:cNvPr id="1374" name="Google Shape;1374;p125"/>
          <p:cNvSpPr txBox="1">
            <a:spLocks noGrp="1"/>
          </p:cNvSpPr>
          <p:nvPr>
            <p:ph type="title"/>
          </p:nvPr>
        </p:nvSpPr>
        <p:spPr>
          <a:xfrm>
            <a:off x="342900" y="342900"/>
            <a:ext cx="4094100" cy="29190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5200"/>
              <a:buNone/>
              <a:defRPr sz="5200"/>
            </a:lvl1pPr>
            <a:lvl2pPr lvl="1">
              <a:lnSpc>
                <a:spcPct val="80000"/>
              </a:lnSpc>
              <a:spcBef>
                <a:spcPts val="0"/>
              </a:spcBef>
              <a:spcAft>
                <a:spcPts val="0"/>
              </a:spcAft>
              <a:buClr>
                <a:schemeClr val="lt1"/>
              </a:buClr>
              <a:buSzPts val="6500"/>
              <a:buNone/>
              <a:defRPr sz="6500">
                <a:solidFill>
                  <a:schemeClr val="lt1"/>
                </a:solidFill>
              </a:defRPr>
            </a:lvl2pPr>
            <a:lvl3pPr lvl="2">
              <a:lnSpc>
                <a:spcPct val="80000"/>
              </a:lnSpc>
              <a:spcBef>
                <a:spcPts val="0"/>
              </a:spcBef>
              <a:spcAft>
                <a:spcPts val="0"/>
              </a:spcAft>
              <a:buClr>
                <a:schemeClr val="lt1"/>
              </a:buClr>
              <a:buSzPts val="6500"/>
              <a:buNone/>
              <a:defRPr sz="6500">
                <a:solidFill>
                  <a:schemeClr val="lt1"/>
                </a:solidFill>
              </a:defRPr>
            </a:lvl3pPr>
            <a:lvl4pPr lvl="3">
              <a:lnSpc>
                <a:spcPct val="80000"/>
              </a:lnSpc>
              <a:spcBef>
                <a:spcPts val="0"/>
              </a:spcBef>
              <a:spcAft>
                <a:spcPts val="0"/>
              </a:spcAft>
              <a:buClr>
                <a:schemeClr val="lt1"/>
              </a:buClr>
              <a:buSzPts val="6500"/>
              <a:buNone/>
              <a:defRPr sz="6500">
                <a:solidFill>
                  <a:schemeClr val="lt1"/>
                </a:solidFill>
              </a:defRPr>
            </a:lvl4pPr>
            <a:lvl5pPr lvl="4">
              <a:lnSpc>
                <a:spcPct val="80000"/>
              </a:lnSpc>
              <a:spcBef>
                <a:spcPts val="0"/>
              </a:spcBef>
              <a:spcAft>
                <a:spcPts val="0"/>
              </a:spcAft>
              <a:buClr>
                <a:schemeClr val="lt1"/>
              </a:buClr>
              <a:buSzPts val="6500"/>
              <a:buNone/>
              <a:defRPr sz="6500">
                <a:solidFill>
                  <a:schemeClr val="lt1"/>
                </a:solidFill>
              </a:defRPr>
            </a:lvl5pPr>
            <a:lvl6pPr lvl="5">
              <a:lnSpc>
                <a:spcPct val="80000"/>
              </a:lnSpc>
              <a:spcBef>
                <a:spcPts val="0"/>
              </a:spcBef>
              <a:spcAft>
                <a:spcPts val="0"/>
              </a:spcAft>
              <a:buClr>
                <a:schemeClr val="lt1"/>
              </a:buClr>
              <a:buSzPts val="6500"/>
              <a:buNone/>
              <a:defRPr sz="6500">
                <a:solidFill>
                  <a:schemeClr val="lt1"/>
                </a:solidFill>
              </a:defRPr>
            </a:lvl6pPr>
            <a:lvl7pPr lvl="6">
              <a:lnSpc>
                <a:spcPct val="80000"/>
              </a:lnSpc>
              <a:spcBef>
                <a:spcPts val="0"/>
              </a:spcBef>
              <a:spcAft>
                <a:spcPts val="0"/>
              </a:spcAft>
              <a:buClr>
                <a:schemeClr val="lt1"/>
              </a:buClr>
              <a:buSzPts val="6500"/>
              <a:buNone/>
              <a:defRPr sz="6500">
                <a:solidFill>
                  <a:schemeClr val="lt1"/>
                </a:solidFill>
              </a:defRPr>
            </a:lvl7pPr>
            <a:lvl8pPr lvl="7">
              <a:lnSpc>
                <a:spcPct val="80000"/>
              </a:lnSpc>
              <a:spcBef>
                <a:spcPts val="0"/>
              </a:spcBef>
              <a:spcAft>
                <a:spcPts val="0"/>
              </a:spcAft>
              <a:buClr>
                <a:schemeClr val="lt1"/>
              </a:buClr>
              <a:buSzPts val="6500"/>
              <a:buNone/>
              <a:defRPr sz="6500">
                <a:solidFill>
                  <a:schemeClr val="lt1"/>
                </a:solidFill>
              </a:defRPr>
            </a:lvl8pPr>
            <a:lvl9pPr lvl="8">
              <a:lnSpc>
                <a:spcPct val="80000"/>
              </a:lnSpc>
              <a:spcBef>
                <a:spcPts val="0"/>
              </a:spcBef>
              <a:spcAft>
                <a:spcPts val="0"/>
              </a:spcAft>
              <a:buClr>
                <a:schemeClr val="lt1"/>
              </a:buClr>
              <a:buSzPts val="6500"/>
              <a:buNone/>
              <a:defRPr sz="6500">
                <a:solidFill>
                  <a:schemeClr val="lt1"/>
                </a:solidFill>
              </a:defRPr>
            </a:lvl9pPr>
          </a:lstStyle>
          <a:p>
            <a:endParaRPr/>
          </a:p>
        </p:txBody>
      </p:sp>
      <p:sp>
        <p:nvSpPr>
          <p:cNvPr id="1375" name="Google Shape;1375;p125"/>
          <p:cNvSpPr txBox="1">
            <a:spLocks noGrp="1"/>
          </p:cNvSpPr>
          <p:nvPr>
            <p:ph type="subTitle" idx="1"/>
          </p:nvPr>
        </p:nvSpPr>
        <p:spPr>
          <a:xfrm>
            <a:off x="342900" y="3424100"/>
            <a:ext cx="4094100" cy="610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Font typeface="DS Indigo SemiBold"/>
              <a:buNone/>
              <a:defRPr>
                <a:latin typeface="DS Indigo SemiBold"/>
                <a:ea typeface="DS Indigo SemiBold"/>
                <a:cs typeface="DS Indigo SemiBold"/>
                <a:sym typeface="DS Indigo SemiBold"/>
              </a:defRPr>
            </a:lvl1pPr>
            <a:lvl2pPr lvl="1">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2pPr>
            <a:lvl3pPr lvl="2">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3pPr>
            <a:lvl4pPr lvl="3">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4pPr>
            <a:lvl5pPr lvl="4">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5pPr>
            <a:lvl6pPr lvl="5">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6pPr>
            <a:lvl7pPr lvl="6">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7pPr>
            <a:lvl8pPr lvl="7">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8pPr>
            <a:lvl9pPr lvl="8">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9pPr>
          </a:lstStyle>
          <a:p>
            <a:endParaRPr/>
          </a:p>
        </p:txBody>
      </p:sp>
      <p:sp>
        <p:nvSpPr>
          <p:cNvPr id="1376" name="Google Shape;1376;p12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377" name="Google Shape;1377;p125"/>
          <p:cNvGrpSpPr/>
          <p:nvPr/>
        </p:nvGrpSpPr>
        <p:grpSpPr>
          <a:xfrm>
            <a:off x="342902" y="4774371"/>
            <a:ext cx="1014484" cy="202964"/>
            <a:chOff x="238125" y="2139750"/>
            <a:chExt cx="7144250" cy="1437425"/>
          </a:xfrm>
        </p:grpSpPr>
        <p:sp>
          <p:nvSpPr>
            <p:cNvPr id="1378" name="Google Shape;1378;p125"/>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25"/>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25"/>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25"/>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25"/>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25"/>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25"/>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25"/>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25"/>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25"/>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25"/>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25"/>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25"/>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2 Image Layout">
  <p:cSld name="BLANK_1_1">
    <p:spTree>
      <p:nvGrpSpPr>
        <p:cNvPr id="1" name="Shape 1391"/>
        <p:cNvGrpSpPr/>
        <p:nvPr/>
      </p:nvGrpSpPr>
      <p:grpSpPr>
        <a:xfrm>
          <a:off x="0" y="0"/>
          <a:ext cx="0" cy="0"/>
          <a:chOff x="0" y="0"/>
          <a:chExt cx="0" cy="0"/>
        </a:xfrm>
      </p:grpSpPr>
      <p:sp>
        <p:nvSpPr>
          <p:cNvPr id="1392" name="Google Shape;1392;p126"/>
          <p:cNvSpPr/>
          <p:nvPr/>
        </p:nvSpPr>
        <p:spPr>
          <a:xfrm>
            <a:off x="3643600" y="4773750"/>
            <a:ext cx="1586700" cy="216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2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94" name="Google Shape;1394;p126"/>
          <p:cNvSpPr txBox="1">
            <a:spLocks noGrp="1"/>
          </p:cNvSpPr>
          <p:nvPr>
            <p:ph type="title"/>
          </p:nvPr>
        </p:nvSpPr>
        <p:spPr>
          <a:xfrm>
            <a:off x="4577550" y="4022650"/>
            <a:ext cx="4094100" cy="510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1600"/>
              <a:buNone/>
              <a:defRPr sz="1600"/>
            </a:lvl1pPr>
            <a:lvl2pPr lvl="1">
              <a:lnSpc>
                <a:spcPct val="90000"/>
              </a:lnSpc>
              <a:spcBef>
                <a:spcPts val="0"/>
              </a:spcBef>
              <a:spcAft>
                <a:spcPts val="0"/>
              </a:spcAft>
              <a:buSzPts val="2200"/>
              <a:buNone/>
              <a:defRPr sz="2200"/>
            </a:lvl2pPr>
            <a:lvl3pPr lvl="2">
              <a:lnSpc>
                <a:spcPct val="90000"/>
              </a:lnSpc>
              <a:spcBef>
                <a:spcPts val="0"/>
              </a:spcBef>
              <a:spcAft>
                <a:spcPts val="0"/>
              </a:spcAft>
              <a:buSzPts val="2200"/>
              <a:buNone/>
              <a:defRPr sz="2200"/>
            </a:lvl3pPr>
            <a:lvl4pPr lvl="3">
              <a:lnSpc>
                <a:spcPct val="90000"/>
              </a:lnSpc>
              <a:spcBef>
                <a:spcPts val="0"/>
              </a:spcBef>
              <a:spcAft>
                <a:spcPts val="0"/>
              </a:spcAft>
              <a:buSzPts val="2200"/>
              <a:buNone/>
              <a:defRPr sz="2200"/>
            </a:lvl4pPr>
            <a:lvl5pPr lvl="4">
              <a:lnSpc>
                <a:spcPct val="90000"/>
              </a:lnSpc>
              <a:spcBef>
                <a:spcPts val="0"/>
              </a:spcBef>
              <a:spcAft>
                <a:spcPts val="0"/>
              </a:spcAft>
              <a:buSzPts val="2200"/>
              <a:buNone/>
              <a:defRPr sz="2200"/>
            </a:lvl5pPr>
            <a:lvl6pPr lvl="5">
              <a:lnSpc>
                <a:spcPct val="90000"/>
              </a:lnSpc>
              <a:spcBef>
                <a:spcPts val="0"/>
              </a:spcBef>
              <a:spcAft>
                <a:spcPts val="0"/>
              </a:spcAft>
              <a:buSzPts val="2200"/>
              <a:buNone/>
              <a:defRPr sz="2200"/>
            </a:lvl6pPr>
            <a:lvl7pPr lvl="6">
              <a:lnSpc>
                <a:spcPct val="90000"/>
              </a:lnSpc>
              <a:spcBef>
                <a:spcPts val="0"/>
              </a:spcBef>
              <a:spcAft>
                <a:spcPts val="0"/>
              </a:spcAft>
              <a:buSzPts val="2200"/>
              <a:buNone/>
              <a:defRPr sz="2200"/>
            </a:lvl7pPr>
            <a:lvl8pPr lvl="7">
              <a:lnSpc>
                <a:spcPct val="90000"/>
              </a:lnSpc>
              <a:spcBef>
                <a:spcPts val="0"/>
              </a:spcBef>
              <a:spcAft>
                <a:spcPts val="0"/>
              </a:spcAft>
              <a:buSzPts val="2200"/>
              <a:buNone/>
              <a:defRPr sz="2200"/>
            </a:lvl8pPr>
            <a:lvl9pPr lvl="8">
              <a:lnSpc>
                <a:spcPct val="90000"/>
              </a:lnSpc>
              <a:spcBef>
                <a:spcPts val="0"/>
              </a:spcBef>
              <a:spcAft>
                <a:spcPts val="0"/>
              </a:spcAft>
              <a:buSzPts val="2200"/>
              <a:buNone/>
              <a:defRPr sz="2200"/>
            </a:lvl9pPr>
          </a:lstStyle>
          <a:p>
            <a:endParaRPr/>
          </a:p>
        </p:txBody>
      </p:sp>
      <p:sp>
        <p:nvSpPr>
          <p:cNvPr id="1395" name="Google Shape;1395;p126"/>
          <p:cNvSpPr>
            <a:spLocks noGrp="1"/>
          </p:cNvSpPr>
          <p:nvPr>
            <p:ph type="pic" idx="2"/>
          </p:nvPr>
        </p:nvSpPr>
        <p:spPr>
          <a:xfrm>
            <a:off x="4577550" y="-200"/>
            <a:ext cx="4566600" cy="3895500"/>
          </a:xfrm>
          <a:prstGeom prst="round2DiagRect">
            <a:avLst>
              <a:gd name="adj1" fmla="val 49749"/>
              <a:gd name="adj2" fmla="val 0"/>
            </a:avLst>
          </a:prstGeom>
          <a:no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Alt">
  <p:cSld name="SECTION_HEADER_2_1_1_1_2">
    <p:spTree>
      <p:nvGrpSpPr>
        <p:cNvPr id="1" name="Shape 1396"/>
        <p:cNvGrpSpPr/>
        <p:nvPr/>
      </p:nvGrpSpPr>
      <p:grpSpPr>
        <a:xfrm>
          <a:off x="0" y="0"/>
          <a:ext cx="0" cy="0"/>
          <a:chOff x="0" y="0"/>
          <a:chExt cx="0" cy="0"/>
        </a:xfrm>
      </p:grpSpPr>
      <p:sp>
        <p:nvSpPr>
          <p:cNvPr id="1397" name="Google Shape;1397;p12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98" name="Google Shape;1398;p127"/>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99"/>
        <p:cNvGrpSpPr/>
        <p:nvPr/>
      </p:nvGrpSpPr>
      <p:grpSpPr>
        <a:xfrm>
          <a:off x="0" y="0"/>
          <a:ext cx="0" cy="0"/>
          <a:chOff x="0" y="0"/>
          <a:chExt cx="0" cy="0"/>
        </a:xfrm>
      </p:grpSpPr>
      <p:sp>
        <p:nvSpPr>
          <p:cNvPr id="1400" name="Google Shape;1400;p12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F Closing 1">
  <p:cSld name="SECTION_HEADER_1_2_1_1_1_1_1_1_1">
    <p:spTree>
      <p:nvGrpSpPr>
        <p:cNvPr id="1" name="Shape 1401"/>
        <p:cNvGrpSpPr/>
        <p:nvPr/>
      </p:nvGrpSpPr>
      <p:grpSpPr>
        <a:xfrm>
          <a:off x="0" y="0"/>
          <a:ext cx="0" cy="0"/>
          <a:chOff x="0" y="0"/>
          <a:chExt cx="0" cy="0"/>
        </a:xfrm>
      </p:grpSpPr>
      <p:sp>
        <p:nvSpPr>
          <p:cNvPr id="1402" name="Google Shape;1402;p129"/>
          <p:cNvSpPr/>
          <p:nvPr/>
        </p:nvSpPr>
        <p:spPr>
          <a:xfrm>
            <a:off x="0" y="25"/>
            <a:ext cx="9144000" cy="5143500"/>
          </a:xfrm>
          <a:prstGeom prst="rect">
            <a:avLst/>
          </a:prstGeom>
          <a:gradFill>
            <a:gsLst>
              <a:gs pos="0">
                <a:schemeClr val="accent1"/>
              </a:gs>
              <a:gs pos="100000">
                <a:schemeClr val="accent6"/>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1403" name="Google Shape;1403;p129"/>
          <p:cNvPicPr preferRelativeResize="0"/>
          <p:nvPr/>
        </p:nvPicPr>
        <p:blipFill rotWithShape="1">
          <a:blip r:embed="rId2">
            <a:alphaModFix/>
          </a:blip>
          <a:srcRect t="7626" b="36420"/>
          <a:stretch/>
        </p:blipFill>
        <p:spPr>
          <a:xfrm>
            <a:off x="0" y="25"/>
            <a:ext cx="8263301" cy="5143501"/>
          </a:xfrm>
          <a:prstGeom prst="rect">
            <a:avLst/>
          </a:prstGeom>
          <a:noFill/>
          <a:ln>
            <a:noFill/>
          </a:ln>
        </p:spPr>
      </p:pic>
      <p:pic>
        <p:nvPicPr>
          <p:cNvPr id="1404" name="Google Shape;1404;p129" title="cf-badge-light.png"/>
          <p:cNvPicPr preferRelativeResize="0"/>
          <p:nvPr/>
        </p:nvPicPr>
        <p:blipFill>
          <a:blip r:embed="rId3">
            <a:alphaModFix/>
          </a:blip>
          <a:stretch>
            <a:fillRect/>
          </a:stretch>
        </p:blipFill>
        <p:spPr>
          <a:xfrm>
            <a:off x="3611525" y="1635125"/>
            <a:ext cx="1650850" cy="1873249"/>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losing 1">
  <p:cSld name="SECTION_HEADER_1_2_1_1_1_1_1_1_1_1">
    <p:spTree>
      <p:nvGrpSpPr>
        <p:cNvPr id="1" name="Shape 1405"/>
        <p:cNvGrpSpPr/>
        <p:nvPr/>
      </p:nvGrpSpPr>
      <p:grpSpPr>
        <a:xfrm>
          <a:off x="0" y="0"/>
          <a:ext cx="0" cy="0"/>
          <a:chOff x="0" y="0"/>
          <a:chExt cx="0" cy="0"/>
        </a:xfrm>
      </p:grpSpPr>
      <p:sp>
        <p:nvSpPr>
          <p:cNvPr id="1406" name="Google Shape;1406;p130"/>
          <p:cNvSpPr/>
          <p:nvPr/>
        </p:nvSpPr>
        <p:spPr>
          <a:xfrm>
            <a:off x="0" y="25"/>
            <a:ext cx="9144000" cy="5143500"/>
          </a:xfrm>
          <a:prstGeom prst="rect">
            <a:avLst/>
          </a:prstGeom>
          <a:gradFill>
            <a:gsLst>
              <a:gs pos="0">
                <a:schemeClr val="accent1"/>
              </a:gs>
              <a:gs pos="100000">
                <a:schemeClr val="accent6"/>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1407" name="Google Shape;1407;p130"/>
          <p:cNvPicPr preferRelativeResize="0"/>
          <p:nvPr/>
        </p:nvPicPr>
        <p:blipFill rotWithShape="1">
          <a:blip r:embed="rId2">
            <a:alphaModFix/>
          </a:blip>
          <a:srcRect t="7626" b="36420"/>
          <a:stretch/>
        </p:blipFill>
        <p:spPr>
          <a:xfrm>
            <a:off x="0" y="25"/>
            <a:ext cx="8263301" cy="5143501"/>
          </a:xfrm>
          <a:prstGeom prst="rect">
            <a:avLst/>
          </a:prstGeom>
          <a:noFill/>
          <a:ln>
            <a:noFill/>
          </a:ln>
        </p:spPr>
      </p:pic>
      <p:grpSp>
        <p:nvGrpSpPr>
          <p:cNvPr id="1408" name="Google Shape;1408;p130"/>
          <p:cNvGrpSpPr/>
          <p:nvPr/>
        </p:nvGrpSpPr>
        <p:grpSpPr>
          <a:xfrm>
            <a:off x="3725564" y="2028741"/>
            <a:ext cx="1483009" cy="1085908"/>
            <a:chOff x="3725564" y="2028741"/>
            <a:chExt cx="1483009" cy="1085908"/>
          </a:xfrm>
        </p:grpSpPr>
        <p:grpSp>
          <p:nvGrpSpPr>
            <p:cNvPr id="1409" name="Google Shape;1409;p130"/>
            <p:cNvGrpSpPr/>
            <p:nvPr/>
          </p:nvGrpSpPr>
          <p:grpSpPr>
            <a:xfrm>
              <a:off x="4150414" y="2028741"/>
              <a:ext cx="653268" cy="653274"/>
              <a:chOff x="2359900" y="249650"/>
              <a:chExt cx="3077100" cy="3077125"/>
            </a:xfrm>
          </p:grpSpPr>
          <p:sp>
            <p:nvSpPr>
              <p:cNvPr id="1410" name="Google Shape;1410;p130"/>
              <p:cNvSpPr/>
              <p:nvPr/>
            </p:nvSpPr>
            <p:spPr>
              <a:xfrm>
                <a:off x="2359900" y="1111250"/>
                <a:ext cx="2215525" cy="2215525"/>
              </a:xfrm>
              <a:custGeom>
                <a:avLst/>
                <a:gdLst/>
                <a:ahLst/>
                <a:cxnLst/>
                <a:rect l="l" t="t" r="r" b="b"/>
                <a:pathLst>
                  <a:path w="88621" h="88621" extrusionOk="0">
                    <a:moveTo>
                      <a:pt x="3077" y="0"/>
                    </a:moveTo>
                    <a:lnTo>
                      <a:pt x="1847" y="154"/>
                    </a:lnTo>
                    <a:lnTo>
                      <a:pt x="154" y="1692"/>
                    </a:lnTo>
                    <a:lnTo>
                      <a:pt x="0" y="2923"/>
                    </a:lnTo>
                    <a:lnTo>
                      <a:pt x="0" y="85543"/>
                    </a:lnTo>
                    <a:lnTo>
                      <a:pt x="154" y="86774"/>
                    </a:lnTo>
                    <a:lnTo>
                      <a:pt x="1847" y="88466"/>
                    </a:lnTo>
                    <a:lnTo>
                      <a:pt x="3077" y="88620"/>
                    </a:lnTo>
                    <a:lnTo>
                      <a:pt x="85697" y="88620"/>
                    </a:lnTo>
                    <a:lnTo>
                      <a:pt x="86928" y="88466"/>
                    </a:lnTo>
                    <a:lnTo>
                      <a:pt x="88467" y="86774"/>
                    </a:lnTo>
                    <a:lnTo>
                      <a:pt x="88621" y="85543"/>
                    </a:lnTo>
                    <a:lnTo>
                      <a:pt x="88621" y="54157"/>
                    </a:lnTo>
                    <a:lnTo>
                      <a:pt x="37541" y="54157"/>
                    </a:lnTo>
                    <a:lnTo>
                      <a:pt x="36310" y="54003"/>
                    </a:lnTo>
                    <a:lnTo>
                      <a:pt x="34618" y="52311"/>
                    </a:lnTo>
                    <a:lnTo>
                      <a:pt x="34464" y="51080"/>
                    </a:lnTo>
                    <a:lnTo>
                      <a:pt x="344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30"/>
              <p:cNvSpPr/>
              <p:nvPr/>
            </p:nvSpPr>
            <p:spPr>
              <a:xfrm>
                <a:off x="3221475" y="249650"/>
                <a:ext cx="2215525" cy="2215525"/>
              </a:xfrm>
              <a:custGeom>
                <a:avLst/>
                <a:gdLst/>
                <a:ahLst/>
                <a:cxnLst/>
                <a:rect l="l" t="t" r="r" b="b"/>
                <a:pathLst>
                  <a:path w="88621" h="88621" extrusionOk="0">
                    <a:moveTo>
                      <a:pt x="3078" y="1"/>
                    </a:moveTo>
                    <a:lnTo>
                      <a:pt x="1847" y="154"/>
                    </a:lnTo>
                    <a:lnTo>
                      <a:pt x="155" y="1847"/>
                    </a:lnTo>
                    <a:lnTo>
                      <a:pt x="1" y="3078"/>
                    </a:lnTo>
                    <a:lnTo>
                      <a:pt x="1" y="34464"/>
                    </a:lnTo>
                    <a:lnTo>
                      <a:pt x="33387" y="34464"/>
                    </a:lnTo>
                    <a:lnTo>
                      <a:pt x="34772" y="34618"/>
                    </a:lnTo>
                    <a:lnTo>
                      <a:pt x="35849" y="35541"/>
                    </a:lnTo>
                    <a:lnTo>
                      <a:pt x="53081" y="52773"/>
                    </a:lnTo>
                    <a:lnTo>
                      <a:pt x="54004" y="53850"/>
                    </a:lnTo>
                    <a:lnTo>
                      <a:pt x="54158" y="55388"/>
                    </a:lnTo>
                    <a:lnTo>
                      <a:pt x="54158" y="88621"/>
                    </a:lnTo>
                    <a:lnTo>
                      <a:pt x="57696" y="88467"/>
                    </a:lnTo>
                    <a:lnTo>
                      <a:pt x="64466" y="86775"/>
                    </a:lnTo>
                    <a:lnTo>
                      <a:pt x="70620" y="83697"/>
                    </a:lnTo>
                    <a:lnTo>
                      <a:pt x="76159" y="79236"/>
                    </a:lnTo>
                    <a:lnTo>
                      <a:pt x="80774" y="73389"/>
                    </a:lnTo>
                    <a:lnTo>
                      <a:pt x="84621" y="66312"/>
                    </a:lnTo>
                    <a:lnTo>
                      <a:pt x="87236" y="58311"/>
                    </a:lnTo>
                    <a:lnTo>
                      <a:pt x="88467" y="49234"/>
                    </a:lnTo>
                    <a:lnTo>
                      <a:pt x="88621" y="44311"/>
                    </a:lnTo>
                    <a:lnTo>
                      <a:pt x="88467" y="39387"/>
                    </a:lnTo>
                    <a:lnTo>
                      <a:pt x="87082" y="30310"/>
                    </a:lnTo>
                    <a:lnTo>
                      <a:pt x="84159" y="22309"/>
                    </a:lnTo>
                    <a:lnTo>
                      <a:pt x="80005" y="15232"/>
                    </a:lnTo>
                    <a:lnTo>
                      <a:pt x="74774" y="9386"/>
                    </a:lnTo>
                    <a:lnTo>
                      <a:pt x="68466" y="4924"/>
                    </a:lnTo>
                    <a:lnTo>
                      <a:pt x="61389" y="1693"/>
                    </a:lnTo>
                    <a:lnTo>
                      <a:pt x="53696" y="154"/>
                    </a:lnTo>
                    <a:lnTo>
                      <a:pt x="496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2" name="Google Shape;1412;p130"/>
            <p:cNvGrpSpPr/>
            <p:nvPr/>
          </p:nvGrpSpPr>
          <p:grpSpPr>
            <a:xfrm>
              <a:off x="3725564" y="2753888"/>
              <a:ext cx="1483009" cy="360761"/>
              <a:chOff x="3725564" y="2753888"/>
              <a:chExt cx="1483009" cy="360761"/>
            </a:xfrm>
          </p:grpSpPr>
          <p:grpSp>
            <p:nvGrpSpPr>
              <p:cNvPr id="1413" name="Google Shape;1413;p130"/>
              <p:cNvGrpSpPr/>
              <p:nvPr/>
            </p:nvGrpSpPr>
            <p:grpSpPr>
              <a:xfrm>
                <a:off x="3725564" y="2753888"/>
                <a:ext cx="1422389" cy="360761"/>
                <a:chOff x="1653625" y="2170700"/>
                <a:chExt cx="5545375" cy="1406475"/>
              </a:xfrm>
            </p:grpSpPr>
            <p:sp>
              <p:nvSpPr>
                <p:cNvPr id="1414" name="Google Shape;1414;p130"/>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30"/>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30"/>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30"/>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30"/>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30"/>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30"/>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30"/>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30"/>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3" name="Google Shape;1423;p130"/>
              <p:cNvSpPr/>
              <p:nvPr/>
            </p:nvSpPr>
            <p:spPr>
              <a:xfrm>
                <a:off x="5168367" y="3011750"/>
                <a:ext cx="40206" cy="20829"/>
              </a:xfrm>
              <a:custGeom>
                <a:avLst/>
                <a:gdLst/>
                <a:ahLst/>
                <a:cxnLst/>
                <a:rect l="l" t="t" r="r" b="b"/>
                <a:pathLst>
                  <a:path w="4818" h="2496" extrusionOk="0">
                    <a:moveTo>
                      <a:pt x="1" y="0"/>
                    </a:moveTo>
                    <a:lnTo>
                      <a:pt x="1" y="349"/>
                    </a:lnTo>
                    <a:lnTo>
                      <a:pt x="813" y="349"/>
                    </a:lnTo>
                    <a:lnTo>
                      <a:pt x="813" y="2496"/>
                    </a:lnTo>
                    <a:lnTo>
                      <a:pt x="1219" y="2496"/>
                    </a:lnTo>
                    <a:lnTo>
                      <a:pt x="1219" y="349"/>
                    </a:lnTo>
                    <a:lnTo>
                      <a:pt x="2032" y="349"/>
                    </a:lnTo>
                    <a:lnTo>
                      <a:pt x="2032" y="0"/>
                    </a:lnTo>
                    <a:close/>
                    <a:moveTo>
                      <a:pt x="2264" y="0"/>
                    </a:moveTo>
                    <a:lnTo>
                      <a:pt x="2264" y="2496"/>
                    </a:lnTo>
                    <a:lnTo>
                      <a:pt x="2670" y="2496"/>
                    </a:lnTo>
                    <a:lnTo>
                      <a:pt x="2670" y="581"/>
                    </a:lnTo>
                    <a:lnTo>
                      <a:pt x="3425" y="2031"/>
                    </a:lnTo>
                    <a:lnTo>
                      <a:pt x="3657" y="2031"/>
                    </a:lnTo>
                    <a:lnTo>
                      <a:pt x="4411" y="523"/>
                    </a:lnTo>
                    <a:lnTo>
                      <a:pt x="4411" y="2496"/>
                    </a:lnTo>
                    <a:lnTo>
                      <a:pt x="4817" y="2496"/>
                    </a:lnTo>
                    <a:lnTo>
                      <a:pt x="4817" y="0"/>
                    </a:lnTo>
                    <a:lnTo>
                      <a:pt x="4295" y="0"/>
                    </a:lnTo>
                    <a:lnTo>
                      <a:pt x="3541" y="1451"/>
                    </a:lnTo>
                    <a:lnTo>
                      <a:pt x="27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CF Closing 2">
  <p:cSld name="SECTION_HEADER_1_2_1_1_1_1">
    <p:spTree>
      <p:nvGrpSpPr>
        <p:cNvPr id="1" name="Shape 1424"/>
        <p:cNvGrpSpPr/>
        <p:nvPr/>
      </p:nvGrpSpPr>
      <p:grpSpPr>
        <a:xfrm>
          <a:off x="0" y="0"/>
          <a:ext cx="0" cy="0"/>
          <a:chOff x="0" y="0"/>
          <a:chExt cx="0" cy="0"/>
        </a:xfrm>
      </p:grpSpPr>
      <p:sp>
        <p:nvSpPr>
          <p:cNvPr id="1425" name="Google Shape;1425;p131"/>
          <p:cNvSpPr/>
          <p:nvPr/>
        </p:nvSpPr>
        <p:spPr>
          <a:xfrm>
            <a:off x="0" y="4769550"/>
            <a:ext cx="9144000" cy="368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31"/>
          <p:cNvSpPr/>
          <p:nvPr/>
        </p:nvSpPr>
        <p:spPr>
          <a:xfrm>
            <a:off x="0" y="0"/>
            <a:ext cx="1883100" cy="592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31"/>
          <p:cNvSpPr/>
          <p:nvPr/>
        </p:nvSpPr>
        <p:spPr>
          <a:xfrm>
            <a:off x="0" y="25"/>
            <a:ext cx="9144000" cy="5143500"/>
          </a:xfrm>
          <a:prstGeom prst="rect">
            <a:avLst/>
          </a:prstGeom>
          <a:gradFill>
            <a:gsLst>
              <a:gs pos="0">
                <a:srgbClr val="3F0A9B"/>
              </a:gs>
              <a:gs pos="100000">
                <a:srgbClr val="0E041F"/>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nvGrpSpPr>
          <p:cNvPr id="1428" name="Google Shape;1428;p131"/>
          <p:cNvGrpSpPr/>
          <p:nvPr/>
        </p:nvGrpSpPr>
        <p:grpSpPr>
          <a:xfrm>
            <a:off x="-1829450" y="-1737900"/>
            <a:ext cx="11898174" cy="11653458"/>
            <a:chOff x="-1829450" y="-1737900"/>
            <a:chExt cx="11898174" cy="11653458"/>
          </a:xfrm>
        </p:grpSpPr>
        <p:sp>
          <p:nvSpPr>
            <p:cNvPr id="1429" name="Google Shape;1429;p131"/>
            <p:cNvSpPr/>
            <p:nvPr/>
          </p:nvSpPr>
          <p:spPr>
            <a:xfrm>
              <a:off x="-1119625" y="-1737900"/>
              <a:ext cx="4244400" cy="4244400"/>
            </a:xfrm>
            <a:prstGeom prst="ellipse">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30" name="Google Shape;1430;p131"/>
            <p:cNvSpPr/>
            <p:nvPr/>
          </p:nvSpPr>
          <p:spPr>
            <a:xfrm rot="10800000">
              <a:off x="6442650" y="-1043175"/>
              <a:ext cx="3269100" cy="3392400"/>
            </a:xfrm>
            <a:prstGeom prst="snip1Rect">
              <a:avLst>
                <a:gd name="adj" fmla="val 40871"/>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31" name="Google Shape;1431;p131"/>
            <p:cNvSpPr/>
            <p:nvPr/>
          </p:nvSpPr>
          <p:spPr>
            <a:xfrm rot="-1358181">
              <a:off x="-418181" y="3021996"/>
              <a:ext cx="9867208" cy="5194823"/>
            </a:xfrm>
            <a:prstGeom prst="round2SameRect">
              <a:avLst>
                <a:gd name="adj1" fmla="val 13137"/>
                <a:gd name="adj2" fmla="val 0"/>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32" name="Google Shape;1432;p131"/>
            <p:cNvSpPr/>
            <p:nvPr/>
          </p:nvSpPr>
          <p:spPr>
            <a:xfrm>
              <a:off x="-1829450" y="1629975"/>
              <a:ext cx="3151200" cy="5631900"/>
            </a:xfrm>
            <a:prstGeom prst="roundRect">
              <a:avLst>
                <a:gd name="adj" fmla="val 50000"/>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sp>
        <p:nvSpPr>
          <p:cNvPr id="1433" name="Google Shape;1433;p131"/>
          <p:cNvSpPr/>
          <p:nvPr/>
        </p:nvSpPr>
        <p:spPr>
          <a:xfrm>
            <a:off x="91453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34" name="Google Shape;1434;p131"/>
          <p:cNvSpPr/>
          <p:nvPr/>
        </p:nvSpPr>
        <p:spPr>
          <a:xfrm>
            <a:off x="-32194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35" name="Google Shape;1435;p131"/>
          <p:cNvSpPr/>
          <p:nvPr/>
        </p:nvSpPr>
        <p:spPr>
          <a:xfrm rot="-5400000">
            <a:off x="2656438" y="-6868950"/>
            <a:ext cx="32181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36" name="Google Shape;1436;p131"/>
          <p:cNvSpPr/>
          <p:nvPr/>
        </p:nvSpPr>
        <p:spPr>
          <a:xfrm rot="-5400000">
            <a:off x="1874800" y="2274450"/>
            <a:ext cx="47814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pic>
        <p:nvPicPr>
          <p:cNvPr id="1437" name="Google Shape;1437;p131" title="cf-badge-light.png"/>
          <p:cNvPicPr preferRelativeResize="0"/>
          <p:nvPr/>
        </p:nvPicPr>
        <p:blipFill>
          <a:blip r:embed="rId2">
            <a:alphaModFix/>
          </a:blip>
          <a:stretch>
            <a:fillRect/>
          </a:stretch>
        </p:blipFill>
        <p:spPr>
          <a:xfrm>
            <a:off x="3611525" y="1635125"/>
            <a:ext cx="1650850" cy="1873249"/>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Closing 2 1">
  <p:cSld name="SECTION_HEADER_1_2_1_1_1_1_2">
    <p:spTree>
      <p:nvGrpSpPr>
        <p:cNvPr id="1" name="Shape 1438"/>
        <p:cNvGrpSpPr/>
        <p:nvPr/>
      </p:nvGrpSpPr>
      <p:grpSpPr>
        <a:xfrm>
          <a:off x="0" y="0"/>
          <a:ext cx="0" cy="0"/>
          <a:chOff x="0" y="0"/>
          <a:chExt cx="0" cy="0"/>
        </a:xfrm>
      </p:grpSpPr>
      <p:sp>
        <p:nvSpPr>
          <p:cNvPr id="1439" name="Google Shape;1439;p132"/>
          <p:cNvSpPr/>
          <p:nvPr/>
        </p:nvSpPr>
        <p:spPr>
          <a:xfrm>
            <a:off x="0" y="4769550"/>
            <a:ext cx="9144000" cy="368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32"/>
          <p:cNvSpPr/>
          <p:nvPr/>
        </p:nvSpPr>
        <p:spPr>
          <a:xfrm>
            <a:off x="0" y="0"/>
            <a:ext cx="1883100" cy="592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32"/>
          <p:cNvSpPr/>
          <p:nvPr/>
        </p:nvSpPr>
        <p:spPr>
          <a:xfrm>
            <a:off x="0" y="25"/>
            <a:ext cx="9144000" cy="5143500"/>
          </a:xfrm>
          <a:prstGeom prst="rect">
            <a:avLst/>
          </a:prstGeom>
          <a:gradFill>
            <a:gsLst>
              <a:gs pos="0">
                <a:srgbClr val="3F0A9B"/>
              </a:gs>
              <a:gs pos="100000">
                <a:srgbClr val="0E041F"/>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nvGrpSpPr>
          <p:cNvPr id="1442" name="Google Shape;1442;p132"/>
          <p:cNvGrpSpPr/>
          <p:nvPr/>
        </p:nvGrpSpPr>
        <p:grpSpPr>
          <a:xfrm>
            <a:off x="-1829450" y="-1737900"/>
            <a:ext cx="11898174" cy="11653458"/>
            <a:chOff x="-1829450" y="-1737900"/>
            <a:chExt cx="11898174" cy="11653458"/>
          </a:xfrm>
        </p:grpSpPr>
        <p:sp>
          <p:nvSpPr>
            <p:cNvPr id="1443" name="Google Shape;1443;p132"/>
            <p:cNvSpPr/>
            <p:nvPr/>
          </p:nvSpPr>
          <p:spPr>
            <a:xfrm>
              <a:off x="-1119625" y="-1737900"/>
              <a:ext cx="4244400" cy="4244400"/>
            </a:xfrm>
            <a:prstGeom prst="ellipse">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44" name="Google Shape;1444;p132"/>
            <p:cNvSpPr/>
            <p:nvPr/>
          </p:nvSpPr>
          <p:spPr>
            <a:xfrm rot="10800000">
              <a:off x="6442650" y="-1043175"/>
              <a:ext cx="3269100" cy="3392400"/>
            </a:xfrm>
            <a:prstGeom prst="snip1Rect">
              <a:avLst>
                <a:gd name="adj" fmla="val 40871"/>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45" name="Google Shape;1445;p132"/>
            <p:cNvSpPr/>
            <p:nvPr/>
          </p:nvSpPr>
          <p:spPr>
            <a:xfrm rot="-1358181">
              <a:off x="-418181" y="3021996"/>
              <a:ext cx="9867208" cy="5194823"/>
            </a:xfrm>
            <a:prstGeom prst="round2SameRect">
              <a:avLst>
                <a:gd name="adj1" fmla="val 13137"/>
                <a:gd name="adj2" fmla="val 0"/>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46" name="Google Shape;1446;p132"/>
            <p:cNvSpPr/>
            <p:nvPr/>
          </p:nvSpPr>
          <p:spPr>
            <a:xfrm>
              <a:off x="-1829450" y="1629975"/>
              <a:ext cx="3151200" cy="5631900"/>
            </a:xfrm>
            <a:prstGeom prst="roundRect">
              <a:avLst>
                <a:gd name="adj" fmla="val 50000"/>
              </a:avLst>
            </a:prstGeom>
            <a:noFill/>
            <a:ln w="762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sp>
        <p:nvSpPr>
          <p:cNvPr id="1447" name="Google Shape;1447;p132"/>
          <p:cNvSpPr/>
          <p:nvPr/>
        </p:nvSpPr>
        <p:spPr>
          <a:xfrm>
            <a:off x="91453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48" name="Google Shape;1448;p132"/>
          <p:cNvSpPr/>
          <p:nvPr/>
        </p:nvSpPr>
        <p:spPr>
          <a:xfrm>
            <a:off x="-3219400" y="-3218100"/>
            <a:ext cx="3218100" cy="131433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49" name="Google Shape;1449;p132"/>
          <p:cNvSpPr/>
          <p:nvPr/>
        </p:nvSpPr>
        <p:spPr>
          <a:xfrm rot="-5400000">
            <a:off x="2656438" y="-6868950"/>
            <a:ext cx="32181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50" name="Google Shape;1450;p132"/>
          <p:cNvSpPr/>
          <p:nvPr/>
        </p:nvSpPr>
        <p:spPr>
          <a:xfrm rot="-5400000">
            <a:off x="1874800" y="2274450"/>
            <a:ext cx="4781400" cy="10519800"/>
          </a:xfrm>
          <a:prstGeom prst="rect">
            <a:avLst/>
          </a:prstGeom>
          <a:solidFill>
            <a:srgbClr val="F9F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grpSp>
        <p:nvGrpSpPr>
          <p:cNvPr id="1451" name="Google Shape;1451;p132"/>
          <p:cNvGrpSpPr/>
          <p:nvPr/>
        </p:nvGrpSpPr>
        <p:grpSpPr>
          <a:xfrm>
            <a:off x="3283954" y="2322906"/>
            <a:ext cx="2436688" cy="491546"/>
            <a:chOff x="248275" y="1995000"/>
            <a:chExt cx="7299844" cy="1472575"/>
          </a:xfrm>
        </p:grpSpPr>
        <p:sp>
          <p:nvSpPr>
            <p:cNvPr id="1452" name="Google Shape;1452;p132"/>
            <p:cNvSpPr/>
            <p:nvPr/>
          </p:nvSpPr>
          <p:spPr>
            <a:xfrm>
              <a:off x="6717400" y="2364950"/>
              <a:ext cx="664475" cy="779100"/>
            </a:xfrm>
            <a:custGeom>
              <a:avLst/>
              <a:gdLst/>
              <a:ahLst/>
              <a:cxnLst/>
              <a:rect l="l" t="t" r="r" b="b"/>
              <a:pathLst>
                <a:path w="26579" h="31164" extrusionOk="0">
                  <a:moveTo>
                    <a:pt x="16249" y="0"/>
                  </a:moveTo>
                  <a:lnTo>
                    <a:pt x="14799" y="116"/>
                  </a:lnTo>
                  <a:lnTo>
                    <a:pt x="12187" y="697"/>
                  </a:lnTo>
                  <a:lnTo>
                    <a:pt x="9924" y="1799"/>
                  </a:lnTo>
                  <a:lnTo>
                    <a:pt x="7835" y="3250"/>
                  </a:lnTo>
                  <a:lnTo>
                    <a:pt x="6848" y="4004"/>
                  </a:lnTo>
                  <a:lnTo>
                    <a:pt x="6674" y="4062"/>
                  </a:lnTo>
                  <a:lnTo>
                    <a:pt x="6442" y="3946"/>
                  </a:lnTo>
                  <a:lnTo>
                    <a:pt x="6384" y="3772"/>
                  </a:lnTo>
                  <a:lnTo>
                    <a:pt x="6326" y="2263"/>
                  </a:lnTo>
                  <a:lnTo>
                    <a:pt x="6210" y="639"/>
                  </a:lnTo>
                  <a:lnTo>
                    <a:pt x="0" y="639"/>
                  </a:lnTo>
                  <a:lnTo>
                    <a:pt x="0" y="31163"/>
                  </a:lnTo>
                  <a:lnTo>
                    <a:pt x="7022" y="31163"/>
                  </a:lnTo>
                  <a:lnTo>
                    <a:pt x="7022" y="19209"/>
                  </a:lnTo>
                  <a:lnTo>
                    <a:pt x="7022" y="15088"/>
                  </a:lnTo>
                  <a:lnTo>
                    <a:pt x="7254" y="13290"/>
                  </a:lnTo>
                  <a:lnTo>
                    <a:pt x="7544" y="11723"/>
                  </a:lnTo>
                  <a:lnTo>
                    <a:pt x="8705" y="9169"/>
                  </a:lnTo>
                  <a:lnTo>
                    <a:pt x="10446" y="7428"/>
                  </a:lnTo>
                  <a:lnTo>
                    <a:pt x="12651" y="6500"/>
                  </a:lnTo>
                  <a:lnTo>
                    <a:pt x="13986" y="6384"/>
                  </a:lnTo>
                  <a:lnTo>
                    <a:pt x="15321" y="6500"/>
                  </a:lnTo>
                  <a:lnTo>
                    <a:pt x="17410" y="7370"/>
                  </a:lnTo>
                  <a:lnTo>
                    <a:pt x="18803" y="9111"/>
                  </a:lnTo>
                  <a:lnTo>
                    <a:pt x="19499" y="11665"/>
                  </a:lnTo>
                  <a:lnTo>
                    <a:pt x="19557" y="13231"/>
                  </a:lnTo>
                  <a:lnTo>
                    <a:pt x="19557" y="31163"/>
                  </a:lnTo>
                  <a:lnTo>
                    <a:pt x="26579" y="31163"/>
                  </a:lnTo>
                  <a:lnTo>
                    <a:pt x="26579" y="11955"/>
                  </a:lnTo>
                  <a:lnTo>
                    <a:pt x="26579" y="10562"/>
                  </a:lnTo>
                  <a:lnTo>
                    <a:pt x="26231" y="8067"/>
                  </a:lnTo>
                  <a:lnTo>
                    <a:pt x="25534" y="5861"/>
                  </a:lnTo>
                  <a:lnTo>
                    <a:pt x="24490" y="4004"/>
                  </a:lnTo>
                  <a:lnTo>
                    <a:pt x="23155" y="2438"/>
                  </a:lnTo>
                  <a:lnTo>
                    <a:pt x="21530" y="1277"/>
                  </a:lnTo>
                  <a:lnTo>
                    <a:pt x="19615" y="464"/>
                  </a:lnTo>
                  <a:lnTo>
                    <a:pt x="17468" y="58"/>
                  </a:lnTo>
                  <a:lnTo>
                    <a:pt x="162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32"/>
            <p:cNvSpPr/>
            <p:nvPr/>
          </p:nvSpPr>
          <p:spPr>
            <a:xfrm>
              <a:off x="5848375" y="2366400"/>
              <a:ext cx="741375" cy="1101175"/>
            </a:xfrm>
            <a:custGeom>
              <a:avLst/>
              <a:gdLst/>
              <a:ahLst/>
              <a:cxnLst/>
              <a:rect l="l" t="t" r="r" b="b"/>
              <a:pathLst>
                <a:path w="29655" h="44047" extrusionOk="0">
                  <a:moveTo>
                    <a:pt x="14856" y="6326"/>
                  </a:moveTo>
                  <a:lnTo>
                    <a:pt x="15669" y="6384"/>
                  </a:lnTo>
                  <a:lnTo>
                    <a:pt x="17236" y="6732"/>
                  </a:lnTo>
                  <a:lnTo>
                    <a:pt x="18686" y="7370"/>
                  </a:lnTo>
                  <a:lnTo>
                    <a:pt x="19905" y="8357"/>
                  </a:lnTo>
                  <a:lnTo>
                    <a:pt x="20950" y="9576"/>
                  </a:lnTo>
                  <a:lnTo>
                    <a:pt x="21762" y="11026"/>
                  </a:lnTo>
                  <a:lnTo>
                    <a:pt x="22284" y="12709"/>
                  </a:lnTo>
                  <a:lnTo>
                    <a:pt x="22575" y="14566"/>
                  </a:lnTo>
                  <a:lnTo>
                    <a:pt x="22633" y="15611"/>
                  </a:lnTo>
                  <a:lnTo>
                    <a:pt x="22575" y="16597"/>
                  </a:lnTo>
                  <a:lnTo>
                    <a:pt x="22284" y="18454"/>
                  </a:lnTo>
                  <a:lnTo>
                    <a:pt x="21762" y="20195"/>
                  </a:lnTo>
                  <a:lnTo>
                    <a:pt x="20950" y="21646"/>
                  </a:lnTo>
                  <a:lnTo>
                    <a:pt x="19905" y="22923"/>
                  </a:lnTo>
                  <a:lnTo>
                    <a:pt x="18686" y="23909"/>
                  </a:lnTo>
                  <a:lnTo>
                    <a:pt x="17236" y="24548"/>
                  </a:lnTo>
                  <a:lnTo>
                    <a:pt x="15669" y="24896"/>
                  </a:lnTo>
                  <a:lnTo>
                    <a:pt x="14856" y="24954"/>
                  </a:lnTo>
                  <a:lnTo>
                    <a:pt x="13986" y="24896"/>
                  </a:lnTo>
                  <a:lnTo>
                    <a:pt x="12419" y="24548"/>
                  </a:lnTo>
                  <a:lnTo>
                    <a:pt x="11026" y="23909"/>
                  </a:lnTo>
                  <a:lnTo>
                    <a:pt x="9749" y="22923"/>
                  </a:lnTo>
                  <a:lnTo>
                    <a:pt x="8763" y="21646"/>
                  </a:lnTo>
                  <a:lnTo>
                    <a:pt x="7950" y="20195"/>
                  </a:lnTo>
                  <a:lnTo>
                    <a:pt x="7370" y="18454"/>
                  </a:lnTo>
                  <a:lnTo>
                    <a:pt x="7080" y="16597"/>
                  </a:lnTo>
                  <a:lnTo>
                    <a:pt x="7080" y="15611"/>
                  </a:lnTo>
                  <a:lnTo>
                    <a:pt x="7080" y="14566"/>
                  </a:lnTo>
                  <a:lnTo>
                    <a:pt x="7370" y="12709"/>
                  </a:lnTo>
                  <a:lnTo>
                    <a:pt x="7950" y="11026"/>
                  </a:lnTo>
                  <a:lnTo>
                    <a:pt x="8763" y="9576"/>
                  </a:lnTo>
                  <a:lnTo>
                    <a:pt x="9749" y="8357"/>
                  </a:lnTo>
                  <a:lnTo>
                    <a:pt x="11026" y="7370"/>
                  </a:lnTo>
                  <a:lnTo>
                    <a:pt x="12419" y="6732"/>
                  </a:lnTo>
                  <a:lnTo>
                    <a:pt x="13986" y="6384"/>
                  </a:lnTo>
                  <a:lnTo>
                    <a:pt x="14856" y="6326"/>
                  </a:lnTo>
                  <a:close/>
                  <a:moveTo>
                    <a:pt x="13289" y="0"/>
                  </a:moveTo>
                  <a:lnTo>
                    <a:pt x="11897" y="58"/>
                  </a:lnTo>
                  <a:lnTo>
                    <a:pt x="9227" y="639"/>
                  </a:lnTo>
                  <a:lnTo>
                    <a:pt x="6790" y="1741"/>
                  </a:lnTo>
                  <a:lnTo>
                    <a:pt x="4701" y="3424"/>
                  </a:lnTo>
                  <a:lnTo>
                    <a:pt x="2902" y="5513"/>
                  </a:lnTo>
                  <a:lnTo>
                    <a:pt x="1509" y="7951"/>
                  </a:lnTo>
                  <a:lnTo>
                    <a:pt x="580" y="10794"/>
                  </a:lnTo>
                  <a:lnTo>
                    <a:pt x="58" y="13928"/>
                  </a:lnTo>
                  <a:lnTo>
                    <a:pt x="0" y="15611"/>
                  </a:lnTo>
                  <a:lnTo>
                    <a:pt x="58" y="17294"/>
                  </a:lnTo>
                  <a:lnTo>
                    <a:pt x="522" y="20427"/>
                  </a:lnTo>
                  <a:lnTo>
                    <a:pt x="1509" y="23271"/>
                  </a:lnTo>
                  <a:lnTo>
                    <a:pt x="2902" y="25766"/>
                  </a:lnTo>
                  <a:lnTo>
                    <a:pt x="4643" y="27855"/>
                  </a:lnTo>
                  <a:lnTo>
                    <a:pt x="6790" y="29538"/>
                  </a:lnTo>
                  <a:lnTo>
                    <a:pt x="9169" y="30699"/>
                  </a:lnTo>
                  <a:lnTo>
                    <a:pt x="11897" y="31279"/>
                  </a:lnTo>
                  <a:lnTo>
                    <a:pt x="13289" y="31337"/>
                  </a:lnTo>
                  <a:lnTo>
                    <a:pt x="15146" y="31221"/>
                  </a:lnTo>
                  <a:lnTo>
                    <a:pt x="18280" y="30235"/>
                  </a:lnTo>
                  <a:lnTo>
                    <a:pt x="20543" y="28842"/>
                  </a:lnTo>
                  <a:lnTo>
                    <a:pt x="21878" y="27623"/>
                  </a:lnTo>
                  <a:lnTo>
                    <a:pt x="22168" y="27217"/>
                  </a:lnTo>
                  <a:lnTo>
                    <a:pt x="22342" y="27101"/>
                  </a:lnTo>
                  <a:lnTo>
                    <a:pt x="22633" y="27217"/>
                  </a:lnTo>
                  <a:lnTo>
                    <a:pt x="22691" y="27391"/>
                  </a:lnTo>
                  <a:lnTo>
                    <a:pt x="22633" y="28262"/>
                  </a:lnTo>
                  <a:lnTo>
                    <a:pt x="22168" y="31105"/>
                  </a:lnTo>
                  <a:lnTo>
                    <a:pt x="21704" y="32672"/>
                  </a:lnTo>
                  <a:lnTo>
                    <a:pt x="21298" y="33601"/>
                  </a:lnTo>
                  <a:lnTo>
                    <a:pt x="20079" y="35284"/>
                  </a:lnTo>
                  <a:lnTo>
                    <a:pt x="18222" y="36618"/>
                  </a:lnTo>
                  <a:lnTo>
                    <a:pt x="15669" y="37373"/>
                  </a:lnTo>
                  <a:lnTo>
                    <a:pt x="14102" y="37489"/>
                  </a:lnTo>
                  <a:lnTo>
                    <a:pt x="12767" y="37431"/>
                  </a:lnTo>
                  <a:lnTo>
                    <a:pt x="10156" y="36908"/>
                  </a:lnTo>
                  <a:lnTo>
                    <a:pt x="7718" y="35806"/>
                  </a:lnTo>
                  <a:lnTo>
                    <a:pt x="5339" y="34181"/>
                  </a:lnTo>
                  <a:lnTo>
                    <a:pt x="4178" y="33078"/>
                  </a:lnTo>
                  <a:lnTo>
                    <a:pt x="522" y="38127"/>
                  </a:lnTo>
                  <a:lnTo>
                    <a:pt x="1857" y="39520"/>
                  </a:lnTo>
                  <a:lnTo>
                    <a:pt x="5049" y="41667"/>
                  </a:lnTo>
                  <a:lnTo>
                    <a:pt x="8705" y="43176"/>
                  </a:lnTo>
                  <a:lnTo>
                    <a:pt x="12767" y="43988"/>
                  </a:lnTo>
                  <a:lnTo>
                    <a:pt x="14914" y="44046"/>
                  </a:lnTo>
                  <a:lnTo>
                    <a:pt x="16597" y="43988"/>
                  </a:lnTo>
                  <a:lnTo>
                    <a:pt x="19673" y="43408"/>
                  </a:lnTo>
                  <a:lnTo>
                    <a:pt x="22400" y="42305"/>
                  </a:lnTo>
                  <a:lnTo>
                    <a:pt x="24722" y="40622"/>
                  </a:lnTo>
                  <a:lnTo>
                    <a:pt x="26637" y="38475"/>
                  </a:lnTo>
                  <a:lnTo>
                    <a:pt x="28088" y="35864"/>
                  </a:lnTo>
                  <a:lnTo>
                    <a:pt x="29132" y="32788"/>
                  </a:lnTo>
                  <a:lnTo>
                    <a:pt x="29596" y="29306"/>
                  </a:lnTo>
                  <a:lnTo>
                    <a:pt x="29654" y="27391"/>
                  </a:lnTo>
                  <a:lnTo>
                    <a:pt x="29654" y="581"/>
                  </a:lnTo>
                  <a:lnTo>
                    <a:pt x="23329" y="581"/>
                  </a:lnTo>
                  <a:lnTo>
                    <a:pt x="23097" y="4062"/>
                  </a:lnTo>
                  <a:lnTo>
                    <a:pt x="23039" y="4237"/>
                  </a:lnTo>
                  <a:lnTo>
                    <a:pt x="22807" y="4353"/>
                  </a:lnTo>
                  <a:lnTo>
                    <a:pt x="22633" y="4237"/>
                  </a:lnTo>
                  <a:lnTo>
                    <a:pt x="21762" y="3308"/>
                  </a:lnTo>
                  <a:lnTo>
                    <a:pt x="18454" y="1103"/>
                  </a:lnTo>
                  <a:lnTo>
                    <a:pt x="16075" y="290"/>
                  </a:lnTo>
                  <a:lnTo>
                    <a:pt x="142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32"/>
            <p:cNvSpPr/>
            <p:nvPr/>
          </p:nvSpPr>
          <p:spPr>
            <a:xfrm>
              <a:off x="4842950" y="2366400"/>
              <a:ext cx="638375" cy="792150"/>
            </a:xfrm>
            <a:custGeom>
              <a:avLst/>
              <a:gdLst/>
              <a:ahLst/>
              <a:cxnLst/>
              <a:rect l="l" t="t" r="r" b="b"/>
              <a:pathLst>
                <a:path w="25535" h="31686" extrusionOk="0">
                  <a:moveTo>
                    <a:pt x="11259" y="0"/>
                  </a:moveTo>
                  <a:lnTo>
                    <a:pt x="8996" y="348"/>
                  </a:lnTo>
                  <a:lnTo>
                    <a:pt x="6965" y="1045"/>
                  </a:lnTo>
                  <a:lnTo>
                    <a:pt x="5224" y="1973"/>
                  </a:lnTo>
                  <a:lnTo>
                    <a:pt x="3773" y="3250"/>
                  </a:lnTo>
                  <a:lnTo>
                    <a:pt x="2612" y="4701"/>
                  </a:lnTo>
                  <a:lnTo>
                    <a:pt x="1858" y="6384"/>
                  </a:lnTo>
                  <a:lnTo>
                    <a:pt x="1394" y="8299"/>
                  </a:lnTo>
                  <a:lnTo>
                    <a:pt x="1394" y="9343"/>
                  </a:lnTo>
                  <a:lnTo>
                    <a:pt x="1452" y="10562"/>
                  </a:lnTo>
                  <a:lnTo>
                    <a:pt x="1974" y="12593"/>
                  </a:lnTo>
                  <a:lnTo>
                    <a:pt x="3019" y="14218"/>
                  </a:lnTo>
                  <a:lnTo>
                    <a:pt x="4411" y="15553"/>
                  </a:lnTo>
                  <a:lnTo>
                    <a:pt x="6965" y="17004"/>
                  </a:lnTo>
                  <a:lnTo>
                    <a:pt x="10795" y="18222"/>
                  </a:lnTo>
                  <a:lnTo>
                    <a:pt x="12710" y="18628"/>
                  </a:lnTo>
                  <a:lnTo>
                    <a:pt x="15147" y="19151"/>
                  </a:lnTo>
                  <a:lnTo>
                    <a:pt x="17875" y="20253"/>
                  </a:lnTo>
                  <a:lnTo>
                    <a:pt x="18687" y="21066"/>
                  </a:lnTo>
                  <a:lnTo>
                    <a:pt x="18919" y="21820"/>
                  </a:lnTo>
                  <a:lnTo>
                    <a:pt x="18977" y="22226"/>
                  </a:lnTo>
                  <a:lnTo>
                    <a:pt x="18861" y="22981"/>
                  </a:lnTo>
                  <a:lnTo>
                    <a:pt x="18165" y="24258"/>
                  </a:lnTo>
                  <a:lnTo>
                    <a:pt x="16714" y="25244"/>
                  </a:lnTo>
                  <a:lnTo>
                    <a:pt x="14567" y="25766"/>
                  </a:lnTo>
                  <a:lnTo>
                    <a:pt x="13290" y="25824"/>
                  </a:lnTo>
                  <a:lnTo>
                    <a:pt x="11433" y="25708"/>
                  </a:lnTo>
                  <a:lnTo>
                    <a:pt x="8125" y="24838"/>
                  </a:lnTo>
                  <a:lnTo>
                    <a:pt x="5398" y="23329"/>
                  </a:lnTo>
                  <a:lnTo>
                    <a:pt x="3193" y="21704"/>
                  </a:lnTo>
                  <a:lnTo>
                    <a:pt x="2322" y="20892"/>
                  </a:lnTo>
                  <a:lnTo>
                    <a:pt x="1" y="26405"/>
                  </a:lnTo>
                  <a:lnTo>
                    <a:pt x="1161" y="27565"/>
                  </a:lnTo>
                  <a:lnTo>
                    <a:pt x="4063" y="29480"/>
                  </a:lnTo>
                  <a:lnTo>
                    <a:pt x="7545" y="30873"/>
                  </a:lnTo>
                  <a:lnTo>
                    <a:pt x="11433" y="31628"/>
                  </a:lnTo>
                  <a:lnTo>
                    <a:pt x="13522" y="31686"/>
                  </a:lnTo>
                  <a:lnTo>
                    <a:pt x="14857" y="31686"/>
                  </a:lnTo>
                  <a:lnTo>
                    <a:pt x="17294" y="31337"/>
                  </a:lnTo>
                  <a:lnTo>
                    <a:pt x="19500" y="30641"/>
                  </a:lnTo>
                  <a:lnTo>
                    <a:pt x="21357" y="29654"/>
                  </a:lnTo>
                  <a:lnTo>
                    <a:pt x="22924" y="28378"/>
                  </a:lnTo>
                  <a:lnTo>
                    <a:pt x="24200" y="26869"/>
                  </a:lnTo>
                  <a:lnTo>
                    <a:pt x="25013" y="25070"/>
                  </a:lnTo>
                  <a:lnTo>
                    <a:pt x="25477" y="23097"/>
                  </a:lnTo>
                  <a:lnTo>
                    <a:pt x="25535" y="22052"/>
                  </a:lnTo>
                  <a:lnTo>
                    <a:pt x="25477" y="20892"/>
                  </a:lnTo>
                  <a:lnTo>
                    <a:pt x="24955" y="18919"/>
                  </a:lnTo>
                  <a:lnTo>
                    <a:pt x="24026" y="17294"/>
                  </a:lnTo>
                  <a:lnTo>
                    <a:pt x="22691" y="16017"/>
                  </a:lnTo>
                  <a:lnTo>
                    <a:pt x="20138" y="14508"/>
                  </a:lnTo>
                  <a:lnTo>
                    <a:pt x="15902" y="13173"/>
                  </a:lnTo>
                  <a:lnTo>
                    <a:pt x="13638" y="12709"/>
                  </a:lnTo>
                  <a:lnTo>
                    <a:pt x="11723" y="12303"/>
                  </a:lnTo>
                  <a:lnTo>
                    <a:pt x="9054" y="11142"/>
                  </a:lnTo>
                  <a:lnTo>
                    <a:pt x="8241" y="10214"/>
                  </a:lnTo>
                  <a:lnTo>
                    <a:pt x="7951" y="9459"/>
                  </a:lnTo>
                  <a:lnTo>
                    <a:pt x="7951" y="8995"/>
                  </a:lnTo>
                  <a:lnTo>
                    <a:pt x="8009" y="8299"/>
                  </a:lnTo>
                  <a:lnTo>
                    <a:pt x="8532" y="7196"/>
                  </a:lnTo>
                  <a:lnTo>
                    <a:pt x="9692" y="6384"/>
                  </a:lnTo>
                  <a:lnTo>
                    <a:pt x="11375" y="5920"/>
                  </a:lnTo>
                  <a:lnTo>
                    <a:pt x="12478" y="5861"/>
                  </a:lnTo>
                  <a:lnTo>
                    <a:pt x="13638" y="5920"/>
                  </a:lnTo>
                  <a:lnTo>
                    <a:pt x="15902" y="6326"/>
                  </a:lnTo>
                  <a:lnTo>
                    <a:pt x="18223" y="7196"/>
                  </a:lnTo>
                  <a:lnTo>
                    <a:pt x="20428" y="8531"/>
                  </a:lnTo>
                  <a:lnTo>
                    <a:pt x="21531" y="9343"/>
                  </a:lnTo>
                  <a:lnTo>
                    <a:pt x="25013" y="4469"/>
                  </a:lnTo>
                  <a:lnTo>
                    <a:pt x="23852" y="3540"/>
                  </a:lnTo>
                  <a:lnTo>
                    <a:pt x="21067" y="1915"/>
                  </a:lnTo>
                  <a:lnTo>
                    <a:pt x="17933" y="697"/>
                  </a:lnTo>
                  <a:lnTo>
                    <a:pt x="14393" y="58"/>
                  </a:lnTo>
                  <a:lnTo>
                    <a:pt x="125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32"/>
            <p:cNvSpPr/>
            <p:nvPr/>
          </p:nvSpPr>
          <p:spPr>
            <a:xfrm>
              <a:off x="2531825" y="2364950"/>
              <a:ext cx="741400" cy="793600"/>
            </a:xfrm>
            <a:custGeom>
              <a:avLst/>
              <a:gdLst/>
              <a:ahLst/>
              <a:cxnLst/>
              <a:rect l="l" t="t" r="r" b="b"/>
              <a:pathLst>
                <a:path w="29656" h="31744" extrusionOk="0">
                  <a:moveTo>
                    <a:pt x="14799" y="6384"/>
                  </a:moveTo>
                  <a:lnTo>
                    <a:pt x="15669" y="6442"/>
                  </a:lnTo>
                  <a:lnTo>
                    <a:pt x="17236" y="6790"/>
                  </a:lnTo>
                  <a:lnTo>
                    <a:pt x="18687" y="7486"/>
                  </a:lnTo>
                  <a:lnTo>
                    <a:pt x="19906" y="8473"/>
                  </a:lnTo>
                  <a:lnTo>
                    <a:pt x="20950" y="9692"/>
                  </a:lnTo>
                  <a:lnTo>
                    <a:pt x="21705" y="11200"/>
                  </a:lnTo>
                  <a:lnTo>
                    <a:pt x="22285" y="12941"/>
                  </a:lnTo>
                  <a:lnTo>
                    <a:pt x="22575" y="14856"/>
                  </a:lnTo>
                  <a:lnTo>
                    <a:pt x="22575" y="15901"/>
                  </a:lnTo>
                  <a:lnTo>
                    <a:pt x="22575" y="16945"/>
                  </a:lnTo>
                  <a:lnTo>
                    <a:pt x="22285" y="18861"/>
                  </a:lnTo>
                  <a:lnTo>
                    <a:pt x="21705" y="20601"/>
                  </a:lnTo>
                  <a:lnTo>
                    <a:pt x="20892" y="22052"/>
                  </a:lnTo>
                  <a:lnTo>
                    <a:pt x="19906" y="23329"/>
                  </a:lnTo>
                  <a:lnTo>
                    <a:pt x="18629" y="24316"/>
                  </a:lnTo>
                  <a:lnTo>
                    <a:pt x="17236" y="25012"/>
                  </a:lnTo>
                  <a:lnTo>
                    <a:pt x="15669" y="25360"/>
                  </a:lnTo>
                  <a:lnTo>
                    <a:pt x="13986" y="25360"/>
                  </a:lnTo>
                  <a:lnTo>
                    <a:pt x="12420" y="25012"/>
                  </a:lnTo>
                  <a:lnTo>
                    <a:pt x="10969" y="24316"/>
                  </a:lnTo>
                  <a:lnTo>
                    <a:pt x="9750" y="23329"/>
                  </a:lnTo>
                  <a:lnTo>
                    <a:pt x="8706" y="22110"/>
                  </a:lnTo>
                  <a:lnTo>
                    <a:pt x="7893" y="20601"/>
                  </a:lnTo>
                  <a:lnTo>
                    <a:pt x="7371" y="18861"/>
                  </a:lnTo>
                  <a:lnTo>
                    <a:pt x="7081" y="16945"/>
                  </a:lnTo>
                  <a:lnTo>
                    <a:pt x="7023" y="15901"/>
                  </a:lnTo>
                  <a:lnTo>
                    <a:pt x="7081" y="14856"/>
                  </a:lnTo>
                  <a:lnTo>
                    <a:pt x="7371" y="12941"/>
                  </a:lnTo>
                  <a:lnTo>
                    <a:pt x="7893" y="11200"/>
                  </a:lnTo>
                  <a:lnTo>
                    <a:pt x="8706" y="9692"/>
                  </a:lnTo>
                  <a:lnTo>
                    <a:pt x="9750" y="8473"/>
                  </a:lnTo>
                  <a:lnTo>
                    <a:pt x="10969" y="7486"/>
                  </a:lnTo>
                  <a:lnTo>
                    <a:pt x="12362" y="6790"/>
                  </a:lnTo>
                  <a:lnTo>
                    <a:pt x="13986" y="6442"/>
                  </a:lnTo>
                  <a:lnTo>
                    <a:pt x="14799" y="6384"/>
                  </a:lnTo>
                  <a:close/>
                  <a:moveTo>
                    <a:pt x="14799" y="0"/>
                  </a:moveTo>
                  <a:lnTo>
                    <a:pt x="13232" y="58"/>
                  </a:lnTo>
                  <a:lnTo>
                    <a:pt x="10214" y="697"/>
                  </a:lnTo>
                  <a:lnTo>
                    <a:pt x="7545" y="1857"/>
                  </a:lnTo>
                  <a:lnTo>
                    <a:pt x="5166" y="3482"/>
                  </a:lnTo>
                  <a:lnTo>
                    <a:pt x="3192" y="5629"/>
                  </a:lnTo>
                  <a:lnTo>
                    <a:pt x="1684" y="8125"/>
                  </a:lnTo>
                  <a:lnTo>
                    <a:pt x="581" y="11026"/>
                  </a:lnTo>
                  <a:lnTo>
                    <a:pt x="59" y="14218"/>
                  </a:lnTo>
                  <a:lnTo>
                    <a:pt x="1" y="15901"/>
                  </a:lnTo>
                  <a:lnTo>
                    <a:pt x="59" y="17584"/>
                  </a:lnTo>
                  <a:lnTo>
                    <a:pt x="581" y="20776"/>
                  </a:lnTo>
                  <a:lnTo>
                    <a:pt x="1684" y="23677"/>
                  </a:lnTo>
                  <a:lnTo>
                    <a:pt x="3192" y="26173"/>
                  </a:lnTo>
                  <a:lnTo>
                    <a:pt x="5166" y="28262"/>
                  </a:lnTo>
                  <a:lnTo>
                    <a:pt x="7545" y="29945"/>
                  </a:lnTo>
                  <a:lnTo>
                    <a:pt x="10214" y="31105"/>
                  </a:lnTo>
                  <a:lnTo>
                    <a:pt x="13232" y="31686"/>
                  </a:lnTo>
                  <a:lnTo>
                    <a:pt x="14799" y="31744"/>
                  </a:lnTo>
                  <a:lnTo>
                    <a:pt x="16424" y="31686"/>
                  </a:lnTo>
                  <a:lnTo>
                    <a:pt x="19383" y="31105"/>
                  </a:lnTo>
                  <a:lnTo>
                    <a:pt x="22111" y="29945"/>
                  </a:lnTo>
                  <a:lnTo>
                    <a:pt x="24432" y="28262"/>
                  </a:lnTo>
                  <a:lnTo>
                    <a:pt x="26405" y="26173"/>
                  </a:lnTo>
                  <a:lnTo>
                    <a:pt x="27972" y="23677"/>
                  </a:lnTo>
                  <a:lnTo>
                    <a:pt x="29017" y="20776"/>
                  </a:lnTo>
                  <a:lnTo>
                    <a:pt x="29597" y="17584"/>
                  </a:lnTo>
                  <a:lnTo>
                    <a:pt x="29655" y="15901"/>
                  </a:lnTo>
                  <a:lnTo>
                    <a:pt x="29597" y="14218"/>
                  </a:lnTo>
                  <a:lnTo>
                    <a:pt x="29017" y="11026"/>
                  </a:lnTo>
                  <a:lnTo>
                    <a:pt x="27972" y="8125"/>
                  </a:lnTo>
                  <a:lnTo>
                    <a:pt x="26405" y="5629"/>
                  </a:lnTo>
                  <a:lnTo>
                    <a:pt x="24432" y="3482"/>
                  </a:lnTo>
                  <a:lnTo>
                    <a:pt x="22111" y="1857"/>
                  </a:lnTo>
                  <a:lnTo>
                    <a:pt x="19383" y="697"/>
                  </a:lnTo>
                  <a:lnTo>
                    <a:pt x="16424" y="58"/>
                  </a:lnTo>
                  <a:lnTo>
                    <a:pt x="147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32"/>
            <p:cNvSpPr/>
            <p:nvPr/>
          </p:nvSpPr>
          <p:spPr>
            <a:xfrm>
              <a:off x="3335575" y="2364950"/>
              <a:ext cx="700750" cy="793600"/>
            </a:xfrm>
            <a:custGeom>
              <a:avLst/>
              <a:gdLst/>
              <a:ahLst/>
              <a:cxnLst/>
              <a:rect l="l" t="t" r="r" b="b"/>
              <a:pathLst>
                <a:path w="28030" h="31744" extrusionOk="0">
                  <a:moveTo>
                    <a:pt x="14451" y="0"/>
                  </a:moveTo>
                  <a:lnTo>
                    <a:pt x="12884" y="58"/>
                  </a:lnTo>
                  <a:lnTo>
                    <a:pt x="10040" y="697"/>
                  </a:lnTo>
                  <a:lnTo>
                    <a:pt x="7429" y="1857"/>
                  </a:lnTo>
                  <a:lnTo>
                    <a:pt x="5107" y="3540"/>
                  </a:lnTo>
                  <a:lnTo>
                    <a:pt x="3192" y="5687"/>
                  </a:lnTo>
                  <a:lnTo>
                    <a:pt x="1625" y="8183"/>
                  </a:lnTo>
                  <a:lnTo>
                    <a:pt x="581" y="11026"/>
                  </a:lnTo>
                  <a:lnTo>
                    <a:pt x="1" y="14218"/>
                  </a:lnTo>
                  <a:lnTo>
                    <a:pt x="1" y="15901"/>
                  </a:lnTo>
                  <a:lnTo>
                    <a:pt x="1" y="17584"/>
                  </a:lnTo>
                  <a:lnTo>
                    <a:pt x="581" y="20718"/>
                  </a:lnTo>
                  <a:lnTo>
                    <a:pt x="1625" y="23619"/>
                  </a:lnTo>
                  <a:lnTo>
                    <a:pt x="3192" y="26115"/>
                  </a:lnTo>
                  <a:lnTo>
                    <a:pt x="5107" y="28262"/>
                  </a:lnTo>
                  <a:lnTo>
                    <a:pt x="7429" y="29945"/>
                  </a:lnTo>
                  <a:lnTo>
                    <a:pt x="10040" y="31105"/>
                  </a:lnTo>
                  <a:lnTo>
                    <a:pt x="12884" y="31686"/>
                  </a:lnTo>
                  <a:lnTo>
                    <a:pt x="14451" y="31744"/>
                  </a:lnTo>
                  <a:lnTo>
                    <a:pt x="15669" y="31744"/>
                  </a:lnTo>
                  <a:lnTo>
                    <a:pt x="17932" y="31453"/>
                  </a:lnTo>
                  <a:lnTo>
                    <a:pt x="20080" y="30815"/>
                  </a:lnTo>
                  <a:lnTo>
                    <a:pt x="21995" y="29945"/>
                  </a:lnTo>
                  <a:lnTo>
                    <a:pt x="23736" y="28726"/>
                  </a:lnTo>
                  <a:lnTo>
                    <a:pt x="25244" y="27217"/>
                  </a:lnTo>
                  <a:lnTo>
                    <a:pt x="26521" y="25476"/>
                  </a:lnTo>
                  <a:lnTo>
                    <a:pt x="27624" y="23445"/>
                  </a:lnTo>
                  <a:lnTo>
                    <a:pt x="28030" y="22284"/>
                  </a:lnTo>
                  <a:lnTo>
                    <a:pt x="21821" y="19905"/>
                  </a:lnTo>
                  <a:lnTo>
                    <a:pt x="21124" y="21298"/>
                  </a:lnTo>
                  <a:lnTo>
                    <a:pt x="19615" y="23329"/>
                  </a:lnTo>
                  <a:lnTo>
                    <a:pt x="17816" y="24664"/>
                  </a:lnTo>
                  <a:lnTo>
                    <a:pt x="15669" y="25302"/>
                  </a:lnTo>
                  <a:lnTo>
                    <a:pt x="14451" y="25360"/>
                  </a:lnTo>
                  <a:lnTo>
                    <a:pt x="13638" y="25360"/>
                  </a:lnTo>
                  <a:lnTo>
                    <a:pt x="12187" y="25012"/>
                  </a:lnTo>
                  <a:lnTo>
                    <a:pt x="10853" y="24316"/>
                  </a:lnTo>
                  <a:lnTo>
                    <a:pt x="9634" y="23271"/>
                  </a:lnTo>
                  <a:lnTo>
                    <a:pt x="8647" y="22052"/>
                  </a:lnTo>
                  <a:lnTo>
                    <a:pt x="7893" y="20543"/>
                  </a:lnTo>
                  <a:lnTo>
                    <a:pt x="7313" y="18803"/>
                  </a:lnTo>
                  <a:lnTo>
                    <a:pt x="7022" y="16887"/>
                  </a:lnTo>
                  <a:lnTo>
                    <a:pt x="7022" y="15901"/>
                  </a:lnTo>
                  <a:lnTo>
                    <a:pt x="7080" y="14856"/>
                  </a:lnTo>
                  <a:lnTo>
                    <a:pt x="7313" y="12999"/>
                  </a:lnTo>
                  <a:lnTo>
                    <a:pt x="7893" y="11258"/>
                  </a:lnTo>
                  <a:lnTo>
                    <a:pt x="8647" y="9750"/>
                  </a:lnTo>
                  <a:lnTo>
                    <a:pt x="9634" y="8473"/>
                  </a:lnTo>
                  <a:lnTo>
                    <a:pt x="10853" y="7486"/>
                  </a:lnTo>
                  <a:lnTo>
                    <a:pt x="12187" y="6790"/>
                  </a:lnTo>
                  <a:lnTo>
                    <a:pt x="13638" y="6442"/>
                  </a:lnTo>
                  <a:lnTo>
                    <a:pt x="14451" y="6384"/>
                  </a:lnTo>
                  <a:lnTo>
                    <a:pt x="15669" y="6442"/>
                  </a:lnTo>
                  <a:lnTo>
                    <a:pt x="17816" y="7080"/>
                  </a:lnTo>
                  <a:lnTo>
                    <a:pt x="19615" y="8415"/>
                  </a:lnTo>
                  <a:lnTo>
                    <a:pt x="21124" y="10504"/>
                  </a:lnTo>
                  <a:lnTo>
                    <a:pt x="21821" y="11897"/>
                  </a:lnTo>
                  <a:lnTo>
                    <a:pt x="28030" y="9517"/>
                  </a:lnTo>
                  <a:lnTo>
                    <a:pt x="27624" y="8357"/>
                  </a:lnTo>
                  <a:lnTo>
                    <a:pt x="26521" y="6326"/>
                  </a:lnTo>
                  <a:lnTo>
                    <a:pt x="25244" y="4527"/>
                  </a:lnTo>
                  <a:lnTo>
                    <a:pt x="23736" y="3076"/>
                  </a:lnTo>
                  <a:lnTo>
                    <a:pt x="21995" y="1857"/>
                  </a:lnTo>
                  <a:lnTo>
                    <a:pt x="20080" y="987"/>
                  </a:lnTo>
                  <a:lnTo>
                    <a:pt x="17932" y="348"/>
                  </a:lnTo>
                  <a:lnTo>
                    <a:pt x="15669" y="58"/>
                  </a:lnTo>
                  <a:lnTo>
                    <a:pt x="1445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32"/>
            <p:cNvSpPr/>
            <p:nvPr/>
          </p:nvSpPr>
          <p:spPr>
            <a:xfrm>
              <a:off x="1699075" y="2026900"/>
              <a:ext cx="741375" cy="1131650"/>
            </a:xfrm>
            <a:custGeom>
              <a:avLst/>
              <a:gdLst/>
              <a:ahLst/>
              <a:cxnLst/>
              <a:rect l="l" t="t" r="r" b="b"/>
              <a:pathLst>
                <a:path w="29655" h="45266" extrusionOk="0">
                  <a:moveTo>
                    <a:pt x="14857" y="19906"/>
                  </a:moveTo>
                  <a:lnTo>
                    <a:pt x="15669" y="19964"/>
                  </a:lnTo>
                  <a:lnTo>
                    <a:pt x="17236" y="20312"/>
                  </a:lnTo>
                  <a:lnTo>
                    <a:pt x="18687" y="21008"/>
                  </a:lnTo>
                  <a:lnTo>
                    <a:pt x="19905" y="21995"/>
                  </a:lnTo>
                  <a:lnTo>
                    <a:pt x="20950" y="23214"/>
                  </a:lnTo>
                  <a:lnTo>
                    <a:pt x="21704" y="24722"/>
                  </a:lnTo>
                  <a:lnTo>
                    <a:pt x="22285" y="26463"/>
                  </a:lnTo>
                  <a:lnTo>
                    <a:pt x="22575" y="28378"/>
                  </a:lnTo>
                  <a:lnTo>
                    <a:pt x="22633" y="29423"/>
                  </a:lnTo>
                  <a:lnTo>
                    <a:pt x="22575" y="30467"/>
                  </a:lnTo>
                  <a:lnTo>
                    <a:pt x="22285" y="32383"/>
                  </a:lnTo>
                  <a:lnTo>
                    <a:pt x="21762" y="34123"/>
                  </a:lnTo>
                  <a:lnTo>
                    <a:pt x="20950" y="35574"/>
                  </a:lnTo>
                  <a:lnTo>
                    <a:pt x="19905" y="36851"/>
                  </a:lnTo>
                  <a:lnTo>
                    <a:pt x="18687" y="37838"/>
                  </a:lnTo>
                  <a:lnTo>
                    <a:pt x="17294" y="38534"/>
                  </a:lnTo>
                  <a:lnTo>
                    <a:pt x="15669" y="38882"/>
                  </a:lnTo>
                  <a:lnTo>
                    <a:pt x="13986" y="38882"/>
                  </a:lnTo>
                  <a:lnTo>
                    <a:pt x="12419" y="38534"/>
                  </a:lnTo>
                  <a:lnTo>
                    <a:pt x="10968" y="37838"/>
                  </a:lnTo>
                  <a:lnTo>
                    <a:pt x="9750" y="36851"/>
                  </a:lnTo>
                  <a:lnTo>
                    <a:pt x="8705" y="35632"/>
                  </a:lnTo>
                  <a:lnTo>
                    <a:pt x="7893" y="34123"/>
                  </a:lnTo>
                  <a:lnTo>
                    <a:pt x="7370" y="32383"/>
                  </a:lnTo>
                  <a:lnTo>
                    <a:pt x="7080" y="30467"/>
                  </a:lnTo>
                  <a:lnTo>
                    <a:pt x="7080" y="29423"/>
                  </a:lnTo>
                  <a:lnTo>
                    <a:pt x="7080" y="28378"/>
                  </a:lnTo>
                  <a:lnTo>
                    <a:pt x="7370" y="26463"/>
                  </a:lnTo>
                  <a:lnTo>
                    <a:pt x="7951" y="24722"/>
                  </a:lnTo>
                  <a:lnTo>
                    <a:pt x="8763" y="23214"/>
                  </a:lnTo>
                  <a:lnTo>
                    <a:pt x="9750" y="21995"/>
                  </a:lnTo>
                  <a:lnTo>
                    <a:pt x="11026" y="21008"/>
                  </a:lnTo>
                  <a:lnTo>
                    <a:pt x="12419" y="20312"/>
                  </a:lnTo>
                  <a:lnTo>
                    <a:pt x="13986" y="19964"/>
                  </a:lnTo>
                  <a:lnTo>
                    <a:pt x="14857" y="19906"/>
                  </a:lnTo>
                  <a:close/>
                  <a:moveTo>
                    <a:pt x="27566" y="1"/>
                  </a:moveTo>
                  <a:lnTo>
                    <a:pt x="27333" y="117"/>
                  </a:lnTo>
                  <a:lnTo>
                    <a:pt x="22749" y="2496"/>
                  </a:lnTo>
                  <a:lnTo>
                    <a:pt x="22633" y="2612"/>
                  </a:lnTo>
                  <a:lnTo>
                    <a:pt x="22633" y="2786"/>
                  </a:lnTo>
                  <a:lnTo>
                    <a:pt x="22633" y="17294"/>
                  </a:lnTo>
                  <a:lnTo>
                    <a:pt x="22575" y="17468"/>
                  </a:lnTo>
                  <a:lnTo>
                    <a:pt x="22285" y="17584"/>
                  </a:lnTo>
                  <a:lnTo>
                    <a:pt x="22169" y="17468"/>
                  </a:lnTo>
                  <a:lnTo>
                    <a:pt x="21530" y="16946"/>
                  </a:lnTo>
                  <a:lnTo>
                    <a:pt x="19267" y="15205"/>
                  </a:lnTo>
                  <a:lnTo>
                    <a:pt x="17700" y="14393"/>
                  </a:lnTo>
                  <a:lnTo>
                    <a:pt x="16772" y="14045"/>
                  </a:lnTo>
                  <a:lnTo>
                    <a:pt x="14450" y="13580"/>
                  </a:lnTo>
                  <a:lnTo>
                    <a:pt x="11897" y="13580"/>
                  </a:lnTo>
                  <a:lnTo>
                    <a:pt x="9227" y="14219"/>
                  </a:lnTo>
                  <a:lnTo>
                    <a:pt x="6790" y="15379"/>
                  </a:lnTo>
                  <a:lnTo>
                    <a:pt x="4701" y="17004"/>
                  </a:lnTo>
                  <a:lnTo>
                    <a:pt x="2902" y="19151"/>
                  </a:lnTo>
                  <a:lnTo>
                    <a:pt x="1509" y="21647"/>
                  </a:lnTo>
                  <a:lnTo>
                    <a:pt x="523" y="24548"/>
                  </a:lnTo>
                  <a:lnTo>
                    <a:pt x="58" y="27740"/>
                  </a:lnTo>
                  <a:lnTo>
                    <a:pt x="0" y="29423"/>
                  </a:lnTo>
                  <a:lnTo>
                    <a:pt x="58" y="31106"/>
                  </a:lnTo>
                  <a:lnTo>
                    <a:pt x="523" y="34298"/>
                  </a:lnTo>
                  <a:lnTo>
                    <a:pt x="1509" y="37199"/>
                  </a:lnTo>
                  <a:lnTo>
                    <a:pt x="2902" y="39695"/>
                  </a:lnTo>
                  <a:lnTo>
                    <a:pt x="4701" y="41784"/>
                  </a:lnTo>
                  <a:lnTo>
                    <a:pt x="6790" y="43467"/>
                  </a:lnTo>
                  <a:lnTo>
                    <a:pt x="9227" y="44627"/>
                  </a:lnTo>
                  <a:lnTo>
                    <a:pt x="11897" y="45208"/>
                  </a:lnTo>
                  <a:lnTo>
                    <a:pt x="13290" y="45266"/>
                  </a:lnTo>
                  <a:lnTo>
                    <a:pt x="14798" y="45208"/>
                  </a:lnTo>
                  <a:lnTo>
                    <a:pt x="17468" y="44511"/>
                  </a:lnTo>
                  <a:lnTo>
                    <a:pt x="19673" y="43351"/>
                  </a:lnTo>
                  <a:lnTo>
                    <a:pt x="21530" y="41958"/>
                  </a:lnTo>
                  <a:lnTo>
                    <a:pt x="22285" y="41261"/>
                  </a:lnTo>
                  <a:lnTo>
                    <a:pt x="22401" y="41087"/>
                  </a:lnTo>
                  <a:lnTo>
                    <a:pt x="22575" y="40913"/>
                  </a:lnTo>
                  <a:lnTo>
                    <a:pt x="22691" y="40855"/>
                  </a:lnTo>
                  <a:lnTo>
                    <a:pt x="22981" y="40913"/>
                  </a:lnTo>
                  <a:lnTo>
                    <a:pt x="23039" y="41087"/>
                  </a:lnTo>
                  <a:lnTo>
                    <a:pt x="23271" y="44685"/>
                  </a:lnTo>
                  <a:lnTo>
                    <a:pt x="29655" y="44685"/>
                  </a:lnTo>
                  <a:lnTo>
                    <a:pt x="29655" y="175"/>
                  </a:lnTo>
                  <a:lnTo>
                    <a:pt x="29597" y="59"/>
                  </a:lnTo>
                  <a:lnTo>
                    <a:pt x="294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32"/>
            <p:cNvSpPr/>
            <p:nvPr/>
          </p:nvSpPr>
          <p:spPr>
            <a:xfrm>
              <a:off x="5574175" y="2380900"/>
              <a:ext cx="175550" cy="763150"/>
            </a:xfrm>
            <a:custGeom>
              <a:avLst/>
              <a:gdLst/>
              <a:ahLst/>
              <a:cxnLst/>
              <a:rect l="l" t="t" r="r" b="b"/>
              <a:pathLst>
                <a:path w="7022" h="30526" extrusionOk="0">
                  <a:moveTo>
                    <a:pt x="4759" y="1"/>
                  </a:moveTo>
                  <a:lnTo>
                    <a:pt x="4585" y="117"/>
                  </a:lnTo>
                  <a:lnTo>
                    <a:pt x="116" y="2438"/>
                  </a:lnTo>
                  <a:lnTo>
                    <a:pt x="0" y="2554"/>
                  </a:lnTo>
                  <a:lnTo>
                    <a:pt x="0" y="2670"/>
                  </a:lnTo>
                  <a:lnTo>
                    <a:pt x="0" y="30525"/>
                  </a:lnTo>
                  <a:lnTo>
                    <a:pt x="7022" y="30525"/>
                  </a:lnTo>
                  <a:lnTo>
                    <a:pt x="7022" y="175"/>
                  </a:lnTo>
                  <a:lnTo>
                    <a:pt x="7022" y="59"/>
                  </a:lnTo>
                  <a:lnTo>
                    <a:pt x="684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32"/>
            <p:cNvSpPr/>
            <p:nvPr/>
          </p:nvSpPr>
          <p:spPr>
            <a:xfrm>
              <a:off x="5555300" y="2044325"/>
              <a:ext cx="213300" cy="213275"/>
            </a:xfrm>
            <a:custGeom>
              <a:avLst/>
              <a:gdLst/>
              <a:ahLst/>
              <a:cxnLst/>
              <a:rect l="l" t="t" r="r" b="b"/>
              <a:pathLst>
                <a:path w="8532" h="8531" extrusionOk="0">
                  <a:moveTo>
                    <a:pt x="4295" y="0"/>
                  </a:moveTo>
                  <a:lnTo>
                    <a:pt x="3425" y="58"/>
                  </a:lnTo>
                  <a:lnTo>
                    <a:pt x="1858" y="697"/>
                  </a:lnTo>
                  <a:lnTo>
                    <a:pt x="697" y="1857"/>
                  </a:lnTo>
                  <a:lnTo>
                    <a:pt x="59" y="3424"/>
                  </a:lnTo>
                  <a:lnTo>
                    <a:pt x="1" y="4295"/>
                  </a:lnTo>
                  <a:lnTo>
                    <a:pt x="59" y="5107"/>
                  </a:lnTo>
                  <a:lnTo>
                    <a:pt x="697" y="6674"/>
                  </a:lnTo>
                  <a:lnTo>
                    <a:pt x="1858" y="7835"/>
                  </a:lnTo>
                  <a:lnTo>
                    <a:pt x="3425" y="8473"/>
                  </a:lnTo>
                  <a:lnTo>
                    <a:pt x="4295" y="8531"/>
                  </a:lnTo>
                  <a:lnTo>
                    <a:pt x="5107" y="8473"/>
                  </a:lnTo>
                  <a:lnTo>
                    <a:pt x="6674" y="7835"/>
                  </a:lnTo>
                  <a:lnTo>
                    <a:pt x="7835" y="6674"/>
                  </a:lnTo>
                  <a:lnTo>
                    <a:pt x="8473" y="5107"/>
                  </a:lnTo>
                  <a:lnTo>
                    <a:pt x="8531" y="4295"/>
                  </a:lnTo>
                  <a:lnTo>
                    <a:pt x="8473" y="3424"/>
                  </a:lnTo>
                  <a:lnTo>
                    <a:pt x="7835" y="1857"/>
                  </a:lnTo>
                  <a:lnTo>
                    <a:pt x="6674" y="697"/>
                  </a:lnTo>
                  <a:lnTo>
                    <a:pt x="5107" y="58"/>
                  </a:lnTo>
                  <a:lnTo>
                    <a:pt x="429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32"/>
            <p:cNvSpPr/>
            <p:nvPr/>
          </p:nvSpPr>
          <p:spPr>
            <a:xfrm>
              <a:off x="248275" y="2324325"/>
              <a:ext cx="851650" cy="851625"/>
            </a:xfrm>
            <a:custGeom>
              <a:avLst/>
              <a:gdLst/>
              <a:ahLst/>
              <a:cxnLst/>
              <a:rect l="l" t="t" r="r" b="b"/>
              <a:pathLst>
                <a:path w="34066" h="34065" extrusionOk="0">
                  <a:moveTo>
                    <a:pt x="1161" y="0"/>
                  </a:moveTo>
                  <a:lnTo>
                    <a:pt x="697" y="116"/>
                  </a:lnTo>
                  <a:lnTo>
                    <a:pt x="58" y="697"/>
                  </a:lnTo>
                  <a:lnTo>
                    <a:pt x="0" y="1161"/>
                  </a:lnTo>
                  <a:lnTo>
                    <a:pt x="0" y="32904"/>
                  </a:lnTo>
                  <a:lnTo>
                    <a:pt x="58" y="33369"/>
                  </a:lnTo>
                  <a:lnTo>
                    <a:pt x="697" y="34007"/>
                  </a:lnTo>
                  <a:lnTo>
                    <a:pt x="1161" y="34065"/>
                  </a:lnTo>
                  <a:lnTo>
                    <a:pt x="32904" y="34065"/>
                  </a:lnTo>
                  <a:lnTo>
                    <a:pt x="33369" y="34007"/>
                  </a:lnTo>
                  <a:lnTo>
                    <a:pt x="33949" y="33369"/>
                  </a:lnTo>
                  <a:lnTo>
                    <a:pt x="34065" y="32904"/>
                  </a:lnTo>
                  <a:lnTo>
                    <a:pt x="34065" y="20834"/>
                  </a:lnTo>
                  <a:lnTo>
                    <a:pt x="14392" y="20834"/>
                  </a:lnTo>
                  <a:lnTo>
                    <a:pt x="13928" y="20776"/>
                  </a:lnTo>
                  <a:lnTo>
                    <a:pt x="13290" y="20137"/>
                  </a:lnTo>
                  <a:lnTo>
                    <a:pt x="13232" y="19673"/>
                  </a:lnTo>
                  <a:lnTo>
                    <a:pt x="13232" y="0"/>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32"/>
            <p:cNvSpPr/>
            <p:nvPr/>
          </p:nvSpPr>
          <p:spPr>
            <a:xfrm>
              <a:off x="579050" y="1995000"/>
              <a:ext cx="851650" cy="850175"/>
            </a:xfrm>
            <a:custGeom>
              <a:avLst/>
              <a:gdLst/>
              <a:ahLst/>
              <a:cxnLst/>
              <a:rect l="l" t="t" r="r" b="b"/>
              <a:pathLst>
                <a:path w="34066" h="34007" extrusionOk="0">
                  <a:moveTo>
                    <a:pt x="1161" y="0"/>
                  </a:moveTo>
                  <a:lnTo>
                    <a:pt x="697" y="58"/>
                  </a:lnTo>
                  <a:lnTo>
                    <a:pt x="59" y="639"/>
                  </a:lnTo>
                  <a:lnTo>
                    <a:pt x="1" y="1103"/>
                  </a:lnTo>
                  <a:lnTo>
                    <a:pt x="1" y="13173"/>
                  </a:lnTo>
                  <a:lnTo>
                    <a:pt x="12768" y="13173"/>
                  </a:lnTo>
                  <a:lnTo>
                    <a:pt x="13348" y="13289"/>
                  </a:lnTo>
                  <a:lnTo>
                    <a:pt x="13754" y="13580"/>
                  </a:lnTo>
                  <a:lnTo>
                    <a:pt x="20428" y="20253"/>
                  </a:lnTo>
                  <a:lnTo>
                    <a:pt x="20718" y="20659"/>
                  </a:lnTo>
                  <a:lnTo>
                    <a:pt x="20834" y="21240"/>
                  </a:lnTo>
                  <a:lnTo>
                    <a:pt x="20834" y="34007"/>
                  </a:lnTo>
                  <a:lnTo>
                    <a:pt x="22169" y="33949"/>
                  </a:lnTo>
                  <a:lnTo>
                    <a:pt x="24780" y="33310"/>
                  </a:lnTo>
                  <a:lnTo>
                    <a:pt x="27102" y="32150"/>
                  </a:lnTo>
                  <a:lnTo>
                    <a:pt x="29249" y="30409"/>
                  </a:lnTo>
                  <a:lnTo>
                    <a:pt x="31048" y="28146"/>
                  </a:lnTo>
                  <a:lnTo>
                    <a:pt x="32440" y="25476"/>
                  </a:lnTo>
                  <a:lnTo>
                    <a:pt x="33485" y="22342"/>
                  </a:lnTo>
                  <a:lnTo>
                    <a:pt x="34007" y="18860"/>
                  </a:lnTo>
                  <a:lnTo>
                    <a:pt x="34065" y="17003"/>
                  </a:lnTo>
                  <a:lnTo>
                    <a:pt x="34007" y="15088"/>
                  </a:lnTo>
                  <a:lnTo>
                    <a:pt x="33427" y="11607"/>
                  </a:lnTo>
                  <a:lnTo>
                    <a:pt x="32266" y="8531"/>
                  </a:lnTo>
                  <a:lnTo>
                    <a:pt x="30700" y="5803"/>
                  </a:lnTo>
                  <a:lnTo>
                    <a:pt x="28668" y="3598"/>
                  </a:lnTo>
                  <a:lnTo>
                    <a:pt x="26289" y="1857"/>
                  </a:lnTo>
                  <a:lnTo>
                    <a:pt x="23620" y="639"/>
                  </a:lnTo>
                  <a:lnTo>
                    <a:pt x="20602"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32"/>
            <p:cNvSpPr/>
            <p:nvPr/>
          </p:nvSpPr>
          <p:spPr>
            <a:xfrm>
              <a:off x="579050" y="2324325"/>
              <a:ext cx="520875" cy="520850"/>
            </a:xfrm>
            <a:custGeom>
              <a:avLst/>
              <a:gdLst/>
              <a:ahLst/>
              <a:cxnLst/>
              <a:rect l="l" t="t" r="r" b="b"/>
              <a:pathLst>
                <a:path w="20835" h="20834" extrusionOk="0">
                  <a:moveTo>
                    <a:pt x="1" y="0"/>
                  </a:moveTo>
                  <a:lnTo>
                    <a:pt x="1" y="19673"/>
                  </a:lnTo>
                  <a:lnTo>
                    <a:pt x="59" y="20137"/>
                  </a:lnTo>
                  <a:lnTo>
                    <a:pt x="697" y="20776"/>
                  </a:lnTo>
                  <a:lnTo>
                    <a:pt x="1161" y="20834"/>
                  </a:lnTo>
                  <a:lnTo>
                    <a:pt x="20834" y="20834"/>
                  </a:lnTo>
                  <a:lnTo>
                    <a:pt x="20834" y="8067"/>
                  </a:lnTo>
                  <a:lnTo>
                    <a:pt x="20718" y="7486"/>
                  </a:lnTo>
                  <a:lnTo>
                    <a:pt x="20428" y="7080"/>
                  </a:lnTo>
                  <a:lnTo>
                    <a:pt x="13754" y="407"/>
                  </a:lnTo>
                  <a:lnTo>
                    <a:pt x="13348" y="116"/>
                  </a:lnTo>
                  <a:lnTo>
                    <a:pt x="12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32"/>
            <p:cNvSpPr/>
            <p:nvPr/>
          </p:nvSpPr>
          <p:spPr>
            <a:xfrm>
              <a:off x="4113200" y="2380900"/>
              <a:ext cx="665950" cy="777650"/>
            </a:xfrm>
            <a:custGeom>
              <a:avLst/>
              <a:gdLst/>
              <a:ahLst/>
              <a:cxnLst/>
              <a:rect l="l" t="t" r="r" b="b"/>
              <a:pathLst>
                <a:path w="26638" h="31106" extrusionOk="0">
                  <a:moveTo>
                    <a:pt x="1" y="1"/>
                  </a:moveTo>
                  <a:lnTo>
                    <a:pt x="1" y="16540"/>
                  </a:lnTo>
                  <a:lnTo>
                    <a:pt x="59" y="18861"/>
                  </a:lnTo>
                  <a:lnTo>
                    <a:pt x="639" y="22633"/>
                  </a:lnTo>
                  <a:lnTo>
                    <a:pt x="1800" y="25535"/>
                  </a:lnTo>
                  <a:lnTo>
                    <a:pt x="3367" y="27740"/>
                  </a:lnTo>
                  <a:lnTo>
                    <a:pt x="5282" y="29307"/>
                  </a:lnTo>
                  <a:lnTo>
                    <a:pt x="7429" y="30293"/>
                  </a:lnTo>
                  <a:lnTo>
                    <a:pt x="9750" y="30873"/>
                  </a:lnTo>
                  <a:lnTo>
                    <a:pt x="12129" y="31106"/>
                  </a:lnTo>
                  <a:lnTo>
                    <a:pt x="14509" y="31106"/>
                  </a:lnTo>
                  <a:lnTo>
                    <a:pt x="16888" y="30873"/>
                  </a:lnTo>
                  <a:lnTo>
                    <a:pt x="19151" y="30293"/>
                  </a:lnTo>
                  <a:lnTo>
                    <a:pt x="21357" y="29307"/>
                  </a:lnTo>
                  <a:lnTo>
                    <a:pt x="23214" y="27740"/>
                  </a:lnTo>
                  <a:lnTo>
                    <a:pt x="24780" y="25535"/>
                  </a:lnTo>
                  <a:lnTo>
                    <a:pt x="25941" y="22633"/>
                  </a:lnTo>
                  <a:lnTo>
                    <a:pt x="26579" y="18861"/>
                  </a:lnTo>
                  <a:lnTo>
                    <a:pt x="26637" y="16540"/>
                  </a:lnTo>
                  <a:lnTo>
                    <a:pt x="26637" y="1"/>
                  </a:lnTo>
                  <a:lnTo>
                    <a:pt x="19558" y="1"/>
                  </a:lnTo>
                  <a:lnTo>
                    <a:pt x="19558" y="18339"/>
                  </a:lnTo>
                  <a:lnTo>
                    <a:pt x="19558" y="19093"/>
                  </a:lnTo>
                  <a:lnTo>
                    <a:pt x="19151" y="21124"/>
                  </a:lnTo>
                  <a:lnTo>
                    <a:pt x="18281" y="22691"/>
                  </a:lnTo>
                  <a:lnTo>
                    <a:pt x="17352" y="23619"/>
                  </a:lnTo>
                  <a:lnTo>
                    <a:pt x="16076" y="24316"/>
                  </a:lnTo>
                  <a:lnTo>
                    <a:pt x="14335" y="24722"/>
                  </a:lnTo>
                  <a:lnTo>
                    <a:pt x="12245" y="24722"/>
                  </a:lnTo>
                  <a:lnTo>
                    <a:pt x="10563" y="24316"/>
                  </a:lnTo>
                  <a:lnTo>
                    <a:pt x="9228" y="23619"/>
                  </a:lnTo>
                  <a:lnTo>
                    <a:pt x="8299" y="22691"/>
                  </a:lnTo>
                  <a:lnTo>
                    <a:pt x="7429" y="21124"/>
                  </a:lnTo>
                  <a:lnTo>
                    <a:pt x="7023" y="19093"/>
                  </a:lnTo>
                  <a:lnTo>
                    <a:pt x="7023" y="18339"/>
                  </a:lnTo>
                  <a:lnTo>
                    <a:pt x="70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32"/>
            <p:cNvSpPr/>
            <p:nvPr/>
          </p:nvSpPr>
          <p:spPr>
            <a:xfrm>
              <a:off x="7427669" y="3081604"/>
              <a:ext cx="120450" cy="62400"/>
            </a:xfrm>
            <a:custGeom>
              <a:avLst/>
              <a:gdLst/>
              <a:ahLst/>
              <a:cxnLst/>
              <a:rect l="l" t="t" r="r" b="b"/>
              <a:pathLst>
                <a:path w="4818" h="2496" extrusionOk="0">
                  <a:moveTo>
                    <a:pt x="1" y="0"/>
                  </a:moveTo>
                  <a:lnTo>
                    <a:pt x="1" y="349"/>
                  </a:lnTo>
                  <a:lnTo>
                    <a:pt x="813" y="349"/>
                  </a:lnTo>
                  <a:lnTo>
                    <a:pt x="813" y="2496"/>
                  </a:lnTo>
                  <a:lnTo>
                    <a:pt x="1219" y="2496"/>
                  </a:lnTo>
                  <a:lnTo>
                    <a:pt x="1219" y="349"/>
                  </a:lnTo>
                  <a:lnTo>
                    <a:pt x="2032" y="349"/>
                  </a:lnTo>
                  <a:lnTo>
                    <a:pt x="2032" y="0"/>
                  </a:lnTo>
                  <a:close/>
                  <a:moveTo>
                    <a:pt x="2264" y="0"/>
                  </a:moveTo>
                  <a:lnTo>
                    <a:pt x="2264" y="2496"/>
                  </a:lnTo>
                  <a:lnTo>
                    <a:pt x="2670" y="2496"/>
                  </a:lnTo>
                  <a:lnTo>
                    <a:pt x="2670" y="581"/>
                  </a:lnTo>
                  <a:lnTo>
                    <a:pt x="3425" y="2031"/>
                  </a:lnTo>
                  <a:lnTo>
                    <a:pt x="3657" y="2031"/>
                  </a:lnTo>
                  <a:lnTo>
                    <a:pt x="4411" y="523"/>
                  </a:lnTo>
                  <a:lnTo>
                    <a:pt x="4411" y="2496"/>
                  </a:lnTo>
                  <a:lnTo>
                    <a:pt x="4817" y="2496"/>
                  </a:lnTo>
                  <a:lnTo>
                    <a:pt x="4817" y="0"/>
                  </a:lnTo>
                  <a:lnTo>
                    <a:pt x="4295" y="0"/>
                  </a:lnTo>
                  <a:lnTo>
                    <a:pt x="3541" y="1451"/>
                  </a:lnTo>
                  <a:lnTo>
                    <a:pt x="27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losing 3">
  <p:cSld name="SECTION_HEADER_1_2_1_1_1_1_1">
    <p:spTree>
      <p:nvGrpSpPr>
        <p:cNvPr id="1" name="Shape 1465"/>
        <p:cNvGrpSpPr/>
        <p:nvPr/>
      </p:nvGrpSpPr>
      <p:grpSpPr>
        <a:xfrm>
          <a:off x="0" y="0"/>
          <a:ext cx="0" cy="0"/>
          <a:chOff x="0" y="0"/>
          <a:chExt cx="0" cy="0"/>
        </a:xfrm>
      </p:grpSpPr>
      <p:sp>
        <p:nvSpPr>
          <p:cNvPr id="1466" name="Google Shape;1466;p133"/>
          <p:cNvSpPr/>
          <p:nvPr/>
        </p:nvSpPr>
        <p:spPr>
          <a:xfrm>
            <a:off x="0" y="4548000"/>
            <a:ext cx="9144000" cy="595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33"/>
          <p:cNvSpPr/>
          <p:nvPr/>
        </p:nvSpPr>
        <p:spPr>
          <a:xfrm>
            <a:off x="0" y="0"/>
            <a:ext cx="1883100" cy="592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8" name="Google Shape;1468;p133"/>
          <p:cNvGrpSpPr/>
          <p:nvPr/>
        </p:nvGrpSpPr>
        <p:grpSpPr>
          <a:xfrm>
            <a:off x="5712265" y="2325789"/>
            <a:ext cx="2030936" cy="491933"/>
            <a:chOff x="248275" y="1995000"/>
            <a:chExt cx="7133600" cy="1727900"/>
          </a:xfrm>
        </p:grpSpPr>
        <p:sp>
          <p:nvSpPr>
            <p:cNvPr id="1469" name="Google Shape;1469;p133"/>
            <p:cNvSpPr/>
            <p:nvPr/>
          </p:nvSpPr>
          <p:spPr>
            <a:xfrm>
              <a:off x="6717400" y="2364950"/>
              <a:ext cx="664475" cy="779100"/>
            </a:xfrm>
            <a:custGeom>
              <a:avLst/>
              <a:gdLst/>
              <a:ahLst/>
              <a:cxnLst/>
              <a:rect l="l" t="t" r="r" b="b"/>
              <a:pathLst>
                <a:path w="26579" h="31164" extrusionOk="0">
                  <a:moveTo>
                    <a:pt x="16249" y="0"/>
                  </a:moveTo>
                  <a:lnTo>
                    <a:pt x="14799" y="116"/>
                  </a:lnTo>
                  <a:lnTo>
                    <a:pt x="12187" y="697"/>
                  </a:lnTo>
                  <a:lnTo>
                    <a:pt x="9924" y="1799"/>
                  </a:lnTo>
                  <a:lnTo>
                    <a:pt x="7835" y="3250"/>
                  </a:lnTo>
                  <a:lnTo>
                    <a:pt x="6848" y="4004"/>
                  </a:lnTo>
                  <a:lnTo>
                    <a:pt x="6674" y="4062"/>
                  </a:lnTo>
                  <a:lnTo>
                    <a:pt x="6442" y="3946"/>
                  </a:lnTo>
                  <a:lnTo>
                    <a:pt x="6384" y="3772"/>
                  </a:lnTo>
                  <a:lnTo>
                    <a:pt x="6326" y="2263"/>
                  </a:lnTo>
                  <a:lnTo>
                    <a:pt x="6210" y="639"/>
                  </a:lnTo>
                  <a:lnTo>
                    <a:pt x="0" y="639"/>
                  </a:lnTo>
                  <a:lnTo>
                    <a:pt x="0" y="31163"/>
                  </a:lnTo>
                  <a:lnTo>
                    <a:pt x="7022" y="31163"/>
                  </a:lnTo>
                  <a:lnTo>
                    <a:pt x="7022" y="19209"/>
                  </a:lnTo>
                  <a:lnTo>
                    <a:pt x="7022" y="15088"/>
                  </a:lnTo>
                  <a:lnTo>
                    <a:pt x="7254" y="13290"/>
                  </a:lnTo>
                  <a:lnTo>
                    <a:pt x="7544" y="11723"/>
                  </a:lnTo>
                  <a:lnTo>
                    <a:pt x="8705" y="9169"/>
                  </a:lnTo>
                  <a:lnTo>
                    <a:pt x="10446" y="7428"/>
                  </a:lnTo>
                  <a:lnTo>
                    <a:pt x="12651" y="6500"/>
                  </a:lnTo>
                  <a:lnTo>
                    <a:pt x="13986" y="6384"/>
                  </a:lnTo>
                  <a:lnTo>
                    <a:pt x="15321" y="6500"/>
                  </a:lnTo>
                  <a:lnTo>
                    <a:pt x="17410" y="7370"/>
                  </a:lnTo>
                  <a:lnTo>
                    <a:pt x="18803" y="9111"/>
                  </a:lnTo>
                  <a:lnTo>
                    <a:pt x="19499" y="11665"/>
                  </a:lnTo>
                  <a:lnTo>
                    <a:pt x="19557" y="13231"/>
                  </a:lnTo>
                  <a:lnTo>
                    <a:pt x="19557" y="31163"/>
                  </a:lnTo>
                  <a:lnTo>
                    <a:pt x="26579" y="31163"/>
                  </a:lnTo>
                  <a:lnTo>
                    <a:pt x="26579" y="11955"/>
                  </a:lnTo>
                  <a:lnTo>
                    <a:pt x="26579" y="10562"/>
                  </a:lnTo>
                  <a:lnTo>
                    <a:pt x="26231" y="8067"/>
                  </a:lnTo>
                  <a:lnTo>
                    <a:pt x="25534" y="5861"/>
                  </a:lnTo>
                  <a:lnTo>
                    <a:pt x="24490" y="4004"/>
                  </a:lnTo>
                  <a:lnTo>
                    <a:pt x="23155" y="2438"/>
                  </a:lnTo>
                  <a:lnTo>
                    <a:pt x="21530" y="1277"/>
                  </a:lnTo>
                  <a:lnTo>
                    <a:pt x="19615" y="464"/>
                  </a:lnTo>
                  <a:lnTo>
                    <a:pt x="17468" y="58"/>
                  </a:lnTo>
                  <a:lnTo>
                    <a:pt x="162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33"/>
            <p:cNvSpPr/>
            <p:nvPr/>
          </p:nvSpPr>
          <p:spPr>
            <a:xfrm>
              <a:off x="5848375" y="2366400"/>
              <a:ext cx="741375" cy="1101175"/>
            </a:xfrm>
            <a:custGeom>
              <a:avLst/>
              <a:gdLst/>
              <a:ahLst/>
              <a:cxnLst/>
              <a:rect l="l" t="t" r="r" b="b"/>
              <a:pathLst>
                <a:path w="29655" h="44047" extrusionOk="0">
                  <a:moveTo>
                    <a:pt x="14856" y="6326"/>
                  </a:moveTo>
                  <a:lnTo>
                    <a:pt x="15669" y="6384"/>
                  </a:lnTo>
                  <a:lnTo>
                    <a:pt x="17236" y="6732"/>
                  </a:lnTo>
                  <a:lnTo>
                    <a:pt x="18686" y="7370"/>
                  </a:lnTo>
                  <a:lnTo>
                    <a:pt x="19905" y="8357"/>
                  </a:lnTo>
                  <a:lnTo>
                    <a:pt x="20950" y="9576"/>
                  </a:lnTo>
                  <a:lnTo>
                    <a:pt x="21762" y="11026"/>
                  </a:lnTo>
                  <a:lnTo>
                    <a:pt x="22284" y="12709"/>
                  </a:lnTo>
                  <a:lnTo>
                    <a:pt x="22575" y="14566"/>
                  </a:lnTo>
                  <a:lnTo>
                    <a:pt x="22633" y="15611"/>
                  </a:lnTo>
                  <a:lnTo>
                    <a:pt x="22575" y="16597"/>
                  </a:lnTo>
                  <a:lnTo>
                    <a:pt x="22284" y="18454"/>
                  </a:lnTo>
                  <a:lnTo>
                    <a:pt x="21762" y="20195"/>
                  </a:lnTo>
                  <a:lnTo>
                    <a:pt x="20950" y="21646"/>
                  </a:lnTo>
                  <a:lnTo>
                    <a:pt x="19905" y="22923"/>
                  </a:lnTo>
                  <a:lnTo>
                    <a:pt x="18686" y="23909"/>
                  </a:lnTo>
                  <a:lnTo>
                    <a:pt x="17236" y="24548"/>
                  </a:lnTo>
                  <a:lnTo>
                    <a:pt x="15669" y="24896"/>
                  </a:lnTo>
                  <a:lnTo>
                    <a:pt x="14856" y="24954"/>
                  </a:lnTo>
                  <a:lnTo>
                    <a:pt x="13986" y="24896"/>
                  </a:lnTo>
                  <a:lnTo>
                    <a:pt x="12419" y="24548"/>
                  </a:lnTo>
                  <a:lnTo>
                    <a:pt x="11026" y="23909"/>
                  </a:lnTo>
                  <a:lnTo>
                    <a:pt x="9749" y="22923"/>
                  </a:lnTo>
                  <a:lnTo>
                    <a:pt x="8763" y="21646"/>
                  </a:lnTo>
                  <a:lnTo>
                    <a:pt x="7950" y="20195"/>
                  </a:lnTo>
                  <a:lnTo>
                    <a:pt x="7370" y="18454"/>
                  </a:lnTo>
                  <a:lnTo>
                    <a:pt x="7080" y="16597"/>
                  </a:lnTo>
                  <a:lnTo>
                    <a:pt x="7080" y="15611"/>
                  </a:lnTo>
                  <a:lnTo>
                    <a:pt x="7080" y="14566"/>
                  </a:lnTo>
                  <a:lnTo>
                    <a:pt x="7370" y="12709"/>
                  </a:lnTo>
                  <a:lnTo>
                    <a:pt x="7950" y="11026"/>
                  </a:lnTo>
                  <a:lnTo>
                    <a:pt x="8763" y="9576"/>
                  </a:lnTo>
                  <a:lnTo>
                    <a:pt x="9749" y="8357"/>
                  </a:lnTo>
                  <a:lnTo>
                    <a:pt x="11026" y="7370"/>
                  </a:lnTo>
                  <a:lnTo>
                    <a:pt x="12419" y="6732"/>
                  </a:lnTo>
                  <a:lnTo>
                    <a:pt x="13986" y="6384"/>
                  </a:lnTo>
                  <a:lnTo>
                    <a:pt x="14856" y="6326"/>
                  </a:lnTo>
                  <a:close/>
                  <a:moveTo>
                    <a:pt x="13289" y="0"/>
                  </a:moveTo>
                  <a:lnTo>
                    <a:pt x="11897" y="58"/>
                  </a:lnTo>
                  <a:lnTo>
                    <a:pt x="9227" y="639"/>
                  </a:lnTo>
                  <a:lnTo>
                    <a:pt x="6790" y="1741"/>
                  </a:lnTo>
                  <a:lnTo>
                    <a:pt x="4701" y="3424"/>
                  </a:lnTo>
                  <a:lnTo>
                    <a:pt x="2902" y="5513"/>
                  </a:lnTo>
                  <a:lnTo>
                    <a:pt x="1509" y="7951"/>
                  </a:lnTo>
                  <a:lnTo>
                    <a:pt x="580" y="10794"/>
                  </a:lnTo>
                  <a:lnTo>
                    <a:pt x="58" y="13928"/>
                  </a:lnTo>
                  <a:lnTo>
                    <a:pt x="0" y="15611"/>
                  </a:lnTo>
                  <a:lnTo>
                    <a:pt x="58" y="17294"/>
                  </a:lnTo>
                  <a:lnTo>
                    <a:pt x="522" y="20427"/>
                  </a:lnTo>
                  <a:lnTo>
                    <a:pt x="1509" y="23271"/>
                  </a:lnTo>
                  <a:lnTo>
                    <a:pt x="2902" y="25766"/>
                  </a:lnTo>
                  <a:lnTo>
                    <a:pt x="4643" y="27855"/>
                  </a:lnTo>
                  <a:lnTo>
                    <a:pt x="6790" y="29538"/>
                  </a:lnTo>
                  <a:lnTo>
                    <a:pt x="9169" y="30699"/>
                  </a:lnTo>
                  <a:lnTo>
                    <a:pt x="11897" y="31279"/>
                  </a:lnTo>
                  <a:lnTo>
                    <a:pt x="13289" y="31337"/>
                  </a:lnTo>
                  <a:lnTo>
                    <a:pt x="15146" y="31221"/>
                  </a:lnTo>
                  <a:lnTo>
                    <a:pt x="18280" y="30235"/>
                  </a:lnTo>
                  <a:lnTo>
                    <a:pt x="20543" y="28842"/>
                  </a:lnTo>
                  <a:lnTo>
                    <a:pt x="21878" y="27623"/>
                  </a:lnTo>
                  <a:lnTo>
                    <a:pt x="22168" y="27217"/>
                  </a:lnTo>
                  <a:lnTo>
                    <a:pt x="22342" y="27101"/>
                  </a:lnTo>
                  <a:lnTo>
                    <a:pt x="22633" y="27217"/>
                  </a:lnTo>
                  <a:lnTo>
                    <a:pt x="22691" y="27391"/>
                  </a:lnTo>
                  <a:lnTo>
                    <a:pt x="22633" y="28262"/>
                  </a:lnTo>
                  <a:lnTo>
                    <a:pt x="22168" y="31105"/>
                  </a:lnTo>
                  <a:lnTo>
                    <a:pt x="21704" y="32672"/>
                  </a:lnTo>
                  <a:lnTo>
                    <a:pt x="21298" y="33601"/>
                  </a:lnTo>
                  <a:lnTo>
                    <a:pt x="20079" y="35284"/>
                  </a:lnTo>
                  <a:lnTo>
                    <a:pt x="18222" y="36618"/>
                  </a:lnTo>
                  <a:lnTo>
                    <a:pt x="15669" y="37373"/>
                  </a:lnTo>
                  <a:lnTo>
                    <a:pt x="14102" y="37489"/>
                  </a:lnTo>
                  <a:lnTo>
                    <a:pt x="12767" y="37431"/>
                  </a:lnTo>
                  <a:lnTo>
                    <a:pt x="10156" y="36908"/>
                  </a:lnTo>
                  <a:lnTo>
                    <a:pt x="7718" y="35806"/>
                  </a:lnTo>
                  <a:lnTo>
                    <a:pt x="5339" y="34181"/>
                  </a:lnTo>
                  <a:lnTo>
                    <a:pt x="4178" y="33078"/>
                  </a:lnTo>
                  <a:lnTo>
                    <a:pt x="522" y="38127"/>
                  </a:lnTo>
                  <a:lnTo>
                    <a:pt x="1857" y="39520"/>
                  </a:lnTo>
                  <a:lnTo>
                    <a:pt x="5049" y="41667"/>
                  </a:lnTo>
                  <a:lnTo>
                    <a:pt x="8705" y="43176"/>
                  </a:lnTo>
                  <a:lnTo>
                    <a:pt x="12767" y="43988"/>
                  </a:lnTo>
                  <a:lnTo>
                    <a:pt x="14914" y="44046"/>
                  </a:lnTo>
                  <a:lnTo>
                    <a:pt x="16597" y="43988"/>
                  </a:lnTo>
                  <a:lnTo>
                    <a:pt x="19673" y="43408"/>
                  </a:lnTo>
                  <a:lnTo>
                    <a:pt x="22400" y="42305"/>
                  </a:lnTo>
                  <a:lnTo>
                    <a:pt x="24722" y="40622"/>
                  </a:lnTo>
                  <a:lnTo>
                    <a:pt x="26637" y="38475"/>
                  </a:lnTo>
                  <a:lnTo>
                    <a:pt x="28088" y="35864"/>
                  </a:lnTo>
                  <a:lnTo>
                    <a:pt x="29132" y="32788"/>
                  </a:lnTo>
                  <a:lnTo>
                    <a:pt x="29596" y="29306"/>
                  </a:lnTo>
                  <a:lnTo>
                    <a:pt x="29654" y="27391"/>
                  </a:lnTo>
                  <a:lnTo>
                    <a:pt x="29654" y="581"/>
                  </a:lnTo>
                  <a:lnTo>
                    <a:pt x="23329" y="581"/>
                  </a:lnTo>
                  <a:lnTo>
                    <a:pt x="23097" y="4062"/>
                  </a:lnTo>
                  <a:lnTo>
                    <a:pt x="23039" y="4237"/>
                  </a:lnTo>
                  <a:lnTo>
                    <a:pt x="22807" y="4353"/>
                  </a:lnTo>
                  <a:lnTo>
                    <a:pt x="22633" y="4237"/>
                  </a:lnTo>
                  <a:lnTo>
                    <a:pt x="21762" y="3308"/>
                  </a:lnTo>
                  <a:lnTo>
                    <a:pt x="18454" y="1103"/>
                  </a:lnTo>
                  <a:lnTo>
                    <a:pt x="16075" y="290"/>
                  </a:lnTo>
                  <a:lnTo>
                    <a:pt x="1427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33"/>
            <p:cNvSpPr/>
            <p:nvPr/>
          </p:nvSpPr>
          <p:spPr>
            <a:xfrm>
              <a:off x="4842950" y="2366400"/>
              <a:ext cx="638375" cy="792150"/>
            </a:xfrm>
            <a:custGeom>
              <a:avLst/>
              <a:gdLst/>
              <a:ahLst/>
              <a:cxnLst/>
              <a:rect l="l" t="t" r="r" b="b"/>
              <a:pathLst>
                <a:path w="25535" h="31686" extrusionOk="0">
                  <a:moveTo>
                    <a:pt x="11259" y="0"/>
                  </a:moveTo>
                  <a:lnTo>
                    <a:pt x="8996" y="348"/>
                  </a:lnTo>
                  <a:lnTo>
                    <a:pt x="6965" y="1045"/>
                  </a:lnTo>
                  <a:lnTo>
                    <a:pt x="5224" y="1973"/>
                  </a:lnTo>
                  <a:lnTo>
                    <a:pt x="3773" y="3250"/>
                  </a:lnTo>
                  <a:lnTo>
                    <a:pt x="2612" y="4701"/>
                  </a:lnTo>
                  <a:lnTo>
                    <a:pt x="1858" y="6384"/>
                  </a:lnTo>
                  <a:lnTo>
                    <a:pt x="1394" y="8299"/>
                  </a:lnTo>
                  <a:lnTo>
                    <a:pt x="1394" y="9343"/>
                  </a:lnTo>
                  <a:lnTo>
                    <a:pt x="1452" y="10562"/>
                  </a:lnTo>
                  <a:lnTo>
                    <a:pt x="1974" y="12593"/>
                  </a:lnTo>
                  <a:lnTo>
                    <a:pt x="3019" y="14218"/>
                  </a:lnTo>
                  <a:lnTo>
                    <a:pt x="4411" y="15553"/>
                  </a:lnTo>
                  <a:lnTo>
                    <a:pt x="6965" y="17004"/>
                  </a:lnTo>
                  <a:lnTo>
                    <a:pt x="10795" y="18222"/>
                  </a:lnTo>
                  <a:lnTo>
                    <a:pt x="12710" y="18628"/>
                  </a:lnTo>
                  <a:lnTo>
                    <a:pt x="15147" y="19151"/>
                  </a:lnTo>
                  <a:lnTo>
                    <a:pt x="17875" y="20253"/>
                  </a:lnTo>
                  <a:lnTo>
                    <a:pt x="18687" y="21066"/>
                  </a:lnTo>
                  <a:lnTo>
                    <a:pt x="18919" y="21820"/>
                  </a:lnTo>
                  <a:lnTo>
                    <a:pt x="18977" y="22226"/>
                  </a:lnTo>
                  <a:lnTo>
                    <a:pt x="18861" y="22981"/>
                  </a:lnTo>
                  <a:lnTo>
                    <a:pt x="18165" y="24258"/>
                  </a:lnTo>
                  <a:lnTo>
                    <a:pt x="16714" y="25244"/>
                  </a:lnTo>
                  <a:lnTo>
                    <a:pt x="14567" y="25766"/>
                  </a:lnTo>
                  <a:lnTo>
                    <a:pt x="13290" y="25824"/>
                  </a:lnTo>
                  <a:lnTo>
                    <a:pt x="11433" y="25708"/>
                  </a:lnTo>
                  <a:lnTo>
                    <a:pt x="8125" y="24838"/>
                  </a:lnTo>
                  <a:lnTo>
                    <a:pt x="5398" y="23329"/>
                  </a:lnTo>
                  <a:lnTo>
                    <a:pt x="3193" y="21704"/>
                  </a:lnTo>
                  <a:lnTo>
                    <a:pt x="2322" y="20892"/>
                  </a:lnTo>
                  <a:lnTo>
                    <a:pt x="1" y="26405"/>
                  </a:lnTo>
                  <a:lnTo>
                    <a:pt x="1161" y="27565"/>
                  </a:lnTo>
                  <a:lnTo>
                    <a:pt x="4063" y="29480"/>
                  </a:lnTo>
                  <a:lnTo>
                    <a:pt x="7545" y="30873"/>
                  </a:lnTo>
                  <a:lnTo>
                    <a:pt x="11433" y="31628"/>
                  </a:lnTo>
                  <a:lnTo>
                    <a:pt x="13522" y="31686"/>
                  </a:lnTo>
                  <a:lnTo>
                    <a:pt x="14857" y="31686"/>
                  </a:lnTo>
                  <a:lnTo>
                    <a:pt x="17294" y="31337"/>
                  </a:lnTo>
                  <a:lnTo>
                    <a:pt x="19500" y="30641"/>
                  </a:lnTo>
                  <a:lnTo>
                    <a:pt x="21357" y="29654"/>
                  </a:lnTo>
                  <a:lnTo>
                    <a:pt x="22924" y="28378"/>
                  </a:lnTo>
                  <a:lnTo>
                    <a:pt x="24200" y="26869"/>
                  </a:lnTo>
                  <a:lnTo>
                    <a:pt x="25013" y="25070"/>
                  </a:lnTo>
                  <a:lnTo>
                    <a:pt x="25477" y="23097"/>
                  </a:lnTo>
                  <a:lnTo>
                    <a:pt x="25535" y="22052"/>
                  </a:lnTo>
                  <a:lnTo>
                    <a:pt x="25477" y="20892"/>
                  </a:lnTo>
                  <a:lnTo>
                    <a:pt x="24955" y="18919"/>
                  </a:lnTo>
                  <a:lnTo>
                    <a:pt x="24026" y="17294"/>
                  </a:lnTo>
                  <a:lnTo>
                    <a:pt x="22691" y="16017"/>
                  </a:lnTo>
                  <a:lnTo>
                    <a:pt x="20138" y="14508"/>
                  </a:lnTo>
                  <a:lnTo>
                    <a:pt x="15902" y="13173"/>
                  </a:lnTo>
                  <a:lnTo>
                    <a:pt x="13638" y="12709"/>
                  </a:lnTo>
                  <a:lnTo>
                    <a:pt x="11723" y="12303"/>
                  </a:lnTo>
                  <a:lnTo>
                    <a:pt x="9054" y="11142"/>
                  </a:lnTo>
                  <a:lnTo>
                    <a:pt x="8241" y="10214"/>
                  </a:lnTo>
                  <a:lnTo>
                    <a:pt x="7951" y="9459"/>
                  </a:lnTo>
                  <a:lnTo>
                    <a:pt x="7951" y="8995"/>
                  </a:lnTo>
                  <a:lnTo>
                    <a:pt x="8009" y="8299"/>
                  </a:lnTo>
                  <a:lnTo>
                    <a:pt x="8532" y="7196"/>
                  </a:lnTo>
                  <a:lnTo>
                    <a:pt x="9692" y="6384"/>
                  </a:lnTo>
                  <a:lnTo>
                    <a:pt x="11375" y="5920"/>
                  </a:lnTo>
                  <a:lnTo>
                    <a:pt x="12478" y="5861"/>
                  </a:lnTo>
                  <a:lnTo>
                    <a:pt x="13638" y="5920"/>
                  </a:lnTo>
                  <a:lnTo>
                    <a:pt x="15902" y="6326"/>
                  </a:lnTo>
                  <a:lnTo>
                    <a:pt x="18223" y="7196"/>
                  </a:lnTo>
                  <a:lnTo>
                    <a:pt x="20428" y="8531"/>
                  </a:lnTo>
                  <a:lnTo>
                    <a:pt x="21531" y="9343"/>
                  </a:lnTo>
                  <a:lnTo>
                    <a:pt x="25013" y="4469"/>
                  </a:lnTo>
                  <a:lnTo>
                    <a:pt x="23852" y="3540"/>
                  </a:lnTo>
                  <a:lnTo>
                    <a:pt x="21067" y="1915"/>
                  </a:lnTo>
                  <a:lnTo>
                    <a:pt x="17933" y="697"/>
                  </a:lnTo>
                  <a:lnTo>
                    <a:pt x="14393" y="58"/>
                  </a:lnTo>
                  <a:lnTo>
                    <a:pt x="1253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33"/>
            <p:cNvSpPr/>
            <p:nvPr/>
          </p:nvSpPr>
          <p:spPr>
            <a:xfrm>
              <a:off x="2531825" y="2364950"/>
              <a:ext cx="741400" cy="793600"/>
            </a:xfrm>
            <a:custGeom>
              <a:avLst/>
              <a:gdLst/>
              <a:ahLst/>
              <a:cxnLst/>
              <a:rect l="l" t="t" r="r" b="b"/>
              <a:pathLst>
                <a:path w="29656" h="31744" extrusionOk="0">
                  <a:moveTo>
                    <a:pt x="14799" y="6384"/>
                  </a:moveTo>
                  <a:lnTo>
                    <a:pt x="15669" y="6442"/>
                  </a:lnTo>
                  <a:lnTo>
                    <a:pt x="17236" y="6790"/>
                  </a:lnTo>
                  <a:lnTo>
                    <a:pt x="18687" y="7486"/>
                  </a:lnTo>
                  <a:lnTo>
                    <a:pt x="19906" y="8473"/>
                  </a:lnTo>
                  <a:lnTo>
                    <a:pt x="20950" y="9692"/>
                  </a:lnTo>
                  <a:lnTo>
                    <a:pt x="21705" y="11200"/>
                  </a:lnTo>
                  <a:lnTo>
                    <a:pt x="22285" y="12941"/>
                  </a:lnTo>
                  <a:lnTo>
                    <a:pt x="22575" y="14856"/>
                  </a:lnTo>
                  <a:lnTo>
                    <a:pt x="22575" y="15901"/>
                  </a:lnTo>
                  <a:lnTo>
                    <a:pt x="22575" y="16945"/>
                  </a:lnTo>
                  <a:lnTo>
                    <a:pt x="22285" y="18861"/>
                  </a:lnTo>
                  <a:lnTo>
                    <a:pt x="21705" y="20601"/>
                  </a:lnTo>
                  <a:lnTo>
                    <a:pt x="20892" y="22052"/>
                  </a:lnTo>
                  <a:lnTo>
                    <a:pt x="19906" y="23329"/>
                  </a:lnTo>
                  <a:lnTo>
                    <a:pt x="18629" y="24316"/>
                  </a:lnTo>
                  <a:lnTo>
                    <a:pt x="17236" y="25012"/>
                  </a:lnTo>
                  <a:lnTo>
                    <a:pt x="15669" y="25360"/>
                  </a:lnTo>
                  <a:lnTo>
                    <a:pt x="13986" y="25360"/>
                  </a:lnTo>
                  <a:lnTo>
                    <a:pt x="12420" y="25012"/>
                  </a:lnTo>
                  <a:lnTo>
                    <a:pt x="10969" y="24316"/>
                  </a:lnTo>
                  <a:lnTo>
                    <a:pt x="9750" y="23329"/>
                  </a:lnTo>
                  <a:lnTo>
                    <a:pt x="8706" y="22110"/>
                  </a:lnTo>
                  <a:lnTo>
                    <a:pt x="7893" y="20601"/>
                  </a:lnTo>
                  <a:lnTo>
                    <a:pt x="7371" y="18861"/>
                  </a:lnTo>
                  <a:lnTo>
                    <a:pt x="7081" y="16945"/>
                  </a:lnTo>
                  <a:lnTo>
                    <a:pt x="7023" y="15901"/>
                  </a:lnTo>
                  <a:lnTo>
                    <a:pt x="7081" y="14856"/>
                  </a:lnTo>
                  <a:lnTo>
                    <a:pt x="7371" y="12941"/>
                  </a:lnTo>
                  <a:lnTo>
                    <a:pt x="7893" y="11200"/>
                  </a:lnTo>
                  <a:lnTo>
                    <a:pt x="8706" y="9692"/>
                  </a:lnTo>
                  <a:lnTo>
                    <a:pt x="9750" y="8473"/>
                  </a:lnTo>
                  <a:lnTo>
                    <a:pt x="10969" y="7486"/>
                  </a:lnTo>
                  <a:lnTo>
                    <a:pt x="12362" y="6790"/>
                  </a:lnTo>
                  <a:lnTo>
                    <a:pt x="13986" y="6442"/>
                  </a:lnTo>
                  <a:lnTo>
                    <a:pt x="14799" y="6384"/>
                  </a:lnTo>
                  <a:close/>
                  <a:moveTo>
                    <a:pt x="14799" y="0"/>
                  </a:moveTo>
                  <a:lnTo>
                    <a:pt x="13232" y="58"/>
                  </a:lnTo>
                  <a:lnTo>
                    <a:pt x="10214" y="697"/>
                  </a:lnTo>
                  <a:lnTo>
                    <a:pt x="7545" y="1857"/>
                  </a:lnTo>
                  <a:lnTo>
                    <a:pt x="5166" y="3482"/>
                  </a:lnTo>
                  <a:lnTo>
                    <a:pt x="3192" y="5629"/>
                  </a:lnTo>
                  <a:lnTo>
                    <a:pt x="1684" y="8125"/>
                  </a:lnTo>
                  <a:lnTo>
                    <a:pt x="581" y="11026"/>
                  </a:lnTo>
                  <a:lnTo>
                    <a:pt x="59" y="14218"/>
                  </a:lnTo>
                  <a:lnTo>
                    <a:pt x="1" y="15901"/>
                  </a:lnTo>
                  <a:lnTo>
                    <a:pt x="59" y="17584"/>
                  </a:lnTo>
                  <a:lnTo>
                    <a:pt x="581" y="20776"/>
                  </a:lnTo>
                  <a:lnTo>
                    <a:pt x="1684" y="23677"/>
                  </a:lnTo>
                  <a:lnTo>
                    <a:pt x="3192" y="26173"/>
                  </a:lnTo>
                  <a:lnTo>
                    <a:pt x="5166" y="28262"/>
                  </a:lnTo>
                  <a:lnTo>
                    <a:pt x="7545" y="29945"/>
                  </a:lnTo>
                  <a:lnTo>
                    <a:pt x="10214" y="31105"/>
                  </a:lnTo>
                  <a:lnTo>
                    <a:pt x="13232" y="31686"/>
                  </a:lnTo>
                  <a:lnTo>
                    <a:pt x="14799" y="31744"/>
                  </a:lnTo>
                  <a:lnTo>
                    <a:pt x="16424" y="31686"/>
                  </a:lnTo>
                  <a:lnTo>
                    <a:pt x="19383" y="31105"/>
                  </a:lnTo>
                  <a:lnTo>
                    <a:pt x="22111" y="29945"/>
                  </a:lnTo>
                  <a:lnTo>
                    <a:pt x="24432" y="28262"/>
                  </a:lnTo>
                  <a:lnTo>
                    <a:pt x="26405" y="26173"/>
                  </a:lnTo>
                  <a:lnTo>
                    <a:pt x="27972" y="23677"/>
                  </a:lnTo>
                  <a:lnTo>
                    <a:pt x="29017" y="20776"/>
                  </a:lnTo>
                  <a:lnTo>
                    <a:pt x="29597" y="17584"/>
                  </a:lnTo>
                  <a:lnTo>
                    <a:pt x="29655" y="15901"/>
                  </a:lnTo>
                  <a:lnTo>
                    <a:pt x="29597" y="14218"/>
                  </a:lnTo>
                  <a:lnTo>
                    <a:pt x="29017" y="11026"/>
                  </a:lnTo>
                  <a:lnTo>
                    <a:pt x="27972" y="8125"/>
                  </a:lnTo>
                  <a:lnTo>
                    <a:pt x="26405" y="5629"/>
                  </a:lnTo>
                  <a:lnTo>
                    <a:pt x="24432" y="3482"/>
                  </a:lnTo>
                  <a:lnTo>
                    <a:pt x="22111" y="1857"/>
                  </a:lnTo>
                  <a:lnTo>
                    <a:pt x="19383" y="697"/>
                  </a:lnTo>
                  <a:lnTo>
                    <a:pt x="16424" y="58"/>
                  </a:lnTo>
                  <a:lnTo>
                    <a:pt x="1479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33"/>
            <p:cNvSpPr/>
            <p:nvPr/>
          </p:nvSpPr>
          <p:spPr>
            <a:xfrm>
              <a:off x="3335575" y="2364950"/>
              <a:ext cx="700750" cy="793600"/>
            </a:xfrm>
            <a:custGeom>
              <a:avLst/>
              <a:gdLst/>
              <a:ahLst/>
              <a:cxnLst/>
              <a:rect l="l" t="t" r="r" b="b"/>
              <a:pathLst>
                <a:path w="28030" h="31744" extrusionOk="0">
                  <a:moveTo>
                    <a:pt x="14451" y="0"/>
                  </a:moveTo>
                  <a:lnTo>
                    <a:pt x="12884" y="58"/>
                  </a:lnTo>
                  <a:lnTo>
                    <a:pt x="10040" y="697"/>
                  </a:lnTo>
                  <a:lnTo>
                    <a:pt x="7429" y="1857"/>
                  </a:lnTo>
                  <a:lnTo>
                    <a:pt x="5107" y="3540"/>
                  </a:lnTo>
                  <a:lnTo>
                    <a:pt x="3192" y="5687"/>
                  </a:lnTo>
                  <a:lnTo>
                    <a:pt x="1625" y="8183"/>
                  </a:lnTo>
                  <a:lnTo>
                    <a:pt x="581" y="11026"/>
                  </a:lnTo>
                  <a:lnTo>
                    <a:pt x="1" y="14218"/>
                  </a:lnTo>
                  <a:lnTo>
                    <a:pt x="1" y="15901"/>
                  </a:lnTo>
                  <a:lnTo>
                    <a:pt x="1" y="17584"/>
                  </a:lnTo>
                  <a:lnTo>
                    <a:pt x="581" y="20718"/>
                  </a:lnTo>
                  <a:lnTo>
                    <a:pt x="1625" y="23619"/>
                  </a:lnTo>
                  <a:lnTo>
                    <a:pt x="3192" y="26115"/>
                  </a:lnTo>
                  <a:lnTo>
                    <a:pt x="5107" y="28262"/>
                  </a:lnTo>
                  <a:lnTo>
                    <a:pt x="7429" y="29945"/>
                  </a:lnTo>
                  <a:lnTo>
                    <a:pt x="10040" y="31105"/>
                  </a:lnTo>
                  <a:lnTo>
                    <a:pt x="12884" y="31686"/>
                  </a:lnTo>
                  <a:lnTo>
                    <a:pt x="14451" y="31744"/>
                  </a:lnTo>
                  <a:lnTo>
                    <a:pt x="15669" y="31744"/>
                  </a:lnTo>
                  <a:lnTo>
                    <a:pt x="17932" y="31453"/>
                  </a:lnTo>
                  <a:lnTo>
                    <a:pt x="20080" y="30815"/>
                  </a:lnTo>
                  <a:lnTo>
                    <a:pt x="21995" y="29945"/>
                  </a:lnTo>
                  <a:lnTo>
                    <a:pt x="23736" y="28726"/>
                  </a:lnTo>
                  <a:lnTo>
                    <a:pt x="25244" y="27217"/>
                  </a:lnTo>
                  <a:lnTo>
                    <a:pt x="26521" y="25476"/>
                  </a:lnTo>
                  <a:lnTo>
                    <a:pt x="27624" y="23445"/>
                  </a:lnTo>
                  <a:lnTo>
                    <a:pt x="28030" y="22284"/>
                  </a:lnTo>
                  <a:lnTo>
                    <a:pt x="21821" y="19905"/>
                  </a:lnTo>
                  <a:lnTo>
                    <a:pt x="21124" y="21298"/>
                  </a:lnTo>
                  <a:lnTo>
                    <a:pt x="19615" y="23329"/>
                  </a:lnTo>
                  <a:lnTo>
                    <a:pt x="17816" y="24664"/>
                  </a:lnTo>
                  <a:lnTo>
                    <a:pt x="15669" y="25302"/>
                  </a:lnTo>
                  <a:lnTo>
                    <a:pt x="14451" y="25360"/>
                  </a:lnTo>
                  <a:lnTo>
                    <a:pt x="13638" y="25360"/>
                  </a:lnTo>
                  <a:lnTo>
                    <a:pt x="12187" y="25012"/>
                  </a:lnTo>
                  <a:lnTo>
                    <a:pt x="10853" y="24316"/>
                  </a:lnTo>
                  <a:lnTo>
                    <a:pt x="9634" y="23271"/>
                  </a:lnTo>
                  <a:lnTo>
                    <a:pt x="8647" y="22052"/>
                  </a:lnTo>
                  <a:lnTo>
                    <a:pt x="7893" y="20543"/>
                  </a:lnTo>
                  <a:lnTo>
                    <a:pt x="7313" y="18803"/>
                  </a:lnTo>
                  <a:lnTo>
                    <a:pt x="7022" y="16887"/>
                  </a:lnTo>
                  <a:lnTo>
                    <a:pt x="7022" y="15901"/>
                  </a:lnTo>
                  <a:lnTo>
                    <a:pt x="7080" y="14856"/>
                  </a:lnTo>
                  <a:lnTo>
                    <a:pt x="7313" y="12999"/>
                  </a:lnTo>
                  <a:lnTo>
                    <a:pt x="7893" y="11258"/>
                  </a:lnTo>
                  <a:lnTo>
                    <a:pt x="8647" y="9750"/>
                  </a:lnTo>
                  <a:lnTo>
                    <a:pt x="9634" y="8473"/>
                  </a:lnTo>
                  <a:lnTo>
                    <a:pt x="10853" y="7486"/>
                  </a:lnTo>
                  <a:lnTo>
                    <a:pt x="12187" y="6790"/>
                  </a:lnTo>
                  <a:lnTo>
                    <a:pt x="13638" y="6442"/>
                  </a:lnTo>
                  <a:lnTo>
                    <a:pt x="14451" y="6384"/>
                  </a:lnTo>
                  <a:lnTo>
                    <a:pt x="15669" y="6442"/>
                  </a:lnTo>
                  <a:lnTo>
                    <a:pt x="17816" y="7080"/>
                  </a:lnTo>
                  <a:lnTo>
                    <a:pt x="19615" y="8415"/>
                  </a:lnTo>
                  <a:lnTo>
                    <a:pt x="21124" y="10504"/>
                  </a:lnTo>
                  <a:lnTo>
                    <a:pt x="21821" y="11897"/>
                  </a:lnTo>
                  <a:lnTo>
                    <a:pt x="28030" y="9517"/>
                  </a:lnTo>
                  <a:lnTo>
                    <a:pt x="27624" y="8357"/>
                  </a:lnTo>
                  <a:lnTo>
                    <a:pt x="26521" y="6326"/>
                  </a:lnTo>
                  <a:lnTo>
                    <a:pt x="25244" y="4527"/>
                  </a:lnTo>
                  <a:lnTo>
                    <a:pt x="23736" y="3076"/>
                  </a:lnTo>
                  <a:lnTo>
                    <a:pt x="21995" y="1857"/>
                  </a:lnTo>
                  <a:lnTo>
                    <a:pt x="20080" y="987"/>
                  </a:lnTo>
                  <a:lnTo>
                    <a:pt x="17932" y="348"/>
                  </a:lnTo>
                  <a:lnTo>
                    <a:pt x="15669" y="58"/>
                  </a:lnTo>
                  <a:lnTo>
                    <a:pt x="1445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33"/>
            <p:cNvSpPr/>
            <p:nvPr/>
          </p:nvSpPr>
          <p:spPr>
            <a:xfrm>
              <a:off x="1699075" y="2026900"/>
              <a:ext cx="741375" cy="1131650"/>
            </a:xfrm>
            <a:custGeom>
              <a:avLst/>
              <a:gdLst/>
              <a:ahLst/>
              <a:cxnLst/>
              <a:rect l="l" t="t" r="r" b="b"/>
              <a:pathLst>
                <a:path w="29655" h="45266" extrusionOk="0">
                  <a:moveTo>
                    <a:pt x="14857" y="19906"/>
                  </a:moveTo>
                  <a:lnTo>
                    <a:pt x="15669" y="19964"/>
                  </a:lnTo>
                  <a:lnTo>
                    <a:pt x="17236" y="20312"/>
                  </a:lnTo>
                  <a:lnTo>
                    <a:pt x="18687" y="21008"/>
                  </a:lnTo>
                  <a:lnTo>
                    <a:pt x="19905" y="21995"/>
                  </a:lnTo>
                  <a:lnTo>
                    <a:pt x="20950" y="23214"/>
                  </a:lnTo>
                  <a:lnTo>
                    <a:pt x="21704" y="24722"/>
                  </a:lnTo>
                  <a:lnTo>
                    <a:pt x="22285" y="26463"/>
                  </a:lnTo>
                  <a:lnTo>
                    <a:pt x="22575" y="28378"/>
                  </a:lnTo>
                  <a:lnTo>
                    <a:pt x="22633" y="29423"/>
                  </a:lnTo>
                  <a:lnTo>
                    <a:pt x="22575" y="30467"/>
                  </a:lnTo>
                  <a:lnTo>
                    <a:pt x="22285" y="32383"/>
                  </a:lnTo>
                  <a:lnTo>
                    <a:pt x="21762" y="34123"/>
                  </a:lnTo>
                  <a:lnTo>
                    <a:pt x="20950" y="35574"/>
                  </a:lnTo>
                  <a:lnTo>
                    <a:pt x="19905" y="36851"/>
                  </a:lnTo>
                  <a:lnTo>
                    <a:pt x="18687" y="37838"/>
                  </a:lnTo>
                  <a:lnTo>
                    <a:pt x="17294" y="38534"/>
                  </a:lnTo>
                  <a:lnTo>
                    <a:pt x="15669" y="38882"/>
                  </a:lnTo>
                  <a:lnTo>
                    <a:pt x="13986" y="38882"/>
                  </a:lnTo>
                  <a:lnTo>
                    <a:pt x="12419" y="38534"/>
                  </a:lnTo>
                  <a:lnTo>
                    <a:pt x="10968" y="37838"/>
                  </a:lnTo>
                  <a:lnTo>
                    <a:pt x="9750" y="36851"/>
                  </a:lnTo>
                  <a:lnTo>
                    <a:pt x="8705" y="35632"/>
                  </a:lnTo>
                  <a:lnTo>
                    <a:pt x="7893" y="34123"/>
                  </a:lnTo>
                  <a:lnTo>
                    <a:pt x="7370" y="32383"/>
                  </a:lnTo>
                  <a:lnTo>
                    <a:pt x="7080" y="30467"/>
                  </a:lnTo>
                  <a:lnTo>
                    <a:pt x="7080" y="29423"/>
                  </a:lnTo>
                  <a:lnTo>
                    <a:pt x="7080" y="28378"/>
                  </a:lnTo>
                  <a:lnTo>
                    <a:pt x="7370" y="26463"/>
                  </a:lnTo>
                  <a:lnTo>
                    <a:pt x="7951" y="24722"/>
                  </a:lnTo>
                  <a:lnTo>
                    <a:pt x="8763" y="23214"/>
                  </a:lnTo>
                  <a:lnTo>
                    <a:pt x="9750" y="21995"/>
                  </a:lnTo>
                  <a:lnTo>
                    <a:pt x="11026" y="21008"/>
                  </a:lnTo>
                  <a:lnTo>
                    <a:pt x="12419" y="20312"/>
                  </a:lnTo>
                  <a:lnTo>
                    <a:pt x="13986" y="19964"/>
                  </a:lnTo>
                  <a:lnTo>
                    <a:pt x="14857" y="19906"/>
                  </a:lnTo>
                  <a:close/>
                  <a:moveTo>
                    <a:pt x="27566" y="1"/>
                  </a:moveTo>
                  <a:lnTo>
                    <a:pt x="27333" y="117"/>
                  </a:lnTo>
                  <a:lnTo>
                    <a:pt x="22749" y="2496"/>
                  </a:lnTo>
                  <a:lnTo>
                    <a:pt x="22633" y="2612"/>
                  </a:lnTo>
                  <a:lnTo>
                    <a:pt x="22633" y="2786"/>
                  </a:lnTo>
                  <a:lnTo>
                    <a:pt x="22633" y="17294"/>
                  </a:lnTo>
                  <a:lnTo>
                    <a:pt x="22575" y="17468"/>
                  </a:lnTo>
                  <a:lnTo>
                    <a:pt x="22285" y="17584"/>
                  </a:lnTo>
                  <a:lnTo>
                    <a:pt x="22169" y="17468"/>
                  </a:lnTo>
                  <a:lnTo>
                    <a:pt x="21530" y="16946"/>
                  </a:lnTo>
                  <a:lnTo>
                    <a:pt x="19267" y="15205"/>
                  </a:lnTo>
                  <a:lnTo>
                    <a:pt x="17700" y="14393"/>
                  </a:lnTo>
                  <a:lnTo>
                    <a:pt x="16772" y="14045"/>
                  </a:lnTo>
                  <a:lnTo>
                    <a:pt x="14450" y="13580"/>
                  </a:lnTo>
                  <a:lnTo>
                    <a:pt x="11897" y="13580"/>
                  </a:lnTo>
                  <a:lnTo>
                    <a:pt x="9227" y="14219"/>
                  </a:lnTo>
                  <a:lnTo>
                    <a:pt x="6790" y="15379"/>
                  </a:lnTo>
                  <a:lnTo>
                    <a:pt x="4701" y="17004"/>
                  </a:lnTo>
                  <a:lnTo>
                    <a:pt x="2902" y="19151"/>
                  </a:lnTo>
                  <a:lnTo>
                    <a:pt x="1509" y="21647"/>
                  </a:lnTo>
                  <a:lnTo>
                    <a:pt x="523" y="24548"/>
                  </a:lnTo>
                  <a:lnTo>
                    <a:pt x="58" y="27740"/>
                  </a:lnTo>
                  <a:lnTo>
                    <a:pt x="0" y="29423"/>
                  </a:lnTo>
                  <a:lnTo>
                    <a:pt x="58" y="31106"/>
                  </a:lnTo>
                  <a:lnTo>
                    <a:pt x="523" y="34298"/>
                  </a:lnTo>
                  <a:lnTo>
                    <a:pt x="1509" y="37199"/>
                  </a:lnTo>
                  <a:lnTo>
                    <a:pt x="2902" y="39695"/>
                  </a:lnTo>
                  <a:lnTo>
                    <a:pt x="4701" y="41784"/>
                  </a:lnTo>
                  <a:lnTo>
                    <a:pt x="6790" y="43467"/>
                  </a:lnTo>
                  <a:lnTo>
                    <a:pt x="9227" y="44627"/>
                  </a:lnTo>
                  <a:lnTo>
                    <a:pt x="11897" y="45208"/>
                  </a:lnTo>
                  <a:lnTo>
                    <a:pt x="13290" y="45266"/>
                  </a:lnTo>
                  <a:lnTo>
                    <a:pt x="14798" y="45208"/>
                  </a:lnTo>
                  <a:lnTo>
                    <a:pt x="17468" y="44511"/>
                  </a:lnTo>
                  <a:lnTo>
                    <a:pt x="19673" y="43351"/>
                  </a:lnTo>
                  <a:lnTo>
                    <a:pt x="21530" y="41958"/>
                  </a:lnTo>
                  <a:lnTo>
                    <a:pt x="22285" y="41261"/>
                  </a:lnTo>
                  <a:lnTo>
                    <a:pt x="22401" y="41087"/>
                  </a:lnTo>
                  <a:lnTo>
                    <a:pt x="22575" y="40913"/>
                  </a:lnTo>
                  <a:lnTo>
                    <a:pt x="22691" y="40855"/>
                  </a:lnTo>
                  <a:lnTo>
                    <a:pt x="22981" y="40913"/>
                  </a:lnTo>
                  <a:lnTo>
                    <a:pt x="23039" y="41087"/>
                  </a:lnTo>
                  <a:lnTo>
                    <a:pt x="23271" y="44685"/>
                  </a:lnTo>
                  <a:lnTo>
                    <a:pt x="29655" y="44685"/>
                  </a:lnTo>
                  <a:lnTo>
                    <a:pt x="29655" y="175"/>
                  </a:lnTo>
                  <a:lnTo>
                    <a:pt x="29597" y="59"/>
                  </a:lnTo>
                  <a:lnTo>
                    <a:pt x="2948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33"/>
            <p:cNvSpPr/>
            <p:nvPr/>
          </p:nvSpPr>
          <p:spPr>
            <a:xfrm>
              <a:off x="5574175" y="2380900"/>
              <a:ext cx="175550" cy="763150"/>
            </a:xfrm>
            <a:custGeom>
              <a:avLst/>
              <a:gdLst/>
              <a:ahLst/>
              <a:cxnLst/>
              <a:rect l="l" t="t" r="r" b="b"/>
              <a:pathLst>
                <a:path w="7022" h="30526" extrusionOk="0">
                  <a:moveTo>
                    <a:pt x="4759" y="1"/>
                  </a:moveTo>
                  <a:lnTo>
                    <a:pt x="4585" y="117"/>
                  </a:lnTo>
                  <a:lnTo>
                    <a:pt x="116" y="2438"/>
                  </a:lnTo>
                  <a:lnTo>
                    <a:pt x="0" y="2554"/>
                  </a:lnTo>
                  <a:lnTo>
                    <a:pt x="0" y="2670"/>
                  </a:lnTo>
                  <a:lnTo>
                    <a:pt x="0" y="30525"/>
                  </a:lnTo>
                  <a:lnTo>
                    <a:pt x="7022" y="30525"/>
                  </a:lnTo>
                  <a:lnTo>
                    <a:pt x="7022" y="175"/>
                  </a:lnTo>
                  <a:lnTo>
                    <a:pt x="7022" y="59"/>
                  </a:lnTo>
                  <a:lnTo>
                    <a:pt x="684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33"/>
            <p:cNvSpPr/>
            <p:nvPr/>
          </p:nvSpPr>
          <p:spPr>
            <a:xfrm>
              <a:off x="5555300" y="2044325"/>
              <a:ext cx="213300" cy="213275"/>
            </a:xfrm>
            <a:custGeom>
              <a:avLst/>
              <a:gdLst/>
              <a:ahLst/>
              <a:cxnLst/>
              <a:rect l="l" t="t" r="r" b="b"/>
              <a:pathLst>
                <a:path w="8532" h="8531" extrusionOk="0">
                  <a:moveTo>
                    <a:pt x="4295" y="0"/>
                  </a:moveTo>
                  <a:lnTo>
                    <a:pt x="3425" y="58"/>
                  </a:lnTo>
                  <a:lnTo>
                    <a:pt x="1858" y="697"/>
                  </a:lnTo>
                  <a:lnTo>
                    <a:pt x="697" y="1857"/>
                  </a:lnTo>
                  <a:lnTo>
                    <a:pt x="59" y="3424"/>
                  </a:lnTo>
                  <a:lnTo>
                    <a:pt x="1" y="4295"/>
                  </a:lnTo>
                  <a:lnTo>
                    <a:pt x="59" y="5107"/>
                  </a:lnTo>
                  <a:lnTo>
                    <a:pt x="697" y="6674"/>
                  </a:lnTo>
                  <a:lnTo>
                    <a:pt x="1858" y="7835"/>
                  </a:lnTo>
                  <a:lnTo>
                    <a:pt x="3425" y="8473"/>
                  </a:lnTo>
                  <a:lnTo>
                    <a:pt x="4295" y="8531"/>
                  </a:lnTo>
                  <a:lnTo>
                    <a:pt x="5107" y="8473"/>
                  </a:lnTo>
                  <a:lnTo>
                    <a:pt x="6674" y="7835"/>
                  </a:lnTo>
                  <a:lnTo>
                    <a:pt x="7835" y="6674"/>
                  </a:lnTo>
                  <a:lnTo>
                    <a:pt x="8473" y="5107"/>
                  </a:lnTo>
                  <a:lnTo>
                    <a:pt x="8531" y="4295"/>
                  </a:lnTo>
                  <a:lnTo>
                    <a:pt x="8473" y="3424"/>
                  </a:lnTo>
                  <a:lnTo>
                    <a:pt x="7835" y="1857"/>
                  </a:lnTo>
                  <a:lnTo>
                    <a:pt x="6674" y="697"/>
                  </a:lnTo>
                  <a:lnTo>
                    <a:pt x="5107" y="58"/>
                  </a:lnTo>
                  <a:lnTo>
                    <a:pt x="429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33"/>
            <p:cNvSpPr/>
            <p:nvPr/>
          </p:nvSpPr>
          <p:spPr>
            <a:xfrm>
              <a:off x="248275" y="2324325"/>
              <a:ext cx="851650" cy="851625"/>
            </a:xfrm>
            <a:custGeom>
              <a:avLst/>
              <a:gdLst/>
              <a:ahLst/>
              <a:cxnLst/>
              <a:rect l="l" t="t" r="r" b="b"/>
              <a:pathLst>
                <a:path w="34066" h="34065" extrusionOk="0">
                  <a:moveTo>
                    <a:pt x="1161" y="0"/>
                  </a:moveTo>
                  <a:lnTo>
                    <a:pt x="697" y="116"/>
                  </a:lnTo>
                  <a:lnTo>
                    <a:pt x="58" y="697"/>
                  </a:lnTo>
                  <a:lnTo>
                    <a:pt x="0" y="1161"/>
                  </a:lnTo>
                  <a:lnTo>
                    <a:pt x="0" y="32904"/>
                  </a:lnTo>
                  <a:lnTo>
                    <a:pt x="58" y="33369"/>
                  </a:lnTo>
                  <a:lnTo>
                    <a:pt x="697" y="34007"/>
                  </a:lnTo>
                  <a:lnTo>
                    <a:pt x="1161" y="34065"/>
                  </a:lnTo>
                  <a:lnTo>
                    <a:pt x="32904" y="34065"/>
                  </a:lnTo>
                  <a:lnTo>
                    <a:pt x="33369" y="34007"/>
                  </a:lnTo>
                  <a:lnTo>
                    <a:pt x="33949" y="33369"/>
                  </a:lnTo>
                  <a:lnTo>
                    <a:pt x="34065" y="32904"/>
                  </a:lnTo>
                  <a:lnTo>
                    <a:pt x="34065" y="20834"/>
                  </a:lnTo>
                  <a:lnTo>
                    <a:pt x="14392" y="20834"/>
                  </a:lnTo>
                  <a:lnTo>
                    <a:pt x="13928" y="20776"/>
                  </a:lnTo>
                  <a:lnTo>
                    <a:pt x="13290" y="20137"/>
                  </a:lnTo>
                  <a:lnTo>
                    <a:pt x="13232" y="19673"/>
                  </a:lnTo>
                  <a:lnTo>
                    <a:pt x="13232" y="0"/>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33"/>
            <p:cNvSpPr/>
            <p:nvPr/>
          </p:nvSpPr>
          <p:spPr>
            <a:xfrm>
              <a:off x="579050" y="1995000"/>
              <a:ext cx="851650" cy="850175"/>
            </a:xfrm>
            <a:custGeom>
              <a:avLst/>
              <a:gdLst/>
              <a:ahLst/>
              <a:cxnLst/>
              <a:rect l="l" t="t" r="r" b="b"/>
              <a:pathLst>
                <a:path w="34066" h="34007" extrusionOk="0">
                  <a:moveTo>
                    <a:pt x="1161" y="0"/>
                  </a:moveTo>
                  <a:lnTo>
                    <a:pt x="697" y="58"/>
                  </a:lnTo>
                  <a:lnTo>
                    <a:pt x="59" y="639"/>
                  </a:lnTo>
                  <a:lnTo>
                    <a:pt x="1" y="1103"/>
                  </a:lnTo>
                  <a:lnTo>
                    <a:pt x="1" y="13173"/>
                  </a:lnTo>
                  <a:lnTo>
                    <a:pt x="12768" y="13173"/>
                  </a:lnTo>
                  <a:lnTo>
                    <a:pt x="13348" y="13289"/>
                  </a:lnTo>
                  <a:lnTo>
                    <a:pt x="13754" y="13580"/>
                  </a:lnTo>
                  <a:lnTo>
                    <a:pt x="20428" y="20253"/>
                  </a:lnTo>
                  <a:lnTo>
                    <a:pt x="20718" y="20659"/>
                  </a:lnTo>
                  <a:lnTo>
                    <a:pt x="20834" y="21240"/>
                  </a:lnTo>
                  <a:lnTo>
                    <a:pt x="20834" y="34007"/>
                  </a:lnTo>
                  <a:lnTo>
                    <a:pt x="22169" y="33949"/>
                  </a:lnTo>
                  <a:lnTo>
                    <a:pt x="24780" y="33310"/>
                  </a:lnTo>
                  <a:lnTo>
                    <a:pt x="27102" y="32150"/>
                  </a:lnTo>
                  <a:lnTo>
                    <a:pt x="29249" y="30409"/>
                  </a:lnTo>
                  <a:lnTo>
                    <a:pt x="31048" y="28146"/>
                  </a:lnTo>
                  <a:lnTo>
                    <a:pt x="32440" y="25476"/>
                  </a:lnTo>
                  <a:lnTo>
                    <a:pt x="33485" y="22342"/>
                  </a:lnTo>
                  <a:lnTo>
                    <a:pt x="34007" y="18860"/>
                  </a:lnTo>
                  <a:lnTo>
                    <a:pt x="34065" y="17003"/>
                  </a:lnTo>
                  <a:lnTo>
                    <a:pt x="34007" y="15088"/>
                  </a:lnTo>
                  <a:lnTo>
                    <a:pt x="33427" y="11607"/>
                  </a:lnTo>
                  <a:lnTo>
                    <a:pt x="32266" y="8531"/>
                  </a:lnTo>
                  <a:lnTo>
                    <a:pt x="30700" y="5803"/>
                  </a:lnTo>
                  <a:lnTo>
                    <a:pt x="28668" y="3598"/>
                  </a:lnTo>
                  <a:lnTo>
                    <a:pt x="26289" y="1857"/>
                  </a:lnTo>
                  <a:lnTo>
                    <a:pt x="23620" y="639"/>
                  </a:lnTo>
                  <a:lnTo>
                    <a:pt x="20602"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33"/>
            <p:cNvSpPr/>
            <p:nvPr/>
          </p:nvSpPr>
          <p:spPr>
            <a:xfrm>
              <a:off x="579050" y="2324325"/>
              <a:ext cx="520875" cy="520850"/>
            </a:xfrm>
            <a:custGeom>
              <a:avLst/>
              <a:gdLst/>
              <a:ahLst/>
              <a:cxnLst/>
              <a:rect l="l" t="t" r="r" b="b"/>
              <a:pathLst>
                <a:path w="20835" h="20834" extrusionOk="0">
                  <a:moveTo>
                    <a:pt x="1" y="0"/>
                  </a:moveTo>
                  <a:lnTo>
                    <a:pt x="1" y="19673"/>
                  </a:lnTo>
                  <a:lnTo>
                    <a:pt x="59" y="20137"/>
                  </a:lnTo>
                  <a:lnTo>
                    <a:pt x="697" y="20776"/>
                  </a:lnTo>
                  <a:lnTo>
                    <a:pt x="1161" y="20834"/>
                  </a:lnTo>
                  <a:lnTo>
                    <a:pt x="20834" y="20834"/>
                  </a:lnTo>
                  <a:lnTo>
                    <a:pt x="20834" y="8067"/>
                  </a:lnTo>
                  <a:lnTo>
                    <a:pt x="20718" y="7486"/>
                  </a:lnTo>
                  <a:lnTo>
                    <a:pt x="20428" y="7080"/>
                  </a:lnTo>
                  <a:lnTo>
                    <a:pt x="13754" y="407"/>
                  </a:lnTo>
                  <a:lnTo>
                    <a:pt x="13348" y="116"/>
                  </a:lnTo>
                  <a:lnTo>
                    <a:pt x="127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133"/>
            <p:cNvSpPr/>
            <p:nvPr/>
          </p:nvSpPr>
          <p:spPr>
            <a:xfrm>
              <a:off x="4113200" y="2380900"/>
              <a:ext cx="665950" cy="777650"/>
            </a:xfrm>
            <a:custGeom>
              <a:avLst/>
              <a:gdLst/>
              <a:ahLst/>
              <a:cxnLst/>
              <a:rect l="l" t="t" r="r" b="b"/>
              <a:pathLst>
                <a:path w="26638" h="31106" extrusionOk="0">
                  <a:moveTo>
                    <a:pt x="1" y="1"/>
                  </a:moveTo>
                  <a:lnTo>
                    <a:pt x="1" y="16540"/>
                  </a:lnTo>
                  <a:lnTo>
                    <a:pt x="59" y="18861"/>
                  </a:lnTo>
                  <a:lnTo>
                    <a:pt x="639" y="22633"/>
                  </a:lnTo>
                  <a:lnTo>
                    <a:pt x="1800" y="25535"/>
                  </a:lnTo>
                  <a:lnTo>
                    <a:pt x="3367" y="27740"/>
                  </a:lnTo>
                  <a:lnTo>
                    <a:pt x="5282" y="29307"/>
                  </a:lnTo>
                  <a:lnTo>
                    <a:pt x="7429" y="30293"/>
                  </a:lnTo>
                  <a:lnTo>
                    <a:pt x="9750" y="30873"/>
                  </a:lnTo>
                  <a:lnTo>
                    <a:pt x="12129" y="31106"/>
                  </a:lnTo>
                  <a:lnTo>
                    <a:pt x="14509" y="31106"/>
                  </a:lnTo>
                  <a:lnTo>
                    <a:pt x="16888" y="30873"/>
                  </a:lnTo>
                  <a:lnTo>
                    <a:pt x="19151" y="30293"/>
                  </a:lnTo>
                  <a:lnTo>
                    <a:pt x="21357" y="29307"/>
                  </a:lnTo>
                  <a:lnTo>
                    <a:pt x="23214" y="27740"/>
                  </a:lnTo>
                  <a:lnTo>
                    <a:pt x="24780" y="25535"/>
                  </a:lnTo>
                  <a:lnTo>
                    <a:pt x="25941" y="22633"/>
                  </a:lnTo>
                  <a:lnTo>
                    <a:pt x="26579" y="18861"/>
                  </a:lnTo>
                  <a:lnTo>
                    <a:pt x="26637" y="16540"/>
                  </a:lnTo>
                  <a:lnTo>
                    <a:pt x="26637" y="1"/>
                  </a:lnTo>
                  <a:lnTo>
                    <a:pt x="19558" y="1"/>
                  </a:lnTo>
                  <a:lnTo>
                    <a:pt x="19558" y="18339"/>
                  </a:lnTo>
                  <a:lnTo>
                    <a:pt x="19558" y="19093"/>
                  </a:lnTo>
                  <a:lnTo>
                    <a:pt x="19151" y="21124"/>
                  </a:lnTo>
                  <a:lnTo>
                    <a:pt x="18281" y="22691"/>
                  </a:lnTo>
                  <a:lnTo>
                    <a:pt x="17352" y="23619"/>
                  </a:lnTo>
                  <a:lnTo>
                    <a:pt x="16076" y="24316"/>
                  </a:lnTo>
                  <a:lnTo>
                    <a:pt x="14335" y="24722"/>
                  </a:lnTo>
                  <a:lnTo>
                    <a:pt x="12245" y="24722"/>
                  </a:lnTo>
                  <a:lnTo>
                    <a:pt x="10563" y="24316"/>
                  </a:lnTo>
                  <a:lnTo>
                    <a:pt x="9228" y="23619"/>
                  </a:lnTo>
                  <a:lnTo>
                    <a:pt x="8299" y="22691"/>
                  </a:lnTo>
                  <a:lnTo>
                    <a:pt x="7429" y="21124"/>
                  </a:lnTo>
                  <a:lnTo>
                    <a:pt x="7023" y="19093"/>
                  </a:lnTo>
                  <a:lnTo>
                    <a:pt x="7023" y="18339"/>
                  </a:lnTo>
                  <a:lnTo>
                    <a:pt x="702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33"/>
            <p:cNvSpPr/>
            <p:nvPr/>
          </p:nvSpPr>
          <p:spPr>
            <a:xfrm>
              <a:off x="1751300" y="3410975"/>
              <a:ext cx="3862050" cy="311925"/>
            </a:xfrm>
            <a:custGeom>
              <a:avLst/>
              <a:gdLst/>
              <a:ahLst/>
              <a:cxnLst/>
              <a:rect l="l" t="t" r="r" b="b"/>
              <a:pathLst>
                <a:path w="154482" h="12477" extrusionOk="0">
                  <a:moveTo>
                    <a:pt x="12245" y="464"/>
                  </a:moveTo>
                  <a:lnTo>
                    <a:pt x="12245" y="1973"/>
                  </a:lnTo>
                  <a:lnTo>
                    <a:pt x="13580" y="1973"/>
                  </a:lnTo>
                  <a:lnTo>
                    <a:pt x="13580" y="464"/>
                  </a:lnTo>
                  <a:close/>
                  <a:moveTo>
                    <a:pt x="29075" y="464"/>
                  </a:moveTo>
                  <a:lnTo>
                    <a:pt x="29075" y="1973"/>
                  </a:lnTo>
                  <a:lnTo>
                    <a:pt x="30409" y="1973"/>
                  </a:lnTo>
                  <a:lnTo>
                    <a:pt x="30409" y="464"/>
                  </a:lnTo>
                  <a:close/>
                  <a:moveTo>
                    <a:pt x="141657" y="464"/>
                  </a:moveTo>
                  <a:lnTo>
                    <a:pt x="141657" y="1973"/>
                  </a:lnTo>
                  <a:lnTo>
                    <a:pt x="143050" y="1973"/>
                  </a:lnTo>
                  <a:lnTo>
                    <a:pt x="143050" y="464"/>
                  </a:lnTo>
                  <a:close/>
                  <a:moveTo>
                    <a:pt x="3018" y="1683"/>
                  </a:moveTo>
                  <a:lnTo>
                    <a:pt x="3889" y="1741"/>
                  </a:lnTo>
                  <a:lnTo>
                    <a:pt x="4643" y="2147"/>
                  </a:lnTo>
                  <a:lnTo>
                    <a:pt x="4875" y="2670"/>
                  </a:lnTo>
                  <a:lnTo>
                    <a:pt x="4875" y="2960"/>
                  </a:lnTo>
                  <a:lnTo>
                    <a:pt x="4875" y="3250"/>
                  </a:lnTo>
                  <a:lnTo>
                    <a:pt x="4643" y="3772"/>
                  </a:lnTo>
                  <a:lnTo>
                    <a:pt x="3889" y="4236"/>
                  </a:lnTo>
                  <a:lnTo>
                    <a:pt x="3018" y="4294"/>
                  </a:lnTo>
                  <a:lnTo>
                    <a:pt x="1393" y="4294"/>
                  </a:lnTo>
                  <a:lnTo>
                    <a:pt x="1393" y="1683"/>
                  </a:lnTo>
                  <a:close/>
                  <a:moveTo>
                    <a:pt x="71438" y="4294"/>
                  </a:moveTo>
                  <a:lnTo>
                    <a:pt x="72134" y="4352"/>
                  </a:lnTo>
                  <a:lnTo>
                    <a:pt x="73005" y="5223"/>
                  </a:lnTo>
                  <a:lnTo>
                    <a:pt x="73179" y="5977"/>
                  </a:lnTo>
                  <a:lnTo>
                    <a:pt x="69697" y="5977"/>
                  </a:lnTo>
                  <a:lnTo>
                    <a:pt x="69871" y="5223"/>
                  </a:lnTo>
                  <a:lnTo>
                    <a:pt x="70800" y="4352"/>
                  </a:lnTo>
                  <a:lnTo>
                    <a:pt x="71438" y="4294"/>
                  </a:lnTo>
                  <a:close/>
                  <a:moveTo>
                    <a:pt x="78460" y="4294"/>
                  </a:moveTo>
                  <a:lnTo>
                    <a:pt x="79156" y="4352"/>
                  </a:lnTo>
                  <a:lnTo>
                    <a:pt x="80027" y="5223"/>
                  </a:lnTo>
                  <a:lnTo>
                    <a:pt x="80201" y="5977"/>
                  </a:lnTo>
                  <a:lnTo>
                    <a:pt x="76719" y="5977"/>
                  </a:lnTo>
                  <a:lnTo>
                    <a:pt x="76893" y="5223"/>
                  </a:lnTo>
                  <a:lnTo>
                    <a:pt x="77822" y="4352"/>
                  </a:lnTo>
                  <a:lnTo>
                    <a:pt x="78460" y="4294"/>
                  </a:lnTo>
                  <a:close/>
                  <a:moveTo>
                    <a:pt x="95811" y="4294"/>
                  </a:moveTo>
                  <a:lnTo>
                    <a:pt x="96450" y="4352"/>
                  </a:lnTo>
                  <a:lnTo>
                    <a:pt x="97378" y="5223"/>
                  </a:lnTo>
                  <a:lnTo>
                    <a:pt x="97552" y="5977"/>
                  </a:lnTo>
                  <a:lnTo>
                    <a:pt x="94070" y="5977"/>
                  </a:lnTo>
                  <a:lnTo>
                    <a:pt x="94245" y="5223"/>
                  </a:lnTo>
                  <a:lnTo>
                    <a:pt x="95115" y="4352"/>
                  </a:lnTo>
                  <a:lnTo>
                    <a:pt x="95811" y="4294"/>
                  </a:lnTo>
                  <a:close/>
                  <a:moveTo>
                    <a:pt x="151406" y="4294"/>
                  </a:moveTo>
                  <a:lnTo>
                    <a:pt x="152103" y="4352"/>
                  </a:lnTo>
                  <a:lnTo>
                    <a:pt x="152973" y="5223"/>
                  </a:lnTo>
                  <a:lnTo>
                    <a:pt x="153147" y="5977"/>
                  </a:lnTo>
                  <a:lnTo>
                    <a:pt x="149665" y="5977"/>
                  </a:lnTo>
                  <a:lnTo>
                    <a:pt x="149839" y="5223"/>
                  </a:lnTo>
                  <a:lnTo>
                    <a:pt x="150768" y="4352"/>
                  </a:lnTo>
                  <a:lnTo>
                    <a:pt x="151406" y="4294"/>
                  </a:lnTo>
                  <a:close/>
                  <a:moveTo>
                    <a:pt x="52345" y="1857"/>
                  </a:moveTo>
                  <a:lnTo>
                    <a:pt x="53912" y="6151"/>
                  </a:lnTo>
                  <a:lnTo>
                    <a:pt x="50779" y="6151"/>
                  </a:lnTo>
                  <a:lnTo>
                    <a:pt x="52345" y="1857"/>
                  </a:lnTo>
                  <a:close/>
                  <a:moveTo>
                    <a:pt x="3308" y="5513"/>
                  </a:moveTo>
                  <a:lnTo>
                    <a:pt x="4295" y="5571"/>
                  </a:lnTo>
                  <a:lnTo>
                    <a:pt x="5107" y="6093"/>
                  </a:lnTo>
                  <a:lnTo>
                    <a:pt x="5339" y="6674"/>
                  </a:lnTo>
                  <a:lnTo>
                    <a:pt x="5397" y="7080"/>
                  </a:lnTo>
                  <a:lnTo>
                    <a:pt x="5339" y="7370"/>
                  </a:lnTo>
                  <a:lnTo>
                    <a:pt x="5107" y="7892"/>
                  </a:lnTo>
                  <a:lnTo>
                    <a:pt x="4237" y="8415"/>
                  </a:lnTo>
                  <a:lnTo>
                    <a:pt x="3308" y="8473"/>
                  </a:lnTo>
                  <a:lnTo>
                    <a:pt x="1393" y="8473"/>
                  </a:lnTo>
                  <a:lnTo>
                    <a:pt x="1393" y="5513"/>
                  </a:lnTo>
                  <a:close/>
                  <a:moveTo>
                    <a:pt x="25012" y="4294"/>
                  </a:moveTo>
                  <a:lnTo>
                    <a:pt x="25709" y="4643"/>
                  </a:lnTo>
                  <a:lnTo>
                    <a:pt x="26173" y="5223"/>
                  </a:lnTo>
                  <a:lnTo>
                    <a:pt x="26463" y="5977"/>
                  </a:lnTo>
                  <a:lnTo>
                    <a:pt x="26463" y="6442"/>
                  </a:lnTo>
                  <a:lnTo>
                    <a:pt x="26463" y="6906"/>
                  </a:lnTo>
                  <a:lnTo>
                    <a:pt x="26173" y="7718"/>
                  </a:lnTo>
                  <a:lnTo>
                    <a:pt x="25709" y="8299"/>
                  </a:lnTo>
                  <a:lnTo>
                    <a:pt x="25012" y="8589"/>
                  </a:lnTo>
                  <a:lnTo>
                    <a:pt x="24664" y="8647"/>
                  </a:lnTo>
                  <a:lnTo>
                    <a:pt x="24258" y="8589"/>
                  </a:lnTo>
                  <a:lnTo>
                    <a:pt x="23561" y="8299"/>
                  </a:lnTo>
                  <a:lnTo>
                    <a:pt x="23097" y="7718"/>
                  </a:lnTo>
                  <a:lnTo>
                    <a:pt x="22807" y="6906"/>
                  </a:lnTo>
                  <a:lnTo>
                    <a:pt x="22807" y="6442"/>
                  </a:lnTo>
                  <a:lnTo>
                    <a:pt x="22807" y="5977"/>
                  </a:lnTo>
                  <a:lnTo>
                    <a:pt x="23097" y="5223"/>
                  </a:lnTo>
                  <a:lnTo>
                    <a:pt x="23561" y="4643"/>
                  </a:lnTo>
                  <a:lnTo>
                    <a:pt x="24258" y="4294"/>
                  </a:lnTo>
                  <a:close/>
                  <a:moveTo>
                    <a:pt x="41900" y="4294"/>
                  </a:moveTo>
                  <a:lnTo>
                    <a:pt x="42538" y="4643"/>
                  </a:lnTo>
                  <a:lnTo>
                    <a:pt x="43060" y="5223"/>
                  </a:lnTo>
                  <a:lnTo>
                    <a:pt x="43292" y="5977"/>
                  </a:lnTo>
                  <a:lnTo>
                    <a:pt x="43350" y="6442"/>
                  </a:lnTo>
                  <a:lnTo>
                    <a:pt x="43292" y="6906"/>
                  </a:lnTo>
                  <a:lnTo>
                    <a:pt x="43060" y="7718"/>
                  </a:lnTo>
                  <a:lnTo>
                    <a:pt x="42538" y="8299"/>
                  </a:lnTo>
                  <a:lnTo>
                    <a:pt x="41900" y="8589"/>
                  </a:lnTo>
                  <a:lnTo>
                    <a:pt x="41493" y="8647"/>
                  </a:lnTo>
                  <a:lnTo>
                    <a:pt x="41087" y="8589"/>
                  </a:lnTo>
                  <a:lnTo>
                    <a:pt x="40449" y="8299"/>
                  </a:lnTo>
                  <a:lnTo>
                    <a:pt x="39927" y="7718"/>
                  </a:lnTo>
                  <a:lnTo>
                    <a:pt x="39694" y="6906"/>
                  </a:lnTo>
                  <a:lnTo>
                    <a:pt x="39636" y="6442"/>
                  </a:lnTo>
                  <a:lnTo>
                    <a:pt x="39694" y="5977"/>
                  </a:lnTo>
                  <a:lnTo>
                    <a:pt x="39927" y="5223"/>
                  </a:lnTo>
                  <a:lnTo>
                    <a:pt x="40449" y="4643"/>
                  </a:lnTo>
                  <a:lnTo>
                    <a:pt x="41087" y="4294"/>
                  </a:lnTo>
                  <a:close/>
                  <a:moveTo>
                    <a:pt x="60412" y="4294"/>
                  </a:moveTo>
                  <a:lnTo>
                    <a:pt x="61108" y="4643"/>
                  </a:lnTo>
                  <a:lnTo>
                    <a:pt x="61573" y="5223"/>
                  </a:lnTo>
                  <a:lnTo>
                    <a:pt x="61863" y="5977"/>
                  </a:lnTo>
                  <a:lnTo>
                    <a:pt x="61863" y="6442"/>
                  </a:lnTo>
                  <a:lnTo>
                    <a:pt x="61863" y="6906"/>
                  </a:lnTo>
                  <a:lnTo>
                    <a:pt x="61573" y="7718"/>
                  </a:lnTo>
                  <a:lnTo>
                    <a:pt x="61108" y="8299"/>
                  </a:lnTo>
                  <a:lnTo>
                    <a:pt x="60412" y="8589"/>
                  </a:lnTo>
                  <a:lnTo>
                    <a:pt x="60064" y="8647"/>
                  </a:lnTo>
                  <a:lnTo>
                    <a:pt x="59657" y="8589"/>
                  </a:lnTo>
                  <a:lnTo>
                    <a:pt x="58961" y="8299"/>
                  </a:lnTo>
                  <a:lnTo>
                    <a:pt x="58497" y="7718"/>
                  </a:lnTo>
                  <a:lnTo>
                    <a:pt x="58207" y="6906"/>
                  </a:lnTo>
                  <a:lnTo>
                    <a:pt x="58207" y="6442"/>
                  </a:lnTo>
                  <a:lnTo>
                    <a:pt x="58207" y="5977"/>
                  </a:lnTo>
                  <a:lnTo>
                    <a:pt x="58497" y="5223"/>
                  </a:lnTo>
                  <a:lnTo>
                    <a:pt x="58961" y="4643"/>
                  </a:lnTo>
                  <a:lnTo>
                    <a:pt x="59657" y="4294"/>
                  </a:lnTo>
                  <a:close/>
                  <a:moveTo>
                    <a:pt x="128077" y="4294"/>
                  </a:moveTo>
                  <a:lnTo>
                    <a:pt x="128716" y="4643"/>
                  </a:lnTo>
                  <a:lnTo>
                    <a:pt x="129238" y="5223"/>
                  </a:lnTo>
                  <a:lnTo>
                    <a:pt x="129470" y="6035"/>
                  </a:lnTo>
                  <a:lnTo>
                    <a:pt x="129528" y="6500"/>
                  </a:lnTo>
                  <a:lnTo>
                    <a:pt x="129470" y="6964"/>
                  </a:lnTo>
                  <a:lnTo>
                    <a:pt x="129238" y="7776"/>
                  </a:lnTo>
                  <a:lnTo>
                    <a:pt x="128716" y="8357"/>
                  </a:lnTo>
                  <a:lnTo>
                    <a:pt x="128077" y="8647"/>
                  </a:lnTo>
                  <a:lnTo>
                    <a:pt x="127671" y="8705"/>
                  </a:lnTo>
                  <a:lnTo>
                    <a:pt x="127265" y="8647"/>
                  </a:lnTo>
                  <a:lnTo>
                    <a:pt x="126626" y="8357"/>
                  </a:lnTo>
                  <a:lnTo>
                    <a:pt x="126104" y="7776"/>
                  </a:lnTo>
                  <a:lnTo>
                    <a:pt x="125872" y="6964"/>
                  </a:lnTo>
                  <a:lnTo>
                    <a:pt x="125814" y="6500"/>
                  </a:lnTo>
                  <a:lnTo>
                    <a:pt x="125872" y="6035"/>
                  </a:lnTo>
                  <a:lnTo>
                    <a:pt x="126104" y="5223"/>
                  </a:lnTo>
                  <a:lnTo>
                    <a:pt x="126626" y="4643"/>
                  </a:lnTo>
                  <a:lnTo>
                    <a:pt x="127265" y="4294"/>
                  </a:lnTo>
                  <a:close/>
                  <a:moveTo>
                    <a:pt x="0" y="406"/>
                  </a:moveTo>
                  <a:lnTo>
                    <a:pt x="0" y="9691"/>
                  </a:lnTo>
                  <a:lnTo>
                    <a:pt x="4121" y="9691"/>
                  </a:lnTo>
                  <a:lnTo>
                    <a:pt x="5339" y="9343"/>
                  </a:lnTo>
                  <a:lnTo>
                    <a:pt x="6210" y="8647"/>
                  </a:lnTo>
                  <a:lnTo>
                    <a:pt x="6674" y="7718"/>
                  </a:lnTo>
                  <a:lnTo>
                    <a:pt x="6674" y="7138"/>
                  </a:lnTo>
                  <a:lnTo>
                    <a:pt x="6616" y="6326"/>
                  </a:lnTo>
                  <a:lnTo>
                    <a:pt x="5746" y="5165"/>
                  </a:lnTo>
                  <a:lnTo>
                    <a:pt x="4933" y="4817"/>
                  </a:lnTo>
                  <a:lnTo>
                    <a:pt x="5514" y="4469"/>
                  </a:lnTo>
                  <a:lnTo>
                    <a:pt x="6152" y="3482"/>
                  </a:lnTo>
                  <a:lnTo>
                    <a:pt x="6210" y="2844"/>
                  </a:lnTo>
                  <a:lnTo>
                    <a:pt x="6152" y="2321"/>
                  </a:lnTo>
                  <a:lnTo>
                    <a:pt x="5746" y="1393"/>
                  </a:lnTo>
                  <a:lnTo>
                    <a:pt x="4933" y="755"/>
                  </a:lnTo>
                  <a:lnTo>
                    <a:pt x="3773" y="464"/>
                  </a:lnTo>
                  <a:lnTo>
                    <a:pt x="3018" y="406"/>
                  </a:lnTo>
                  <a:close/>
                  <a:moveTo>
                    <a:pt x="10852" y="3134"/>
                  </a:moveTo>
                  <a:lnTo>
                    <a:pt x="10214" y="3192"/>
                  </a:lnTo>
                  <a:lnTo>
                    <a:pt x="9228" y="3888"/>
                  </a:lnTo>
                  <a:lnTo>
                    <a:pt x="8937" y="4527"/>
                  </a:lnTo>
                  <a:lnTo>
                    <a:pt x="8879" y="4527"/>
                  </a:lnTo>
                  <a:lnTo>
                    <a:pt x="8821" y="3250"/>
                  </a:lnTo>
                  <a:lnTo>
                    <a:pt x="7719" y="3250"/>
                  </a:lnTo>
                  <a:lnTo>
                    <a:pt x="7719" y="9691"/>
                  </a:lnTo>
                  <a:lnTo>
                    <a:pt x="8995" y="9691"/>
                  </a:lnTo>
                  <a:lnTo>
                    <a:pt x="8995" y="7196"/>
                  </a:lnTo>
                  <a:lnTo>
                    <a:pt x="8995" y="6442"/>
                  </a:lnTo>
                  <a:lnTo>
                    <a:pt x="9053" y="6035"/>
                  </a:lnTo>
                  <a:lnTo>
                    <a:pt x="9228" y="5281"/>
                  </a:lnTo>
                  <a:lnTo>
                    <a:pt x="10040" y="4352"/>
                  </a:lnTo>
                  <a:lnTo>
                    <a:pt x="10678" y="4294"/>
                  </a:lnTo>
                  <a:lnTo>
                    <a:pt x="10969" y="4294"/>
                  </a:lnTo>
                  <a:lnTo>
                    <a:pt x="11259" y="4352"/>
                  </a:lnTo>
                  <a:lnTo>
                    <a:pt x="11317" y="3134"/>
                  </a:lnTo>
                  <a:close/>
                  <a:moveTo>
                    <a:pt x="12245" y="3250"/>
                  </a:moveTo>
                  <a:lnTo>
                    <a:pt x="12245" y="9691"/>
                  </a:lnTo>
                  <a:lnTo>
                    <a:pt x="13522" y="9691"/>
                  </a:lnTo>
                  <a:lnTo>
                    <a:pt x="13522" y="3250"/>
                  </a:lnTo>
                  <a:close/>
                  <a:moveTo>
                    <a:pt x="18223" y="3134"/>
                  </a:moveTo>
                  <a:lnTo>
                    <a:pt x="17526" y="3192"/>
                  </a:lnTo>
                  <a:lnTo>
                    <a:pt x="16424" y="3830"/>
                  </a:lnTo>
                  <a:lnTo>
                    <a:pt x="16075" y="4411"/>
                  </a:lnTo>
                  <a:lnTo>
                    <a:pt x="16017" y="3250"/>
                  </a:lnTo>
                  <a:lnTo>
                    <a:pt x="14915" y="3250"/>
                  </a:lnTo>
                  <a:lnTo>
                    <a:pt x="14915" y="9691"/>
                  </a:lnTo>
                  <a:lnTo>
                    <a:pt x="16191" y="9691"/>
                  </a:lnTo>
                  <a:lnTo>
                    <a:pt x="16191" y="7196"/>
                  </a:lnTo>
                  <a:lnTo>
                    <a:pt x="16191" y="6268"/>
                  </a:lnTo>
                  <a:lnTo>
                    <a:pt x="16249" y="5919"/>
                  </a:lnTo>
                  <a:lnTo>
                    <a:pt x="16424" y="5165"/>
                  </a:lnTo>
                  <a:lnTo>
                    <a:pt x="17236" y="4352"/>
                  </a:lnTo>
                  <a:lnTo>
                    <a:pt x="17874" y="4294"/>
                  </a:lnTo>
                  <a:lnTo>
                    <a:pt x="18455" y="4352"/>
                  </a:lnTo>
                  <a:lnTo>
                    <a:pt x="19151" y="5107"/>
                  </a:lnTo>
                  <a:lnTo>
                    <a:pt x="19209" y="5803"/>
                  </a:lnTo>
                  <a:lnTo>
                    <a:pt x="19209" y="9691"/>
                  </a:lnTo>
                  <a:lnTo>
                    <a:pt x="20486" y="9691"/>
                  </a:lnTo>
                  <a:lnTo>
                    <a:pt x="20486" y="5629"/>
                  </a:lnTo>
                  <a:lnTo>
                    <a:pt x="20428" y="5107"/>
                  </a:lnTo>
                  <a:lnTo>
                    <a:pt x="20138" y="4178"/>
                  </a:lnTo>
                  <a:lnTo>
                    <a:pt x="19557" y="3482"/>
                  </a:lnTo>
                  <a:lnTo>
                    <a:pt x="18745" y="3134"/>
                  </a:lnTo>
                  <a:close/>
                  <a:moveTo>
                    <a:pt x="29133" y="3250"/>
                  </a:moveTo>
                  <a:lnTo>
                    <a:pt x="29133" y="9691"/>
                  </a:lnTo>
                  <a:lnTo>
                    <a:pt x="30409" y="9691"/>
                  </a:lnTo>
                  <a:lnTo>
                    <a:pt x="30409" y="3250"/>
                  </a:lnTo>
                  <a:close/>
                  <a:moveTo>
                    <a:pt x="35110" y="3134"/>
                  </a:moveTo>
                  <a:lnTo>
                    <a:pt x="34413" y="3192"/>
                  </a:lnTo>
                  <a:lnTo>
                    <a:pt x="33311" y="3830"/>
                  </a:lnTo>
                  <a:lnTo>
                    <a:pt x="32905" y="4411"/>
                  </a:lnTo>
                  <a:lnTo>
                    <a:pt x="32905" y="3250"/>
                  </a:lnTo>
                  <a:lnTo>
                    <a:pt x="31744" y="3250"/>
                  </a:lnTo>
                  <a:lnTo>
                    <a:pt x="31744" y="9691"/>
                  </a:lnTo>
                  <a:lnTo>
                    <a:pt x="33021" y="9691"/>
                  </a:lnTo>
                  <a:lnTo>
                    <a:pt x="33021" y="7196"/>
                  </a:lnTo>
                  <a:lnTo>
                    <a:pt x="33021" y="6268"/>
                  </a:lnTo>
                  <a:lnTo>
                    <a:pt x="33079" y="5919"/>
                  </a:lnTo>
                  <a:lnTo>
                    <a:pt x="33253" y="5165"/>
                  </a:lnTo>
                  <a:lnTo>
                    <a:pt x="34123" y="4352"/>
                  </a:lnTo>
                  <a:lnTo>
                    <a:pt x="34762" y="4294"/>
                  </a:lnTo>
                  <a:lnTo>
                    <a:pt x="35342" y="4352"/>
                  </a:lnTo>
                  <a:lnTo>
                    <a:pt x="35980" y="5107"/>
                  </a:lnTo>
                  <a:lnTo>
                    <a:pt x="36038" y="5803"/>
                  </a:lnTo>
                  <a:lnTo>
                    <a:pt x="36038" y="9691"/>
                  </a:lnTo>
                  <a:lnTo>
                    <a:pt x="37315" y="9691"/>
                  </a:lnTo>
                  <a:lnTo>
                    <a:pt x="37315" y="5629"/>
                  </a:lnTo>
                  <a:lnTo>
                    <a:pt x="37315" y="5107"/>
                  </a:lnTo>
                  <a:lnTo>
                    <a:pt x="36967" y="4178"/>
                  </a:lnTo>
                  <a:lnTo>
                    <a:pt x="36387" y="3482"/>
                  </a:lnTo>
                  <a:lnTo>
                    <a:pt x="35574" y="3134"/>
                  </a:lnTo>
                  <a:close/>
                  <a:moveTo>
                    <a:pt x="51591" y="406"/>
                  </a:moveTo>
                  <a:lnTo>
                    <a:pt x="48051" y="9691"/>
                  </a:lnTo>
                  <a:lnTo>
                    <a:pt x="49444" y="9691"/>
                  </a:lnTo>
                  <a:lnTo>
                    <a:pt x="50314" y="7370"/>
                  </a:lnTo>
                  <a:lnTo>
                    <a:pt x="54377" y="7370"/>
                  </a:lnTo>
                  <a:lnTo>
                    <a:pt x="55247" y="9691"/>
                  </a:lnTo>
                  <a:lnTo>
                    <a:pt x="56698" y="9691"/>
                  </a:lnTo>
                  <a:lnTo>
                    <a:pt x="53158" y="406"/>
                  </a:lnTo>
                  <a:close/>
                  <a:moveTo>
                    <a:pt x="67666" y="3134"/>
                  </a:moveTo>
                  <a:lnTo>
                    <a:pt x="67028" y="3192"/>
                  </a:lnTo>
                  <a:lnTo>
                    <a:pt x="65983" y="3888"/>
                  </a:lnTo>
                  <a:lnTo>
                    <a:pt x="65751" y="4527"/>
                  </a:lnTo>
                  <a:lnTo>
                    <a:pt x="65693" y="4527"/>
                  </a:lnTo>
                  <a:lnTo>
                    <a:pt x="65635" y="3250"/>
                  </a:lnTo>
                  <a:lnTo>
                    <a:pt x="64532" y="3250"/>
                  </a:lnTo>
                  <a:lnTo>
                    <a:pt x="64532" y="9691"/>
                  </a:lnTo>
                  <a:lnTo>
                    <a:pt x="65809" y="9691"/>
                  </a:lnTo>
                  <a:lnTo>
                    <a:pt x="65809" y="7196"/>
                  </a:lnTo>
                  <a:lnTo>
                    <a:pt x="65809" y="6442"/>
                  </a:lnTo>
                  <a:lnTo>
                    <a:pt x="65867" y="6035"/>
                  </a:lnTo>
                  <a:lnTo>
                    <a:pt x="66041" y="5281"/>
                  </a:lnTo>
                  <a:lnTo>
                    <a:pt x="66853" y="4352"/>
                  </a:lnTo>
                  <a:lnTo>
                    <a:pt x="67492" y="4294"/>
                  </a:lnTo>
                  <a:lnTo>
                    <a:pt x="67782" y="4294"/>
                  </a:lnTo>
                  <a:lnTo>
                    <a:pt x="68014" y="4352"/>
                  </a:lnTo>
                  <a:lnTo>
                    <a:pt x="68130" y="3134"/>
                  </a:lnTo>
                  <a:close/>
                  <a:moveTo>
                    <a:pt x="85714" y="3134"/>
                  </a:moveTo>
                  <a:lnTo>
                    <a:pt x="85076" y="3192"/>
                  </a:lnTo>
                  <a:lnTo>
                    <a:pt x="84089" y="3714"/>
                  </a:lnTo>
                  <a:lnTo>
                    <a:pt x="83799" y="4236"/>
                  </a:lnTo>
                  <a:lnTo>
                    <a:pt x="83741" y="4236"/>
                  </a:lnTo>
                  <a:lnTo>
                    <a:pt x="83741" y="3250"/>
                  </a:lnTo>
                  <a:lnTo>
                    <a:pt x="82580" y="3250"/>
                  </a:lnTo>
                  <a:lnTo>
                    <a:pt x="82580" y="9691"/>
                  </a:lnTo>
                  <a:lnTo>
                    <a:pt x="83857" y="9691"/>
                  </a:lnTo>
                  <a:lnTo>
                    <a:pt x="83857" y="7022"/>
                  </a:lnTo>
                  <a:lnTo>
                    <a:pt x="83857" y="6268"/>
                  </a:lnTo>
                  <a:lnTo>
                    <a:pt x="83915" y="5861"/>
                  </a:lnTo>
                  <a:lnTo>
                    <a:pt x="84031" y="5165"/>
                  </a:lnTo>
                  <a:lnTo>
                    <a:pt x="84785" y="4352"/>
                  </a:lnTo>
                  <a:lnTo>
                    <a:pt x="85366" y="4294"/>
                  </a:lnTo>
                  <a:lnTo>
                    <a:pt x="85888" y="4352"/>
                  </a:lnTo>
                  <a:lnTo>
                    <a:pt x="86468" y="5107"/>
                  </a:lnTo>
                  <a:lnTo>
                    <a:pt x="86526" y="5745"/>
                  </a:lnTo>
                  <a:lnTo>
                    <a:pt x="86526" y="9691"/>
                  </a:lnTo>
                  <a:lnTo>
                    <a:pt x="87803" y="9691"/>
                  </a:lnTo>
                  <a:lnTo>
                    <a:pt x="87803" y="7022"/>
                  </a:lnTo>
                  <a:lnTo>
                    <a:pt x="87803" y="6268"/>
                  </a:lnTo>
                  <a:lnTo>
                    <a:pt x="87803" y="5861"/>
                  </a:lnTo>
                  <a:lnTo>
                    <a:pt x="87977" y="5165"/>
                  </a:lnTo>
                  <a:lnTo>
                    <a:pt x="88674" y="4352"/>
                  </a:lnTo>
                  <a:lnTo>
                    <a:pt x="89254" y="4294"/>
                  </a:lnTo>
                  <a:lnTo>
                    <a:pt x="89776" y="4352"/>
                  </a:lnTo>
                  <a:lnTo>
                    <a:pt x="90356" y="5107"/>
                  </a:lnTo>
                  <a:lnTo>
                    <a:pt x="90414" y="5745"/>
                  </a:lnTo>
                  <a:lnTo>
                    <a:pt x="90414" y="9691"/>
                  </a:lnTo>
                  <a:lnTo>
                    <a:pt x="91691" y="9691"/>
                  </a:lnTo>
                  <a:lnTo>
                    <a:pt x="91691" y="5745"/>
                  </a:lnTo>
                  <a:lnTo>
                    <a:pt x="91691" y="5165"/>
                  </a:lnTo>
                  <a:lnTo>
                    <a:pt x="91401" y="4178"/>
                  </a:lnTo>
                  <a:lnTo>
                    <a:pt x="90821" y="3482"/>
                  </a:lnTo>
                  <a:lnTo>
                    <a:pt x="90066" y="3134"/>
                  </a:lnTo>
                  <a:lnTo>
                    <a:pt x="89602" y="3134"/>
                  </a:lnTo>
                  <a:lnTo>
                    <a:pt x="88906" y="3192"/>
                  </a:lnTo>
                  <a:lnTo>
                    <a:pt x="87861" y="3830"/>
                  </a:lnTo>
                  <a:lnTo>
                    <a:pt x="87513" y="4352"/>
                  </a:lnTo>
                  <a:lnTo>
                    <a:pt x="87223" y="3830"/>
                  </a:lnTo>
                  <a:lnTo>
                    <a:pt x="86294" y="3192"/>
                  </a:lnTo>
                  <a:lnTo>
                    <a:pt x="85714" y="3134"/>
                  </a:lnTo>
                  <a:close/>
                  <a:moveTo>
                    <a:pt x="103240" y="3134"/>
                  </a:moveTo>
                  <a:lnTo>
                    <a:pt x="102543" y="3192"/>
                  </a:lnTo>
                  <a:lnTo>
                    <a:pt x="101441" y="3830"/>
                  </a:lnTo>
                  <a:lnTo>
                    <a:pt x="101092" y="4411"/>
                  </a:lnTo>
                  <a:lnTo>
                    <a:pt x="101034" y="3250"/>
                  </a:lnTo>
                  <a:lnTo>
                    <a:pt x="99932" y="3250"/>
                  </a:lnTo>
                  <a:lnTo>
                    <a:pt x="99932" y="9691"/>
                  </a:lnTo>
                  <a:lnTo>
                    <a:pt x="101208" y="9691"/>
                  </a:lnTo>
                  <a:lnTo>
                    <a:pt x="101208" y="7196"/>
                  </a:lnTo>
                  <a:lnTo>
                    <a:pt x="101208" y="6268"/>
                  </a:lnTo>
                  <a:lnTo>
                    <a:pt x="101266" y="5919"/>
                  </a:lnTo>
                  <a:lnTo>
                    <a:pt x="101441" y="5165"/>
                  </a:lnTo>
                  <a:lnTo>
                    <a:pt x="102253" y="4352"/>
                  </a:lnTo>
                  <a:lnTo>
                    <a:pt x="102891" y="4294"/>
                  </a:lnTo>
                  <a:lnTo>
                    <a:pt x="103472" y="4352"/>
                  </a:lnTo>
                  <a:lnTo>
                    <a:pt x="104168" y="5107"/>
                  </a:lnTo>
                  <a:lnTo>
                    <a:pt x="104226" y="5803"/>
                  </a:lnTo>
                  <a:lnTo>
                    <a:pt x="104226" y="9691"/>
                  </a:lnTo>
                  <a:lnTo>
                    <a:pt x="105503" y="9691"/>
                  </a:lnTo>
                  <a:lnTo>
                    <a:pt x="105503" y="5629"/>
                  </a:lnTo>
                  <a:lnTo>
                    <a:pt x="105445" y="5107"/>
                  </a:lnTo>
                  <a:lnTo>
                    <a:pt x="105155" y="4178"/>
                  </a:lnTo>
                  <a:lnTo>
                    <a:pt x="104574" y="3482"/>
                  </a:lnTo>
                  <a:lnTo>
                    <a:pt x="103762" y="3134"/>
                  </a:lnTo>
                  <a:close/>
                  <a:moveTo>
                    <a:pt x="134693" y="406"/>
                  </a:moveTo>
                  <a:lnTo>
                    <a:pt x="134693" y="9691"/>
                  </a:lnTo>
                  <a:lnTo>
                    <a:pt x="140728" y="9691"/>
                  </a:lnTo>
                  <a:lnTo>
                    <a:pt x="140728" y="8473"/>
                  </a:lnTo>
                  <a:lnTo>
                    <a:pt x="136028" y="8473"/>
                  </a:lnTo>
                  <a:lnTo>
                    <a:pt x="136028" y="406"/>
                  </a:lnTo>
                  <a:close/>
                  <a:moveTo>
                    <a:pt x="141715" y="3250"/>
                  </a:moveTo>
                  <a:lnTo>
                    <a:pt x="141715" y="9691"/>
                  </a:lnTo>
                  <a:lnTo>
                    <a:pt x="142992" y="9691"/>
                  </a:lnTo>
                  <a:lnTo>
                    <a:pt x="142992" y="3250"/>
                  </a:lnTo>
                  <a:close/>
                  <a:moveTo>
                    <a:pt x="146706" y="0"/>
                  </a:moveTo>
                  <a:lnTo>
                    <a:pt x="145893" y="290"/>
                  </a:lnTo>
                  <a:lnTo>
                    <a:pt x="145313" y="929"/>
                  </a:lnTo>
                  <a:lnTo>
                    <a:pt x="145023" y="1915"/>
                  </a:lnTo>
                  <a:lnTo>
                    <a:pt x="145023" y="2495"/>
                  </a:lnTo>
                  <a:lnTo>
                    <a:pt x="145023" y="3250"/>
                  </a:lnTo>
                  <a:lnTo>
                    <a:pt x="143978" y="3250"/>
                  </a:lnTo>
                  <a:lnTo>
                    <a:pt x="143978" y="4411"/>
                  </a:lnTo>
                  <a:lnTo>
                    <a:pt x="145023" y="4411"/>
                  </a:lnTo>
                  <a:lnTo>
                    <a:pt x="145023" y="9691"/>
                  </a:lnTo>
                  <a:lnTo>
                    <a:pt x="146299" y="9691"/>
                  </a:lnTo>
                  <a:lnTo>
                    <a:pt x="146299" y="4411"/>
                  </a:lnTo>
                  <a:lnTo>
                    <a:pt x="148040" y="4411"/>
                  </a:lnTo>
                  <a:lnTo>
                    <a:pt x="148040" y="3250"/>
                  </a:lnTo>
                  <a:lnTo>
                    <a:pt x="146299" y="3250"/>
                  </a:lnTo>
                  <a:lnTo>
                    <a:pt x="146299" y="2495"/>
                  </a:lnTo>
                  <a:lnTo>
                    <a:pt x="146357" y="1857"/>
                  </a:lnTo>
                  <a:lnTo>
                    <a:pt x="146880" y="1219"/>
                  </a:lnTo>
                  <a:lnTo>
                    <a:pt x="147402" y="1161"/>
                  </a:lnTo>
                  <a:lnTo>
                    <a:pt x="147808" y="1161"/>
                  </a:lnTo>
                  <a:lnTo>
                    <a:pt x="148214" y="1277"/>
                  </a:lnTo>
                  <a:lnTo>
                    <a:pt x="148389" y="174"/>
                  </a:lnTo>
                  <a:lnTo>
                    <a:pt x="147808" y="0"/>
                  </a:lnTo>
                  <a:close/>
                  <a:moveTo>
                    <a:pt x="71438" y="3134"/>
                  </a:moveTo>
                  <a:lnTo>
                    <a:pt x="70800" y="3192"/>
                  </a:lnTo>
                  <a:lnTo>
                    <a:pt x="69697" y="3656"/>
                  </a:lnTo>
                  <a:lnTo>
                    <a:pt x="68885" y="4527"/>
                  </a:lnTo>
                  <a:lnTo>
                    <a:pt x="68420" y="5745"/>
                  </a:lnTo>
                  <a:lnTo>
                    <a:pt x="68420" y="6500"/>
                  </a:lnTo>
                  <a:lnTo>
                    <a:pt x="68420" y="7196"/>
                  </a:lnTo>
                  <a:lnTo>
                    <a:pt x="68885" y="8415"/>
                  </a:lnTo>
                  <a:lnTo>
                    <a:pt x="69755" y="9343"/>
                  </a:lnTo>
                  <a:lnTo>
                    <a:pt x="70858" y="9807"/>
                  </a:lnTo>
                  <a:lnTo>
                    <a:pt x="71554" y="9865"/>
                  </a:lnTo>
                  <a:lnTo>
                    <a:pt x="72425" y="9807"/>
                  </a:lnTo>
                  <a:lnTo>
                    <a:pt x="73817" y="8995"/>
                  </a:lnTo>
                  <a:lnTo>
                    <a:pt x="74340" y="8241"/>
                  </a:lnTo>
                  <a:lnTo>
                    <a:pt x="73295" y="7660"/>
                  </a:lnTo>
                  <a:lnTo>
                    <a:pt x="72947" y="8183"/>
                  </a:lnTo>
                  <a:lnTo>
                    <a:pt x="72076" y="8647"/>
                  </a:lnTo>
                  <a:lnTo>
                    <a:pt x="71554" y="8705"/>
                  </a:lnTo>
                  <a:lnTo>
                    <a:pt x="70858" y="8647"/>
                  </a:lnTo>
                  <a:lnTo>
                    <a:pt x="69871" y="7718"/>
                  </a:lnTo>
                  <a:lnTo>
                    <a:pt x="69697" y="6964"/>
                  </a:lnTo>
                  <a:lnTo>
                    <a:pt x="74456" y="6964"/>
                  </a:lnTo>
                  <a:lnTo>
                    <a:pt x="74514" y="6674"/>
                  </a:lnTo>
                  <a:lnTo>
                    <a:pt x="74514" y="6384"/>
                  </a:lnTo>
                  <a:lnTo>
                    <a:pt x="74456" y="5687"/>
                  </a:lnTo>
                  <a:lnTo>
                    <a:pt x="74049" y="4527"/>
                  </a:lnTo>
                  <a:lnTo>
                    <a:pt x="73237" y="3656"/>
                  </a:lnTo>
                  <a:lnTo>
                    <a:pt x="72134" y="3192"/>
                  </a:lnTo>
                  <a:lnTo>
                    <a:pt x="71438" y="3134"/>
                  </a:lnTo>
                  <a:close/>
                  <a:moveTo>
                    <a:pt x="78460" y="3134"/>
                  </a:moveTo>
                  <a:lnTo>
                    <a:pt x="77822" y="3192"/>
                  </a:lnTo>
                  <a:lnTo>
                    <a:pt x="76719" y="3656"/>
                  </a:lnTo>
                  <a:lnTo>
                    <a:pt x="75906" y="4527"/>
                  </a:lnTo>
                  <a:lnTo>
                    <a:pt x="75442" y="5745"/>
                  </a:lnTo>
                  <a:lnTo>
                    <a:pt x="75442" y="6500"/>
                  </a:lnTo>
                  <a:lnTo>
                    <a:pt x="75442" y="7196"/>
                  </a:lnTo>
                  <a:lnTo>
                    <a:pt x="75906" y="8415"/>
                  </a:lnTo>
                  <a:lnTo>
                    <a:pt x="76777" y="9343"/>
                  </a:lnTo>
                  <a:lnTo>
                    <a:pt x="77880" y="9807"/>
                  </a:lnTo>
                  <a:lnTo>
                    <a:pt x="78518" y="9865"/>
                  </a:lnTo>
                  <a:lnTo>
                    <a:pt x="79446" y="9807"/>
                  </a:lnTo>
                  <a:lnTo>
                    <a:pt x="80839" y="8995"/>
                  </a:lnTo>
                  <a:lnTo>
                    <a:pt x="81361" y="8241"/>
                  </a:lnTo>
                  <a:lnTo>
                    <a:pt x="80317" y="7660"/>
                  </a:lnTo>
                  <a:lnTo>
                    <a:pt x="79969" y="8183"/>
                  </a:lnTo>
                  <a:lnTo>
                    <a:pt x="79098" y="8647"/>
                  </a:lnTo>
                  <a:lnTo>
                    <a:pt x="78518" y="8705"/>
                  </a:lnTo>
                  <a:lnTo>
                    <a:pt x="77880" y="8647"/>
                  </a:lnTo>
                  <a:lnTo>
                    <a:pt x="76893" y="7718"/>
                  </a:lnTo>
                  <a:lnTo>
                    <a:pt x="76719" y="6964"/>
                  </a:lnTo>
                  <a:lnTo>
                    <a:pt x="81478" y="6964"/>
                  </a:lnTo>
                  <a:lnTo>
                    <a:pt x="81536" y="6674"/>
                  </a:lnTo>
                  <a:lnTo>
                    <a:pt x="81536" y="6384"/>
                  </a:lnTo>
                  <a:lnTo>
                    <a:pt x="81478" y="5687"/>
                  </a:lnTo>
                  <a:lnTo>
                    <a:pt x="81071" y="4527"/>
                  </a:lnTo>
                  <a:lnTo>
                    <a:pt x="80259" y="3656"/>
                  </a:lnTo>
                  <a:lnTo>
                    <a:pt x="79156" y="3192"/>
                  </a:lnTo>
                  <a:lnTo>
                    <a:pt x="78460" y="3134"/>
                  </a:lnTo>
                  <a:close/>
                  <a:moveTo>
                    <a:pt x="95811" y="3134"/>
                  </a:moveTo>
                  <a:lnTo>
                    <a:pt x="95173" y="3192"/>
                  </a:lnTo>
                  <a:lnTo>
                    <a:pt x="94012" y="3656"/>
                  </a:lnTo>
                  <a:lnTo>
                    <a:pt x="93200" y="4527"/>
                  </a:lnTo>
                  <a:lnTo>
                    <a:pt x="92794" y="5745"/>
                  </a:lnTo>
                  <a:lnTo>
                    <a:pt x="92736" y="6500"/>
                  </a:lnTo>
                  <a:lnTo>
                    <a:pt x="92794" y="7196"/>
                  </a:lnTo>
                  <a:lnTo>
                    <a:pt x="93258" y="8415"/>
                  </a:lnTo>
                  <a:lnTo>
                    <a:pt x="94070" y="9343"/>
                  </a:lnTo>
                  <a:lnTo>
                    <a:pt x="95231" y="9807"/>
                  </a:lnTo>
                  <a:lnTo>
                    <a:pt x="95869" y="9865"/>
                  </a:lnTo>
                  <a:lnTo>
                    <a:pt x="96740" y="9807"/>
                  </a:lnTo>
                  <a:lnTo>
                    <a:pt x="98191" y="8995"/>
                  </a:lnTo>
                  <a:lnTo>
                    <a:pt x="98655" y="8241"/>
                  </a:lnTo>
                  <a:lnTo>
                    <a:pt x="97668" y="7660"/>
                  </a:lnTo>
                  <a:lnTo>
                    <a:pt x="97262" y="8183"/>
                  </a:lnTo>
                  <a:lnTo>
                    <a:pt x="96392" y="8647"/>
                  </a:lnTo>
                  <a:lnTo>
                    <a:pt x="95869" y="8705"/>
                  </a:lnTo>
                  <a:lnTo>
                    <a:pt x="95173" y="8647"/>
                  </a:lnTo>
                  <a:lnTo>
                    <a:pt x="94245" y="7718"/>
                  </a:lnTo>
                  <a:lnTo>
                    <a:pt x="94070" y="6964"/>
                  </a:lnTo>
                  <a:lnTo>
                    <a:pt x="98829" y="6964"/>
                  </a:lnTo>
                  <a:lnTo>
                    <a:pt x="98829" y="6674"/>
                  </a:lnTo>
                  <a:lnTo>
                    <a:pt x="98887" y="6384"/>
                  </a:lnTo>
                  <a:lnTo>
                    <a:pt x="98829" y="5687"/>
                  </a:lnTo>
                  <a:lnTo>
                    <a:pt x="98365" y="4527"/>
                  </a:lnTo>
                  <a:lnTo>
                    <a:pt x="97552" y="3656"/>
                  </a:lnTo>
                  <a:lnTo>
                    <a:pt x="96450" y="3192"/>
                  </a:lnTo>
                  <a:lnTo>
                    <a:pt x="95811" y="3134"/>
                  </a:lnTo>
                  <a:close/>
                  <a:moveTo>
                    <a:pt x="107128" y="1277"/>
                  </a:moveTo>
                  <a:lnTo>
                    <a:pt x="107128" y="3250"/>
                  </a:lnTo>
                  <a:lnTo>
                    <a:pt x="106083" y="3250"/>
                  </a:lnTo>
                  <a:lnTo>
                    <a:pt x="106083" y="4411"/>
                  </a:lnTo>
                  <a:lnTo>
                    <a:pt x="107128" y="4411"/>
                  </a:lnTo>
                  <a:lnTo>
                    <a:pt x="107128" y="7312"/>
                  </a:lnTo>
                  <a:lnTo>
                    <a:pt x="107128" y="7950"/>
                  </a:lnTo>
                  <a:lnTo>
                    <a:pt x="107418" y="8879"/>
                  </a:lnTo>
                  <a:lnTo>
                    <a:pt x="107998" y="9517"/>
                  </a:lnTo>
                  <a:lnTo>
                    <a:pt x="108811" y="9807"/>
                  </a:lnTo>
                  <a:lnTo>
                    <a:pt x="109391" y="9865"/>
                  </a:lnTo>
                  <a:lnTo>
                    <a:pt x="109971" y="9807"/>
                  </a:lnTo>
                  <a:lnTo>
                    <a:pt x="110494" y="9691"/>
                  </a:lnTo>
                  <a:lnTo>
                    <a:pt x="110319" y="8531"/>
                  </a:lnTo>
                  <a:lnTo>
                    <a:pt x="109913" y="8647"/>
                  </a:lnTo>
                  <a:lnTo>
                    <a:pt x="109507" y="8705"/>
                  </a:lnTo>
                  <a:lnTo>
                    <a:pt x="108985" y="8647"/>
                  </a:lnTo>
                  <a:lnTo>
                    <a:pt x="108462" y="7950"/>
                  </a:lnTo>
                  <a:lnTo>
                    <a:pt x="108404" y="7312"/>
                  </a:lnTo>
                  <a:lnTo>
                    <a:pt x="108404" y="4411"/>
                  </a:lnTo>
                  <a:lnTo>
                    <a:pt x="110319" y="4411"/>
                  </a:lnTo>
                  <a:lnTo>
                    <a:pt x="110319" y="3250"/>
                  </a:lnTo>
                  <a:lnTo>
                    <a:pt x="108404" y="3250"/>
                  </a:lnTo>
                  <a:lnTo>
                    <a:pt x="108404" y="1277"/>
                  </a:lnTo>
                  <a:close/>
                  <a:moveTo>
                    <a:pt x="112989" y="3134"/>
                  </a:moveTo>
                  <a:lnTo>
                    <a:pt x="112177" y="3424"/>
                  </a:lnTo>
                  <a:lnTo>
                    <a:pt x="111538" y="3946"/>
                  </a:lnTo>
                  <a:lnTo>
                    <a:pt x="111248" y="4643"/>
                  </a:lnTo>
                  <a:lnTo>
                    <a:pt x="111190" y="5049"/>
                  </a:lnTo>
                  <a:lnTo>
                    <a:pt x="111248" y="5513"/>
                  </a:lnTo>
                  <a:lnTo>
                    <a:pt x="111654" y="6209"/>
                  </a:lnTo>
                  <a:lnTo>
                    <a:pt x="112757" y="6848"/>
                  </a:lnTo>
                  <a:lnTo>
                    <a:pt x="113569" y="6964"/>
                  </a:lnTo>
                  <a:lnTo>
                    <a:pt x="114092" y="7080"/>
                  </a:lnTo>
                  <a:lnTo>
                    <a:pt x="114904" y="7486"/>
                  </a:lnTo>
                  <a:lnTo>
                    <a:pt x="115020" y="7892"/>
                  </a:lnTo>
                  <a:lnTo>
                    <a:pt x="114962" y="8241"/>
                  </a:lnTo>
                  <a:lnTo>
                    <a:pt x="114266" y="8705"/>
                  </a:lnTo>
                  <a:lnTo>
                    <a:pt x="113685" y="8763"/>
                  </a:lnTo>
                  <a:lnTo>
                    <a:pt x="113105" y="8705"/>
                  </a:lnTo>
                  <a:lnTo>
                    <a:pt x="112002" y="8241"/>
                  </a:lnTo>
                  <a:lnTo>
                    <a:pt x="111538" y="7892"/>
                  </a:lnTo>
                  <a:lnTo>
                    <a:pt x="110900" y="8763"/>
                  </a:lnTo>
                  <a:lnTo>
                    <a:pt x="111422" y="9227"/>
                  </a:lnTo>
                  <a:lnTo>
                    <a:pt x="112873" y="9807"/>
                  </a:lnTo>
                  <a:lnTo>
                    <a:pt x="113743" y="9865"/>
                  </a:lnTo>
                  <a:lnTo>
                    <a:pt x="114266" y="9807"/>
                  </a:lnTo>
                  <a:lnTo>
                    <a:pt x="115194" y="9517"/>
                  </a:lnTo>
                  <a:lnTo>
                    <a:pt x="115833" y="8995"/>
                  </a:lnTo>
                  <a:lnTo>
                    <a:pt x="116181" y="8299"/>
                  </a:lnTo>
                  <a:lnTo>
                    <a:pt x="116239" y="7834"/>
                  </a:lnTo>
                  <a:lnTo>
                    <a:pt x="116181" y="7370"/>
                  </a:lnTo>
                  <a:lnTo>
                    <a:pt x="115774" y="6674"/>
                  </a:lnTo>
                  <a:lnTo>
                    <a:pt x="114672" y="6035"/>
                  </a:lnTo>
                  <a:lnTo>
                    <a:pt x="113743" y="5861"/>
                  </a:lnTo>
                  <a:lnTo>
                    <a:pt x="113337" y="5803"/>
                  </a:lnTo>
                  <a:lnTo>
                    <a:pt x="112525" y="5397"/>
                  </a:lnTo>
                  <a:lnTo>
                    <a:pt x="112409" y="4991"/>
                  </a:lnTo>
                  <a:lnTo>
                    <a:pt x="112467" y="4643"/>
                  </a:lnTo>
                  <a:lnTo>
                    <a:pt x="113047" y="4294"/>
                  </a:lnTo>
                  <a:lnTo>
                    <a:pt x="113511" y="4236"/>
                  </a:lnTo>
                  <a:lnTo>
                    <a:pt x="113975" y="4236"/>
                  </a:lnTo>
                  <a:lnTo>
                    <a:pt x="114962" y="4643"/>
                  </a:lnTo>
                  <a:lnTo>
                    <a:pt x="115484" y="4933"/>
                  </a:lnTo>
                  <a:lnTo>
                    <a:pt x="116123" y="4062"/>
                  </a:lnTo>
                  <a:lnTo>
                    <a:pt x="115542" y="3656"/>
                  </a:lnTo>
                  <a:lnTo>
                    <a:pt x="114266" y="3192"/>
                  </a:lnTo>
                  <a:lnTo>
                    <a:pt x="113511" y="3134"/>
                  </a:lnTo>
                  <a:close/>
                  <a:moveTo>
                    <a:pt x="120823" y="1277"/>
                  </a:moveTo>
                  <a:lnTo>
                    <a:pt x="120823" y="3250"/>
                  </a:lnTo>
                  <a:lnTo>
                    <a:pt x="119721" y="3250"/>
                  </a:lnTo>
                  <a:lnTo>
                    <a:pt x="119721" y="4411"/>
                  </a:lnTo>
                  <a:lnTo>
                    <a:pt x="120823" y="4411"/>
                  </a:lnTo>
                  <a:lnTo>
                    <a:pt x="120823" y="7312"/>
                  </a:lnTo>
                  <a:lnTo>
                    <a:pt x="120823" y="7950"/>
                  </a:lnTo>
                  <a:lnTo>
                    <a:pt x="121113" y="8879"/>
                  </a:lnTo>
                  <a:lnTo>
                    <a:pt x="121694" y="9517"/>
                  </a:lnTo>
                  <a:lnTo>
                    <a:pt x="122506" y="9807"/>
                  </a:lnTo>
                  <a:lnTo>
                    <a:pt x="123029" y="9865"/>
                  </a:lnTo>
                  <a:lnTo>
                    <a:pt x="123667" y="9807"/>
                  </a:lnTo>
                  <a:lnTo>
                    <a:pt x="124189" y="9691"/>
                  </a:lnTo>
                  <a:lnTo>
                    <a:pt x="124015" y="8531"/>
                  </a:lnTo>
                  <a:lnTo>
                    <a:pt x="123609" y="8647"/>
                  </a:lnTo>
                  <a:lnTo>
                    <a:pt x="123203" y="8705"/>
                  </a:lnTo>
                  <a:lnTo>
                    <a:pt x="122680" y="8647"/>
                  </a:lnTo>
                  <a:lnTo>
                    <a:pt x="122158" y="7950"/>
                  </a:lnTo>
                  <a:lnTo>
                    <a:pt x="122100" y="7312"/>
                  </a:lnTo>
                  <a:lnTo>
                    <a:pt x="122100" y="4411"/>
                  </a:lnTo>
                  <a:lnTo>
                    <a:pt x="124015" y="4411"/>
                  </a:lnTo>
                  <a:lnTo>
                    <a:pt x="124015" y="3250"/>
                  </a:lnTo>
                  <a:lnTo>
                    <a:pt x="122100" y="3250"/>
                  </a:lnTo>
                  <a:lnTo>
                    <a:pt x="122100" y="1277"/>
                  </a:lnTo>
                  <a:close/>
                  <a:moveTo>
                    <a:pt x="127671" y="3134"/>
                  </a:moveTo>
                  <a:lnTo>
                    <a:pt x="127033" y="3192"/>
                  </a:lnTo>
                  <a:lnTo>
                    <a:pt x="125872" y="3656"/>
                  </a:lnTo>
                  <a:lnTo>
                    <a:pt x="125060" y="4527"/>
                  </a:lnTo>
                  <a:lnTo>
                    <a:pt x="124595" y="5745"/>
                  </a:lnTo>
                  <a:lnTo>
                    <a:pt x="124537" y="6500"/>
                  </a:lnTo>
                  <a:lnTo>
                    <a:pt x="124595" y="7196"/>
                  </a:lnTo>
                  <a:lnTo>
                    <a:pt x="125060" y="8415"/>
                  </a:lnTo>
                  <a:lnTo>
                    <a:pt x="125872" y="9343"/>
                  </a:lnTo>
                  <a:lnTo>
                    <a:pt x="127033" y="9807"/>
                  </a:lnTo>
                  <a:lnTo>
                    <a:pt x="127671" y="9865"/>
                  </a:lnTo>
                  <a:lnTo>
                    <a:pt x="128367" y="9807"/>
                  </a:lnTo>
                  <a:lnTo>
                    <a:pt x="129470" y="9343"/>
                  </a:lnTo>
                  <a:lnTo>
                    <a:pt x="130283" y="8415"/>
                  </a:lnTo>
                  <a:lnTo>
                    <a:pt x="130747" y="7196"/>
                  </a:lnTo>
                  <a:lnTo>
                    <a:pt x="130805" y="6500"/>
                  </a:lnTo>
                  <a:lnTo>
                    <a:pt x="130747" y="5745"/>
                  </a:lnTo>
                  <a:lnTo>
                    <a:pt x="130283" y="4527"/>
                  </a:lnTo>
                  <a:lnTo>
                    <a:pt x="129470" y="3656"/>
                  </a:lnTo>
                  <a:lnTo>
                    <a:pt x="128367" y="3192"/>
                  </a:lnTo>
                  <a:lnTo>
                    <a:pt x="127671" y="3134"/>
                  </a:lnTo>
                  <a:close/>
                  <a:moveTo>
                    <a:pt x="151406" y="3134"/>
                  </a:moveTo>
                  <a:lnTo>
                    <a:pt x="150768" y="3192"/>
                  </a:lnTo>
                  <a:lnTo>
                    <a:pt x="149665" y="3656"/>
                  </a:lnTo>
                  <a:lnTo>
                    <a:pt x="148853" y="4527"/>
                  </a:lnTo>
                  <a:lnTo>
                    <a:pt x="148389" y="5745"/>
                  </a:lnTo>
                  <a:lnTo>
                    <a:pt x="148330" y="6500"/>
                  </a:lnTo>
                  <a:lnTo>
                    <a:pt x="148389" y="7196"/>
                  </a:lnTo>
                  <a:lnTo>
                    <a:pt x="148853" y="8415"/>
                  </a:lnTo>
                  <a:lnTo>
                    <a:pt x="149665" y="9343"/>
                  </a:lnTo>
                  <a:lnTo>
                    <a:pt x="150826" y="9807"/>
                  </a:lnTo>
                  <a:lnTo>
                    <a:pt x="151464" y="9865"/>
                  </a:lnTo>
                  <a:lnTo>
                    <a:pt x="152393" y="9807"/>
                  </a:lnTo>
                  <a:lnTo>
                    <a:pt x="153786" y="8995"/>
                  </a:lnTo>
                  <a:lnTo>
                    <a:pt x="154250" y="8241"/>
                  </a:lnTo>
                  <a:lnTo>
                    <a:pt x="153263" y="7660"/>
                  </a:lnTo>
                  <a:lnTo>
                    <a:pt x="152915" y="8183"/>
                  </a:lnTo>
                  <a:lnTo>
                    <a:pt x="152045" y="8647"/>
                  </a:lnTo>
                  <a:lnTo>
                    <a:pt x="151464" y="8705"/>
                  </a:lnTo>
                  <a:lnTo>
                    <a:pt x="150768" y="8647"/>
                  </a:lnTo>
                  <a:lnTo>
                    <a:pt x="149839" y="7718"/>
                  </a:lnTo>
                  <a:lnTo>
                    <a:pt x="149665" y="6964"/>
                  </a:lnTo>
                  <a:lnTo>
                    <a:pt x="154424" y="6964"/>
                  </a:lnTo>
                  <a:lnTo>
                    <a:pt x="154482" y="6674"/>
                  </a:lnTo>
                  <a:lnTo>
                    <a:pt x="154482" y="6384"/>
                  </a:lnTo>
                  <a:lnTo>
                    <a:pt x="154424" y="5687"/>
                  </a:lnTo>
                  <a:lnTo>
                    <a:pt x="153960" y="4527"/>
                  </a:lnTo>
                  <a:lnTo>
                    <a:pt x="153147" y="3656"/>
                  </a:lnTo>
                  <a:lnTo>
                    <a:pt x="152045" y="3192"/>
                  </a:lnTo>
                  <a:lnTo>
                    <a:pt x="151406" y="3134"/>
                  </a:lnTo>
                  <a:close/>
                  <a:moveTo>
                    <a:pt x="24374" y="3134"/>
                  </a:moveTo>
                  <a:lnTo>
                    <a:pt x="23736" y="3192"/>
                  </a:lnTo>
                  <a:lnTo>
                    <a:pt x="22749" y="3656"/>
                  </a:lnTo>
                  <a:lnTo>
                    <a:pt x="21995" y="4527"/>
                  </a:lnTo>
                  <a:lnTo>
                    <a:pt x="21530" y="5745"/>
                  </a:lnTo>
                  <a:lnTo>
                    <a:pt x="21530" y="6442"/>
                  </a:lnTo>
                  <a:lnTo>
                    <a:pt x="21530" y="7138"/>
                  </a:lnTo>
                  <a:lnTo>
                    <a:pt x="21995" y="8357"/>
                  </a:lnTo>
                  <a:lnTo>
                    <a:pt x="22749" y="9285"/>
                  </a:lnTo>
                  <a:lnTo>
                    <a:pt x="23736" y="9749"/>
                  </a:lnTo>
                  <a:lnTo>
                    <a:pt x="24374" y="9807"/>
                  </a:lnTo>
                  <a:lnTo>
                    <a:pt x="25012" y="9749"/>
                  </a:lnTo>
                  <a:lnTo>
                    <a:pt x="26057" y="9227"/>
                  </a:lnTo>
                  <a:lnTo>
                    <a:pt x="26463" y="8705"/>
                  </a:lnTo>
                  <a:lnTo>
                    <a:pt x="26463" y="8995"/>
                  </a:lnTo>
                  <a:lnTo>
                    <a:pt x="26463" y="9517"/>
                  </a:lnTo>
                  <a:lnTo>
                    <a:pt x="26173" y="10388"/>
                  </a:lnTo>
                  <a:lnTo>
                    <a:pt x="25709" y="10968"/>
                  </a:lnTo>
                  <a:lnTo>
                    <a:pt x="25012" y="11258"/>
                  </a:lnTo>
                  <a:lnTo>
                    <a:pt x="24548" y="11316"/>
                  </a:lnTo>
                  <a:lnTo>
                    <a:pt x="23910" y="11258"/>
                  </a:lnTo>
                  <a:lnTo>
                    <a:pt x="22865" y="10794"/>
                  </a:lnTo>
                  <a:lnTo>
                    <a:pt x="22343" y="10330"/>
                  </a:lnTo>
                  <a:lnTo>
                    <a:pt x="21646" y="11258"/>
                  </a:lnTo>
                  <a:lnTo>
                    <a:pt x="22227" y="11781"/>
                  </a:lnTo>
                  <a:lnTo>
                    <a:pt x="23794" y="12419"/>
                  </a:lnTo>
                  <a:lnTo>
                    <a:pt x="24664" y="12477"/>
                  </a:lnTo>
                  <a:lnTo>
                    <a:pt x="25360" y="12419"/>
                  </a:lnTo>
                  <a:lnTo>
                    <a:pt x="26521" y="11955"/>
                  </a:lnTo>
                  <a:lnTo>
                    <a:pt x="27276" y="11084"/>
                  </a:lnTo>
                  <a:lnTo>
                    <a:pt x="27740" y="9749"/>
                  </a:lnTo>
                  <a:lnTo>
                    <a:pt x="27740" y="8937"/>
                  </a:lnTo>
                  <a:lnTo>
                    <a:pt x="27740" y="3250"/>
                  </a:lnTo>
                  <a:lnTo>
                    <a:pt x="26579" y="3250"/>
                  </a:lnTo>
                  <a:lnTo>
                    <a:pt x="26521" y="4294"/>
                  </a:lnTo>
                  <a:lnTo>
                    <a:pt x="26115" y="3772"/>
                  </a:lnTo>
                  <a:lnTo>
                    <a:pt x="25012" y="3192"/>
                  </a:lnTo>
                  <a:lnTo>
                    <a:pt x="24374" y="3134"/>
                  </a:lnTo>
                  <a:close/>
                  <a:moveTo>
                    <a:pt x="41203" y="3134"/>
                  </a:moveTo>
                  <a:lnTo>
                    <a:pt x="40623" y="3192"/>
                  </a:lnTo>
                  <a:lnTo>
                    <a:pt x="39578" y="3656"/>
                  </a:lnTo>
                  <a:lnTo>
                    <a:pt x="38824" y="4527"/>
                  </a:lnTo>
                  <a:lnTo>
                    <a:pt x="38418" y="5745"/>
                  </a:lnTo>
                  <a:lnTo>
                    <a:pt x="38360" y="6442"/>
                  </a:lnTo>
                  <a:lnTo>
                    <a:pt x="38418" y="7138"/>
                  </a:lnTo>
                  <a:lnTo>
                    <a:pt x="38824" y="8357"/>
                  </a:lnTo>
                  <a:lnTo>
                    <a:pt x="39578" y="9285"/>
                  </a:lnTo>
                  <a:lnTo>
                    <a:pt x="40623" y="9749"/>
                  </a:lnTo>
                  <a:lnTo>
                    <a:pt x="41203" y="9807"/>
                  </a:lnTo>
                  <a:lnTo>
                    <a:pt x="41842" y="9749"/>
                  </a:lnTo>
                  <a:lnTo>
                    <a:pt x="42944" y="9227"/>
                  </a:lnTo>
                  <a:lnTo>
                    <a:pt x="43350" y="8705"/>
                  </a:lnTo>
                  <a:lnTo>
                    <a:pt x="43350" y="8995"/>
                  </a:lnTo>
                  <a:lnTo>
                    <a:pt x="43292" y="9517"/>
                  </a:lnTo>
                  <a:lnTo>
                    <a:pt x="43060" y="10388"/>
                  </a:lnTo>
                  <a:lnTo>
                    <a:pt x="42538" y="10968"/>
                  </a:lnTo>
                  <a:lnTo>
                    <a:pt x="41842" y="11258"/>
                  </a:lnTo>
                  <a:lnTo>
                    <a:pt x="41377" y="11316"/>
                  </a:lnTo>
                  <a:lnTo>
                    <a:pt x="40797" y="11258"/>
                  </a:lnTo>
                  <a:lnTo>
                    <a:pt x="39694" y="10794"/>
                  </a:lnTo>
                  <a:lnTo>
                    <a:pt x="39230" y="10330"/>
                  </a:lnTo>
                  <a:lnTo>
                    <a:pt x="38534" y="11258"/>
                  </a:lnTo>
                  <a:lnTo>
                    <a:pt x="39114" y="11781"/>
                  </a:lnTo>
                  <a:lnTo>
                    <a:pt x="40623" y="12419"/>
                  </a:lnTo>
                  <a:lnTo>
                    <a:pt x="41493" y="12477"/>
                  </a:lnTo>
                  <a:lnTo>
                    <a:pt x="42190" y="12419"/>
                  </a:lnTo>
                  <a:lnTo>
                    <a:pt x="43350" y="11955"/>
                  </a:lnTo>
                  <a:lnTo>
                    <a:pt x="44163" y="11084"/>
                  </a:lnTo>
                  <a:lnTo>
                    <a:pt x="44569" y="9749"/>
                  </a:lnTo>
                  <a:lnTo>
                    <a:pt x="44627" y="8937"/>
                  </a:lnTo>
                  <a:lnTo>
                    <a:pt x="44627" y="3250"/>
                  </a:lnTo>
                  <a:lnTo>
                    <a:pt x="43467" y="3250"/>
                  </a:lnTo>
                  <a:lnTo>
                    <a:pt x="43350" y="4294"/>
                  </a:lnTo>
                  <a:lnTo>
                    <a:pt x="42944" y="3772"/>
                  </a:lnTo>
                  <a:lnTo>
                    <a:pt x="41900" y="3192"/>
                  </a:lnTo>
                  <a:lnTo>
                    <a:pt x="41203" y="3134"/>
                  </a:lnTo>
                  <a:close/>
                  <a:moveTo>
                    <a:pt x="59774" y="3134"/>
                  </a:moveTo>
                  <a:lnTo>
                    <a:pt x="59193" y="3192"/>
                  </a:lnTo>
                  <a:lnTo>
                    <a:pt x="58149" y="3656"/>
                  </a:lnTo>
                  <a:lnTo>
                    <a:pt x="57394" y="4527"/>
                  </a:lnTo>
                  <a:lnTo>
                    <a:pt x="56930" y="5745"/>
                  </a:lnTo>
                  <a:lnTo>
                    <a:pt x="56930" y="6442"/>
                  </a:lnTo>
                  <a:lnTo>
                    <a:pt x="56930" y="7138"/>
                  </a:lnTo>
                  <a:lnTo>
                    <a:pt x="57394" y="8357"/>
                  </a:lnTo>
                  <a:lnTo>
                    <a:pt x="58149" y="9285"/>
                  </a:lnTo>
                  <a:lnTo>
                    <a:pt x="59135" y="9749"/>
                  </a:lnTo>
                  <a:lnTo>
                    <a:pt x="59774" y="9807"/>
                  </a:lnTo>
                  <a:lnTo>
                    <a:pt x="60412" y="9749"/>
                  </a:lnTo>
                  <a:lnTo>
                    <a:pt x="61456" y="9227"/>
                  </a:lnTo>
                  <a:lnTo>
                    <a:pt x="61863" y="8705"/>
                  </a:lnTo>
                  <a:lnTo>
                    <a:pt x="61863" y="8995"/>
                  </a:lnTo>
                  <a:lnTo>
                    <a:pt x="61863" y="9517"/>
                  </a:lnTo>
                  <a:lnTo>
                    <a:pt x="61631" y="10388"/>
                  </a:lnTo>
                  <a:lnTo>
                    <a:pt x="61108" y="10968"/>
                  </a:lnTo>
                  <a:lnTo>
                    <a:pt x="60412" y="11258"/>
                  </a:lnTo>
                  <a:lnTo>
                    <a:pt x="59948" y="11316"/>
                  </a:lnTo>
                  <a:lnTo>
                    <a:pt x="59367" y="11258"/>
                  </a:lnTo>
                  <a:lnTo>
                    <a:pt x="58265" y="10794"/>
                  </a:lnTo>
                  <a:lnTo>
                    <a:pt x="57742" y="10330"/>
                  </a:lnTo>
                  <a:lnTo>
                    <a:pt x="57104" y="11258"/>
                  </a:lnTo>
                  <a:lnTo>
                    <a:pt x="57626" y="11781"/>
                  </a:lnTo>
                  <a:lnTo>
                    <a:pt x="59193" y="12419"/>
                  </a:lnTo>
                  <a:lnTo>
                    <a:pt x="60064" y="12477"/>
                  </a:lnTo>
                  <a:lnTo>
                    <a:pt x="60760" y="12419"/>
                  </a:lnTo>
                  <a:lnTo>
                    <a:pt x="61921" y="11955"/>
                  </a:lnTo>
                  <a:lnTo>
                    <a:pt x="62733" y="11084"/>
                  </a:lnTo>
                  <a:lnTo>
                    <a:pt x="63139" y="9749"/>
                  </a:lnTo>
                  <a:lnTo>
                    <a:pt x="63139" y="8937"/>
                  </a:lnTo>
                  <a:lnTo>
                    <a:pt x="63139" y="3250"/>
                  </a:lnTo>
                  <a:lnTo>
                    <a:pt x="61979" y="3250"/>
                  </a:lnTo>
                  <a:lnTo>
                    <a:pt x="61921" y="4294"/>
                  </a:lnTo>
                  <a:lnTo>
                    <a:pt x="61514" y="3772"/>
                  </a:lnTo>
                  <a:lnTo>
                    <a:pt x="60412" y="3192"/>
                  </a:lnTo>
                  <a:lnTo>
                    <a:pt x="59774" y="3134"/>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33"/>
            <p:cNvSpPr/>
            <p:nvPr/>
          </p:nvSpPr>
          <p:spPr>
            <a:xfrm>
              <a:off x="5601725" y="3424025"/>
              <a:ext cx="120450" cy="62400"/>
            </a:xfrm>
            <a:custGeom>
              <a:avLst/>
              <a:gdLst/>
              <a:ahLst/>
              <a:cxnLst/>
              <a:rect l="l" t="t" r="r" b="b"/>
              <a:pathLst>
                <a:path w="4818" h="2496" extrusionOk="0">
                  <a:moveTo>
                    <a:pt x="1" y="0"/>
                  </a:moveTo>
                  <a:lnTo>
                    <a:pt x="1" y="349"/>
                  </a:lnTo>
                  <a:lnTo>
                    <a:pt x="813" y="349"/>
                  </a:lnTo>
                  <a:lnTo>
                    <a:pt x="813" y="2496"/>
                  </a:lnTo>
                  <a:lnTo>
                    <a:pt x="1219" y="2496"/>
                  </a:lnTo>
                  <a:lnTo>
                    <a:pt x="1219" y="349"/>
                  </a:lnTo>
                  <a:lnTo>
                    <a:pt x="2032" y="349"/>
                  </a:lnTo>
                  <a:lnTo>
                    <a:pt x="2032" y="0"/>
                  </a:lnTo>
                  <a:close/>
                  <a:moveTo>
                    <a:pt x="2264" y="0"/>
                  </a:moveTo>
                  <a:lnTo>
                    <a:pt x="2264" y="2496"/>
                  </a:lnTo>
                  <a:lnTo>
                    <a:pt x="2670" y="2496"/>
                  </a:lnTo>
                  <a:lnTo>
                    <a:pt x="2670" y="581"/>
                  </a:lnTo>
                  <a:lnTo>
                    <a:pt x="3425" y="2031"/>
                  </a:lnTo>
                  <a:lnTo>
                    <a:pt x="3657" y="2031"/>
                  </a:lnTo>
                  <a:lnTo>
                    <a:pt x="4411" y="523"/>
                  </a:lnTo>
                  <a:lnTo>
                    <a:pt x="4411" y="2496"/>
                  </a:lnTo>
                  <a:lnTo>
                    <a:pt x="4817" y="2496"/>
                  </a:lnTo>
                  <a:lnTo>
                    <a:pt x="4817" y="0"/>
                  </a:lnTo>
                  <a:lnTo>
                    <a:pt x="4295" y="0"/>
                  </a:lnTo>
                  <a:lnTo>
                    <a:pt x="3541" y="1451"/>
                  </a:lnTo>
                  <a:lnTo>
                    <a:pt x="278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3" name="Google Shape;1483;p133"/>
          <p:cNvGrpSpPr/>
          <p:nvPr/>
        </p:nvGrpSpPr>
        <p:grpSpPr>
          <a:xfrm>
            <a:off x="0" y="0"/>
            <a:ext cx="4316930" cy="5143500"/>
            <a:chOff x="0" y="0"/>
            <a:chExt cx="5978300" cy="5143500"/>
          </a:xfrm>
        </p:grpSpPr>
        <p:sp>
          <p:nvSpPr>
            <p:cNvPr id="1484" name="Google Shape;1484;p133"/>
            <p:cNvSpPr/>
            <p:nvPr/>
          </p:nvSpPr>
          <p:spPr>
            <a:xfrm>
              <a:off x="0" y="0"/>
              <a:ext cx="1269900" cy="5143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85" name="Google Shape;1485;p133"/>
            <p:cNvSpPr/>
            <p:nvPr/>
          </p:nvSpPr>
          <p:spPr>
            <a:xfrm>
              <a:off x="998682" y="0"/>
              <a:ext cx="11769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86" name="Google Shape;1486;p133"/>
            <p:cNvSpPr/>
            <p:nvPr/>
          </p:nvSpPr>
          <p:spPr>
            <a:xfrm>
              <a:off x="1997404" y="0"/>
              <a:ext cx="11769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87" name="Google Shape;1487;p133"/>
            <p:cNvSpPr/>
            <p:nvPr/>
          </p:nvSpPr>
          <p:spPr>
            <a:xfrm>
              <a:off x="2982206" y="0"/>
              <a:ext cx="11769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sp>
          <p:nvSpPr>
            <p:cNvPr id="1488" name="Google Shape;1488;p133"/>
            <p:cNvSpPr/>
            <p:nvPr/>
          </p:nvSpPr>
          <p:spPr>
            <a:xfrm>
              <a:off x="3980886" y="0"/>
              <a:ext cx="1269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1489" name="Google Shape;1489;p133"/>
            <p:cNvSpPr/>
            <p:nvPr/>
          </p:nvSpPr>
          <p:spPr>
            <a:xfrm>
              <a:off x="4979600" y="0"/>
              <a:ext cx="9987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Case Study 1 1 1">
  <p:cSld name="SECTION_HEADER_4_2_2_1_1">
    <p:spTree>
      <p:nvGrpSpPr>
        <p:cNvPr id="1" name="Shape 1490"/>
        <p:cNvGrpSpPr/>
        <p:nvPr/>
      </p:nvGrpSpPr>
      <p:grpSpPr>
        <a:xfrm>
          <a:off x="0" y="0"/>
          <a:ext cx="0" cy="0"/>
          <a:chOff x="0" y="0"/>
          <a:chExt cx="0" cy="0"/>
        </a:xfrm>
      </p:grpSpPr>
      <p:sp>
        <p:nvSpPr>
          <p:cNvPr id="1491" name="Google Shape;1491;p134"/>
          <p:cNvSpPr/>
          <p:nvPr/>
        </p:nvSpPr>
        <p:spPr>
          <a:xfrm>
            <a:off x="146350" y="130675"/>
            <a:ext cx="1975800" cy="700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34"/>
          <p:cNvSpPr/>
          <p:nvPr/>
        </p:nvSpPr>
        <p:spPr>
          <a:xfrm>
            <a:off x="6219825" y="1240600"/>
            <a:ext cx="2923800" cy="3903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3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94" name="Google Shape;1494;p134"/>
          <p:cNvSpPr txBox="1">
            <a:spLocks noGrp="1"/>
          </p:cNvSpPr>
          <p:nvPr>
            <p:ph type="subTitle" idx="1"/>
          </p:nvPr>
        </p:nvSpPr>
        <p:spPr>
          <a:xfrm>
            <a:off x="346875" y="1372050"/>
            <a:ext cx="26250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495" name="Google Shape;1495;p134"/>
          <p:cNvSpPr txBox="1">
            <a:spLocks noGrp="1"/>
          </p:cNvSpPr>
          <p:nvPr>
            <p:ph type="subTitle" idx="2"/>
          </p:nvPr>
        </p:nvSpPr>
        <p:spPr>
          <a:xfrm>
            <a:off x="346875" y="2042175"/>
            <a:ext cx="2625000" cy="1235400"/>
          </a:xfrm>
          <a:prstGeom prst="rect">
            <a:avLst/>
          </a:prstGeom>
        </p:spPr>
        <p:txBody>
          <a:bodyPr spcFirstLastPara="1" wrap="square" lIns="0" tIns="0" rIns="0" bIns="0" anchor="t" anchorCtr="0">
            <a:noAutofit/>
          </a:bodyPr>
          <a:lstStyle>
            <a:lvl1pPr lvl="0">
              <a:lnSpc>
                <a:spcPct val="115000"/>
              </a:lnSpc>
              <a:spcBef>
                <a:spcPts val="0"/>
              </a:spcBef>
              <a:spcAft>
                <a:spcPts val="0"/>
              </a:spcAft>
              <a:buSzPts val="1000"/>
              <a:buNone/>
              <a:defRPr sz="1000"/>
            </a:lvl1pPr>
            <a:lvl2pPr lvl="1">
              <a:lnSpc>
                <a:spcPct val="120000"/>
              </a:lnSpc>
              <a:spcBef>
                <a:spcPts val="400"/>
              </a:spcBef>
              <a:spcAft>
                <a:spcPts val="0"/>
              </a:spcAft>
              <a:buSzPts val="1000"/>
              <a:buNone/>
              <a:defRPr/>
            </a:lvl2pPr>
            <a:lvl3pPr lvl="2">
              <a:lnSpc>
                <a:spcPct val="120000"/>
              </a:lnSpc>
              <a:spcBef>
                <a:spcPts val="400"/>
              </a:spcBef>
              <a:spcAft>
                <a:spcPts val="0"/>
              </a:spcAft>
              <a:buSzPts val="1000"/>
              <a:buNone/>
              <a:defRPr/>
            </a:lvl3pPr>
            <a:lvl4pPr lvl="3">
              <a:lnSpc>
                <a:spcPct val="120000"/>
              </a:lnSpc>
              <a:spcBef>
                <a:spcPts val="400"/>
              </a:spcBef>
              <a:spcAft>
                <a:spcPts val="0"/>
              </a:spcAft>
              <a:buSzPts val="1000"/>
              <a:buNone/>
              <a:defRPr/>
            </a:lvl4pPr>
            <a:lvl5pPr lvl="4">
              <a:lnSpc>
                <a:spcPct val="120000"/>
              </a:lnSpc>
              <a:spcBef>
                <a:spcPts val="400"/>
              </a:spcBef>
              <a:spcAft>
                <a:spcPts val="0"/>
              </a:spcAft>
              <a:buSzPts val="1000"/>
              <a:buNone/>
              <a:defRPr/>
            </a:lvl5pPr>
            <a:lvl6pPr lvl="5">
              <a:lnSpc>
                <a:spcPct val="120000"/>
              </a:lnSpc>
              <a:spcBef>
                <a:spcPts val="400"/>
              </a:spcBef>
              <a:spcAft>
                <a:spcPts val="0"/>
              </a:spcAft>
              <a:buSzPts val="1000"/>
              <a:buNone/>
              <a:defRPr/>
            </a:lvl6pPr>
            <a:lvl7pPr lvl="6">
              <a:lnSpc>
                <a:spcPct val="120000"/>
              </a:lnSpc>
              <a:spcBef>
                <a:spcPts val="400"/>
              </a:spcBef>
              <a:spcAft>
                <a:spcPts val="0"/>
              </a:spcAft>
              <a:buSzPts val="1000"/>
              <a:buNone/>
              <a:defRPr/>
            </a:lvl7pPr>
            <a:lvl8pPr lvl="7">
              <a:lnSpc>
                <a:spcPct val="120000"/>
              </a:lnSpc>
              <a:spcBef>
                <a:spcPts val="400"/>
              </a:spcBef>
              <a:spcAft>
                <a:spcPts val="0"/>
              </a:spcAft>
              <a:buSzPts val="1000"/>
              <a:buNone/>
              <a:defRPr/>
            </a:lvl8pPr>
            <a:lvl9pPr lvl="8">
              <a:lnSpc>
                <a:spcPct val="120000"/>
              </a:lnSpc>
              <a:spcBef>
                <a:spcPts val="400"/>
              </a:spcBef>
              <a:spcAft>
                <a:spcPts val="400"/>
              </a:spcAft>
              <a:buSzPts val="1000"/>
              <a:buNone/>
              <a:defRPr/>
            </a:lvl9pPr>
          </a:lstStyle>
          <a:p>
            <a:endParaRPr/>
          </a:p>
        </p:txBody>
      </p:sp>
      <p:sp>
        <p:nvSpPr>
          <p:cNvPr id="1496" name="Google Shape;1496;p134"/>
          <p:cNvSpPr txBox="1">
            <a:spLocks noGrp="1"/>
          </p:cNvSpPr>
          <p:nvPr>
            <p:ph type="subTitle" idx="3"/>
          </p:nvPr>
        </p:nvSpPr>
        <p:spPr>
          <a:xfrm>
            <a:off x="6539148" y="1629150"/>
            <a:ext cx="2320800" cy="19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200"/>
              <a:buNone/>
              <a:defRPr sz="1200" b="1">
                <a:solidFill>
                  <a:schemeClr val="dk1"/>
                </a:solidFill>
              </a:defRPr>
            </a:lvl1pPr>
            <a:lvl2pPr lvl="1">
              <a:lnSpc>
                <a:spcPct val="100000"/>
              </a:lnSpc>
              <a:spcBef>
                <a:spcPts val="0"/>
              </a:spcBef>
              <a:spcAft>
                <a:spcPts val="0"/>
              </a:spcAft>
              <a:buSzPts val="600"/>
              <a:buNone/>
              <a:defRPr sz="600"/>
            </a:lvl2pPr>
            <a:lvl3pPr lvl="2">
              <a:lnSpc>
                <a:spcPct val="100000"/>
              </a:lnSpc>
              <a:spcBef>
                <a:spcPts val="0"/>
              </a:spcBef>
              <a:spcAft>
                <a:spcPts val="0"/>
              </a:spcAft>
              <a:buSzPts val="600"/>
              <a:buNone/>
              <a:defRPr sz="600"/>
            </a:lvl3pPr>
            <a:lvl4pPr lvl="3">
              <a:lnSpc>
                <a:spcPct val="100000"/>
              </a:lnSpc>
              <a:spcBef>
                <a:spcPts val="0"/>
              </a:spcBef>
              <a:spcAft>
                <a:spcPts val="0"/>
              </a:spcAft>
              <a:buSzPts val="600"/>
              <a:buNone/>
              <a:defRPr sz="600"/>
            </a:lvl4pPr>
            <a:lvl5pPr lvl="4">
              <a:lnSpc>
                <a:spcPct val="100000"/>
              </a:lnSpc>
              <a:spcBef>
                <a:spcPts val="0"/>
              </a:spcBef>
              <a:spcAft>
                <a:spcPts val="0"/>
              </a:spcAft>
              <a:buSzPts val="600"/>
              <a:buNone/>
              <a:defRPr sz="600"/>
            </a:lvl5pPr>
            <a:lvl6pPr lvl="5">
              <a:lnSpc>
                <a:spcPct val="100000"/>
              </a:lnSpc>
              <a:spcBef>
                <a:spcPts val="0"/>
              </a:spcBef>
              <a:spcAft>
                <a:spcPts val="0"/>
              </a:spcAft>
              <a:buSzPts val="600"/>
              <a:buNone/>
              <a:defRPr sz="600"/>
            </a:lvl6pPr>
            <a:lvl7pPr lvl="6">
              <a:lnSpc>
                <a:spcPct val="100000"/>
              </a:lnSpc>
              <a:spcBef>
                <a:spcPts val="0"/>
              </a:spcBef>
              <a:spcAft>
                <a:spcPts val="0"/>
              </a:spcAft>
              <a:buSzPts val="600"/>
              <a:buNone/>
              <a:defRPr sz="600"/>
            </a:lvl7pPr>
            <a:lvl8pPr lvl="7">
              <a:lnSpc>
                <a:spcPct val="100000"/>
              </a:lnSpc>
              <a:spcBef>
                <a:spcPts val="0"/>
              </a:spcBef>
              <a:spcAft>
                <a:spcPts val="0"/>
              </a:spcAft>
              <a:buSzPts val="600"/>
              <a:buNone/>
              <a:defRPr sz="600"/>
            </a:lvl8pPr>
            <a:lvl9pPr lvl="8">
              <a:lnSpc>
                <a:spcPct val="100000"/>
              </a:lnSpc>
              <a:spcBef>
                <a:spcPts val="0"/>
              </a:spcBef>
              <a:spcAft>
                <a:spcPts val="0"/>
              </a:spcAft>
              <a:buSzPts val="600"/>
              <a:buNone/>
              <a:defRPr sz="600"/>
            </a:lvl9pPr>
          </a:lstStyle>
          <a:p>
            <a:endParaRPr/>
          </a:p>
        </p:txBody>
      </p:sp>
      <p:sp>
        <p:nvSpPr>
          <p:cNvPr id="1497" name="Google Shape;1497;p134"/>
          <p:cNvSpPr txBox="1">
            <a:spLocks noGrp="1"/>
          </p:cNvSpPr>
          <p:nvPr>
            <p:ph type="subTitle" idx="4"/>
          </p:nvPr>
        </p:nvSpPr>
        <p:spPr>
          <a:xfrm>
            <a:off x="6539148" y="1894174"/>
            <a:ext cx="2320800" cy="5970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400"/>
              </a:spcBef>
              <a:spcAft>
                <a:spcPts val="0"/>
              </a:spcAft>
              <a:buSzPts val="800"/>
              <a:buNone/>
              <a:defRPr sz="800"/>
            </a:lvl2pPr>
            <a:lvl3pPr lvl="2">
              <a:lnSpc>
                <a:spcPct val="120000"/>
              </a:lnSpc>
              <a:spcBef>
                <a:spcPts val="400"/>
              </a:spcBef>
              <a:spcAft>
                <a:spcPts val="0"/>
              </a:spcAft>
              <a:buSzPts val="800"/>
              <a:buNone/>
              <a:defRPr sz="800"/>
            </a:lvl3pPr>
            <a:lvl4pPr lvl="3">
              <a:lnSpc>
                <a:spcPct val="120000"/>
              </a:lnSpc>
              <a:spcBef>
                <a:spcPts val="400"/>
              </a:spcBef>
              <a:spcAft>
                <a:spcPts val="0"/>
              </a:spcAft>
              <a:buSzPts val="800"/>
              <a:buNone/>
              <a:defRPr sz="800"/>
            </a:lvl4pPr>
            <a:lvl5pPr lvl="4">
              <a:lnSpc>
                <a:spcPct val="120000"/>
              </a:lnSpc>
              <a:spcBef>
                <a:spcPts val="400"/>
              </a:spcBef>
              <a:spcAft>
                <a:spcPts val="0"/>
              </a:spcAft>
              <a:buSzPts val="800"/>
              <a:buNone/>
              <a:defRPr sz="800"/>
            </a:lvl5pPr>
            <a:lvl6pPr lvl="5">
              <a:lnSpc>
                <a:spcPct val="120000"/>
              </a:lnSpc>
              <a:spcBef>
                <a:spcPts val="400"/>
              </a:spcBef>
              <a:spcAft>
                <a:spcPts val="0"/>
              </a:spcAft>
              <a:buSzPts val="800"/>
              <a:buNone/>
              <a:defRPr sz="800"/>
            </a:lvl6pPr>
            <a:lvl7pPr lvl="6">
              <a:lnSpc>
                <a:spcPct val="120000"/>
              </a:lnSpc>
              <a:spcBef>
                <a:spcPts val="400"/>
              </a:spcBef>
              <a:spcAft>
                <a:spcPts val="0"/>
              </a:spcAft>
              <a:buSzPts val="800"/>
              <a:buNone/>
              <a:defRPr sz="800"/>
            </a:lvl7pPr>
            <a:lvl8pPr lvl="7">
              <a:lnSpc>
                <a:spcPct val="120000"/>
              </a:lnSpc>
              <a:spcBef>
                <a:spcPts val="400"/>
              </a:spcBef>
              <a:spcAft>
                <a:spcPts val="0"/>
              </a:spcAft>
              <a:buSzPts val="800"/>
              <a:buNone/>
              <a:defRPr sz="800"/>
            </a:lvl8pPr>
            <a:lvl9pPr lvl="8">
              <a:lnSpc>
                <a:spcPct val="120000"/>
              </a:lnSpc>
              <a:spcBef>
                <a:spcPts val="400"/>
              </a:spcBef>
              <a:spcAft>
                <a:spcPts val="400"/>
              </a:spcAft>
              <a:buSzPts val="800"/>
              <a:buNone/>
              <a:defRPr sz="800"/>
            </a:lvl9pPr>
          </a:lstStyle>
          <a:p>
            <a:endParaRPr/>
          </a:p>
        </p:txBody>
      </p:sp>
      <p:sp>
        <p:nvSpPr>
          <p:cNvPr id="1498" name="Google Shape;1498;p134"/>
          <p:cNvSpPr txBox="1">
            <a:spLocks noGrp="1"/>
          </p:cNvSpPr>
          <p:nvPr>
            <p:ph type="title"/>
          </p:nvPr>
        </p:nvSpPr>
        <p:spPr>
          <a:xfrm>
            <a:off x="339050" y="335200"/>
            <a:ext cx="5718900" cy="377400"/>
          </a:xfrm>
          <a:prstGeom prst="rect">
            <a:avLst/>
          </a:prstGeom>
        </p:spPr>
        <p:txBody>
          <a:bodyPr spcFirstLastPara="1" wrap="square" lIns="0" tIns="0" rIns="0" bIns="0" anchor="t" anchorCtr="0">
            <a:noAutofit/>
          </a:bodyPr>
          <a:lstStyle>
            <a:lvl1pPr lvl="0">
              <a:lnSpc>
                <a:spcPct val="80000"/>
              </a:lnSpc>
              <a:spcBef>
                <a:spcPts val="0"/>
              </a:spcBef>
              <a:spcAft>
                <a:spcPts val="0"/>
              </a:spcAft>
              <a:buSzPts val="3200"/>
              <a:buNone/>
              <a:defRPr/>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a:endParaRPr/>
          </a:p>
        </p:txBody>
      </p:sp>
      <p:cxnSp>
        <p:nvCxnSpPr>
          <p:cNvPr id="1499" name="Google Shape;1499;p134"/>
          <p:cNvCxnSpPr/>
          <p:nvPr/>
        </p:nvCxnSpPr>
        <p:spPr>
          <a:xfrm>
            <a:off x="346875" y="1930076"/>
            <a:ext cx="2625000" cy="0"/>
          </a:xfrm>
          <a:prstGeom prst="straightConnector1">
            <a:avLst/>
          </a:prstGeom>
          <a:noFill/>
          <a:ln w="9525" cap="flat" cmpd="sng">
            <a:solidFill>
              <a:schemeClr val="accent6"/>
            </a:solidFill>
            <a:prstDash val="solid"/>
            <a:round/>
            <a:headEnd type="none" w="med" len="med"/>
            <a:tailEnd type="none" w="med" len="med"/>
          </a:ln>
        </p:spPr>
      </p:cxnSp>
      <p:sp>
        <p:nvSpPr>
          <p:cNvPr id="1500" name="Google Shape;1500;p134"/>
          <p:cNvSpPr txBox="1">
            <a:spLocks noGrp="1"/>
          </p:cNvSpPr>
          <p:nvPr>
            <p:ph type="subTitle" idx="5"/>
          </p:nvPr>
        </p:nvSpPr>
        <p:spPr>
          <a:xfrm>
            <a:off x="3318400" y="1372050"/>
            <a:ext cx="2625000" cy="4482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1600"/>
              <a:buNone/>
              <a:defRPr b="1">
                <a:solidFill>
                  <a:schemeClr val="dk1"/>
                </a:solidFill>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a:endParaRPr/>
          </a:p>
        </p:txBody>
      </p:sp>
      <p:sp>
        <p:nvSpPr>
          <p:cNvPr id="1501" name="Google Shape;1501;p134"/>
          <p:cNvSpPr txBox="1">
            <a:spLocks noGrp="1"/>
          </p:cNvSpPr>
          <p:nvPr>
            <p:ph type="subTitle" idx="6"/>
          </p:nvPr>
        </p:nvSpPr>
        <p:spPr>
          <a:xfrm>
            <a:off x="3318400" y="2042175"/>
            <a:ext cx="2625000" cy="1235400"/>
          </a:xfrm>
          <a:prstGeom prst="rect">
            <a:avLst/>
          </a:prstGeom>
        </p:spPr>
        <p:txBody>
          <a:bodyPr spcFirstLastPara="1" wrap="square" lIns="0" tIns="0" rIns="0" bIns="0" anchor="t" anchorCtr="0">
            <a:noAutofit/>
          </a:bodyPr>
          <a:lstStyle>
            <a:lvl1pPr lvl="0">
              <a:lnSpc>
                <a:spcPct val="115000"/>
              </a:lnSpc>
              <a:spcBef>
                <a:spcPts val="0"/>
              </a:spcBef>
              <a:spcAft>
                <a:spcPts val="0"/>
              </a:spcAft>
              <a:buSzPts val="1000"/>
              <a:buNone/>
              <a:defRPr sz="1000"/>
            </a:lvl1pPr>
            <a:lvl2pPr lvl="1">
              <a:lnSpc>
                <a:spcPct val="120000"/>
              </a:lnSpc>
              <a:spcBef>
                <a:spcPts val="400"/>
              </a:spcBef>
              <a:spcAft>
                <a:spcPts val="0"/>
              </a:spcAft>
              <a:buSzPts val="1000"/>
              <a:buNone/>
              <a:defRPr/>
            </a:lvl2pPr>
            <a:lvl3pPr lvl="2">
              <a:lnSpc>
                <a:spcPct val="120000"/>
              </a:lnSpc>
              <a:spcBef>
                <a:spcPts val="400"/>
              </a:spcBef>
              <a:spcAft>
                <a:spcPts val="0"/>
              </a:spcAft>
              <a:buSzPts val="1000"/>
              <a:buNone/>
              <a:defRPr/>
            </a:lvl3pPr>
            <a:lvl4pPr lvl="3">
              <a:lnSpc>
                <a:spcPct val="120000"/>
              </a:lnSpc>
              <a:spcBef>
                <a:spcPts val="400"/>
              </a:spcBef>
              <a:spcAft>
                <a:spcPts val="0"/>
              </a:spcAft>
              <a:buSzPts val="1000"/>
              <a:buNone/>
              <a:defRPr/>
            </a:lvl4pPr>
            <a:lvl5pPr lvl="4">
              <a:lnSpc>
                <a:spcPct val="120000"/>
              </a:lnSpc>
              <a:spcBef>
                <a:spcPts val="400"/>
              </a:spcBef>
              <a:spcAft>
                <a:spcPts val="0"/>
              </a:spcAft>
              <a:buSzPts val="1000"/>
              <a:buNone/>
              <a:defRPr/>
            </a:lvl5pPr>
            <a:lvl6pPr lvl="5">
              <a:lnSpc>
                <a:spcPct val="120000"/>
              </a:lnSpc>
              <a:spcBef>
                <a:spcPts val="400"/>
              </a:spcBef>
              <a:spcAft>
                <a:spcPts val="0"/>
              </a:spcAft>
              <a:buSzPts val="1000"/>
              <a:buNone/>
              <a:defRPr/>
            </a:lvl6pPr>
            <a:lvl7pPr lvl="6">
              <a:lnSpc>
                <a:spcPct val="120000"/>
              </a:lnSpc>
              <a:spcBef>
                <a:spcPts val="400"/>
              </a:spcBef>
              <a:spcAft>
                <a:spcPts val="0"/>
              </a:spcAft>
              <a:buSzPts val="1000"/>
              <a:buNone/>
              <a:defRPr/>
            </a:lvl7pPr>
            <a:lvl8pPr lvl="7">
              <a:lnSpc>
                <a:spcPct val="120000"/>
              </a:lnSpc>
              <a:spcBef>
                <a:spcPts val="400"/>
              </a:spcBef>
              <a:spcAft>
                <a:spcPts val="0"/>
              </a:spcAft>
              <a:buSzPts val="1000"/>
              <a:buNone/>
              <a:defRPr/>
            </a:lvl8pPr>
            <a:lvl9pPr lvl="8">
              <a:lnSpc>
                <a:spcPct val="120000"/>
              </a:lnSpc>
              <a:spcBef>
                <a:spcPts val="400"/>
              </a:spcBef>
              <a:spcAft>
                <a:spcPts val="400"/>
              </a:spcAft>
              <a:buSzPts val="1000"/>
              <a:buNone/>
              <a:defRPr/>
            </a:lvl9pPr>
          </a:lstStyle>
          <a:p>
            <a:endParaRPr/>
          </a:p>
        </p:txBody>
      </p:sp>
      <p:cxnSp>
        <p:nvCxnSpPr>
          <p:cNvPr id="1502" name="Google Shape;1502;p134"/>
          <p:cNvCxnSpPr/>
          <p:nvPr/>
        </p:nvCxnSpPr>
        <p:spPr>
          <a:xfrm>
            <a:off x="3318400" y="1930076"/>
            <a:ext cx="2625000" cy="0"/>
          </a:xfrm>
          <a:prstGeom prst="straightConnector1">
            <a:avLst/>
          </a:prstGeom>
          <a:noFill/>
          <a:ln w="9525" cap="flat" cmpd="sng">
            <a:solidFill>
              <a:schemeClr val="accent6"/>
            </a:solidFill>
            <a:prstDash val="solid"/>
            <a:round/>
            <a:headEnd type="none" w="med" len="med"/>
            <a:tailEnd type="none" w="med" len="med"/>
          </a:ln>
        </p:spPr>
      </p:cxnSp>
      <p:sp>
        <p:nvSpPr>
          <p:cNvPr id="1503" name="Google Shape;1503;p134"/>
          <p:cNvSpPr txBox="1">
            <a:spLocks noGrp="1"/>
          </p:cNvSpPr>
          <p:nvPr>
            <p:ph type="subTitle" idx="7"/>
          </p:nvPr>
        </p:nvSpPr>
        <p:spPr>
          <a:xfrm>
            <a:off x="6539148" y="2601401"/>
            <a:ext cx="2320800" cy="19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200"/>
              <a:buNone/>
              <a:defRPr sz="1200" b="1">
                <a:solidFill>
                  <a:schemeClr val="dk1"/>
                </a:solidFill>
              </a:defRPr>
            </a:lvl1pPr>
            <a:lvl2pPr lvl="1">
              <a:lnSpc>
                <a:spcPct val="100000"/>
              </a:lnSpc>
              <a:spcBef>
                <a:spcPts val="0"/>
              </a:spcBef>
              <a:spcAft>
                <a:spcPts val="0"/>
              </a:spcAft>
              <a:buSzPts val="600"/>
              <a:buNone/>
              <a:defRPr sz="600"/>
            </a:lvl2pPr>
            <a:lvl3pPr lvl="2">
              <a:lnSpc>
                <a:spcPct val="100000"/>
              </a:lnSpc>
              <a:spcBef>
                <a:spcPts val="0"/>
              </a:spcBef>
              <a:spcAft>
                <a:spcPts val="0"/>
              </a:spcAft>
              <a:buSzPts val="600"/>
              <a:buNone/>
              <a:defRPr sz="600"/>
            </a:lvl3pPr>
            <a:lvl4pPr lvl="3">
              <a:lnSpc>
                <a:spcPct val="100000"/>
              </a:lnSpc>
              <a:spcBef>
                <a:spcPts val="0"/>
              </a:spcBef>
              <a:spcAft>
                <a:spcPts val="0"/>
              </a:spcAft>
              <a:buSzPts val="600"/>
              <a:buNone/>
              <a:defRPr sz="600"/>
            </a:lvl4pPr>
            <a:lvl5pPr lvl="4">
              <a:lnSpc>
                <a:spcPct val="100000"/>
              </a:lnSpc>
              <a:spcBef>
                <a:spcPts val="0"/>
              </a:spcBef>
              <a:spcAft>
                <a:spcPts val="0"/>
              </a:spcAft>
              <a:buSzPts val="600"/>
              <a:buNone/>
              <a:defRPr sz="600"/>
            </a:lvl5pPr>
            <a:lvl6pPr lvl="5">
              <a:lnSpc>
                <a:spcPct val="100000"/>
              </a:lnSpc>
              <a:spcBef>
                <a:spcPts val="0"/>
              </a:spcBef>
              <a:spcAft>
                <a:spcPts val="0"/>
              </a:spcAft>
              <a:buSzPts val="600"/>
              <a:buNone/>
              <a:defRPr sz="600"/>
            </a:lvl6pPr>
            <a:lvl7pPr lvl="6">
              <a:lnSpc>
                <a:spcPct val="100000"/>
              </a:lnSpc>
              <a:spcBef>
                <a:spcPts val="0"/>
              </a:spcBef>
              <a:spcAft>
                <a:spcPts val="0"/>
              </a:spcAft>
              <a:buSzPts val="600"/>
              <a:buNone/>
              <a:defRPr sz="600"/>
            </a:lvl7pPr>
            <a:lvl8pPr lvl="7">
              <a:lnSpc>
                <a:spcPct val="100000"/>
              </a:lnSpc>
              <a:spcBef>
                <a:spcPts val="0"/>
              </a:spcBef>
              <a:spcAft>
                <a:spcPts val="0"/>
              </a:spcAft>
              <a:buSzPts val="600"/>
              <a:buNone/>
              <a:defRPr sz="600"/>
            </a:lvl8pPr>
            <a:lvl9pPr lvl="8">
              <a:lnSpc>
                <a:spcPct val="100000"/>
              </a:lnSpc>
              <a:spcBef>
                <a:spcPts val="0"/>
              </a:spcBef>
              <a:spcAft>
                <a:spcPts val="0"/>
              </a:spcAft>
              <a:buSzPts val="600"/>
              <a:buNone/>
              <a:defRPr sz="600"/>
            </a:lvl9pPr>
          </a:lstStyle>
          <a:p>
            <a:endParaRPr/>
          </a:p>
        </p:txBody>
      </p:sp>
      <p:sp>
        <p:nvSpPr>
          <p:cNvPr id="1504" name="Google Shape;1504;p134"/>
          <p:cNvSpPr txBox="1">
            <a:spLocks noGrp="1"/>
          </p:cNvSpPr>
          <p:nvPr>
            <p:ph type="subTitle" idx="8"/>
          </p:nvPr>
        </p:nvSpPr>
        <p:spPr>
          <a:xfrm>
            <a:off x="6539148" y="2866425"/>
            <a:ext cx="2320800" cy="597000"/>
          </a:xfrm>
          <a:prstGeom prst="rect">
            <a:avLst/>
          </a:prstGeom>
        </p:spPr>
        <p:txBody>
          <a:bodyPr spcFirstLastPara="1" wrap="square" lIns="0" tIns="0" rIns="0" bIns="0" anchor="t" anchorCtr="0">
            <a:noAutofit/>
          </a:bodyPr>
          <a:lstStyle>
            <a:lvl1pPr lvl="0">
              <a:lnSpc>
                <a:spcPct val="120000"/>
              </a:lnSpc>
              <a:spcBef>
                <a:spcPts val="0"/>
              </a:spcBef>
              <a:spcAft>
                <a:spcPts val="0"/>
              </a:spcAft>
              <a:buSzPts val="800"/>
              <a:buNone/>
              <a:defRPr sz="800"/>
            </a:lvl1pPr>
            <a:lvl2pPr lvl="1">
              <a:lnSpc>
                <a:spcPct val="120000"/>
              </a:lnSpc>
              <a:spcBef>
                <a:spcPts val="400"/>
              </a:spcBef>
              <a:spcAft>
                <a:spcPts val="0"/>
              </a:spcAft>
              <a:buSzPts val="800"/>
              <a:buNone/>
              <a:defRPr sz="800"/>
            </a:lvl2pPr>
            <a:lvl3pPr lvl="2">
              <a:lnSpc>
                <a:spcPct val="120000"/>
              </a:lnSpc>
              <a:spcBef>
                <a:spcPts val="400"/>
              </a:spcBef>
              <a:spcAft>
                <a:spcPts val="0"/>
              </a:spcAft>
              <a:buSzPts val="800"/>
              <a:buNone/>
              <a:defRPr sz="800"/>
            </a:lvl3pPr>
            <a:lvl4pPr lvl="3">
              <a:lnSpc>
                <a:spcPct val="120000"/>
              </a:lnSpc>
              <a:spcBef>
                <a:spcPts val="400"/>
              </a:spcBef>
              <a:spcAft>
                <a:spcPts val="0"/>
              </a:spcAft>
              <a:buSzPts val="800"/>
              <a:buNone/>
              <a:defRPr sz="800"/>
            </a:lvl4pPr>
            <a:lvl5pPr lvl="4">
              <a:lnSpc>
                <a:spcPct val="120000"/>
              </a:lnSpc>
              <a:spcBef>
                <a:spcPts val="400"/>
              </a:spcBef>
              <a:spcAft>
                <a:spcPts val="0"/>
              </a:spcAft>
              <a:buSzPts val="800"/>
              <a:buNone/>
              <a:defRPr sz="800"/>
            </a:lvl5pPr>
            <a:lvl6pPr lvl="5">
              <a:lnSpc>
                <a:spcPct val="120000"/>
              </a:lnSpc>
              <a:spcBef>
                <a:spcPts val="400"/>
              </a:spcBef>
              <a:spcAft>
                <a:spcPts val="0"/>
              </a:spcAft>
              <a:buSzPts val="800"/>
              <a:buNone/>
              <a:defRPr sz="800"/>
            </a:lvl6pPr>
            <a:lvl7pPr lvl="6">
              <a:lnSpc>
                <a:spcPct val="120000"/>
              </a:lnSpc>
              <a:spcBef>
                <a:spcPts val="400"/>
              </a:spcBef>
              <a:spcAft>
                <a:spcPts val="0"/>
              </a:spcAft>
              <a:buSzPts val="800"/>
              <a:buNone/>
              <a:defRPr sz="800"/>
            </a:lvl7pPr>
            <a:lvl8pPr lvl="7">
              <a:lnSpc>
                <a:spcPct val="120000"/>
              </a:lnSpc>
              <a:spcBef>
                <a:spcPts val="400"/>
              </a:spcBef>
              <a:spcAft>
                <a:spcPts val="0"/>
              </a:spcAft>
              <a:buSzPts val="800"/>
              <a:buNone/>
              <a:defRPr sz="800"/>
            </a:lvl8pPr>
            <a:lvl9pPr lvl="8">
              <a:lnSpc>
                <a:spcPct val="120000"/>
              </a:lnSpc>
              <a:spcBef>
                <a:spcPts val="400"/>
              </a:spcBef>
              <a:spcAft>
                <a:spcPts val="400"/>
              </a:spcAft>
              <a:buSzPts val="800"/>
              <a:buNone/>
              <a:defRPr sz="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7"/>
        <p:cNvGrpSpPr/>
        <p:nvPr/>
      </p:nvGrpSpPr>
      <p:grpSpPr>
        <a:xfrm>
          <a:off x="0" y="0"/>
          <a:ext cx="0" cy="0"/>
          <a:chOff x="0" y="0"/>
          <a:chExt cx="0" cy="0"/>
        </a:xfrm>
      </p:grpSpPr>
      <p:sp>
        <p:nvSpPr>
          <p:cNvPr id="538" name="Google Shape;538;p58"/>
          <p:cNvSpPr txBox="1">
            <a:spLocks noGrp="1"/>
          </p:cNvSpPr>
          <p:nvPr>
            <p:ph type="title"/>
          </p:nvPr>
        </p:nvSpPr>
        <p:spPr>
          <a:xfrm>
            <a:off x="342900" y="1240600"/>
            <a:ext cx="2643000" cy="3128400"/>
          </a:xfrm>
          <a:prstGeom prst="rect">
            <a:avLst/>
          </a:prstGeom>
          <a:noFill/>
          <a:ln>
            <a:noFill/>
          </a:ln>
        </p:spPr>
        <p:txBody>
          <a:bodyPr spcFirstLastPara="1" wrap="square" lIns="0" tIns="0" rIns="0" bIns="0" anchor="t" anchorCtr="0">
            <a:noAutofit/>
          </a:bodyPr>
          <a:lstStyle>
            <a:lvl1pPr marL="0" marR="0" lvl="0" indent="0" algn="l">
              <a:lnSpc>
                <a:spcPct val="80000"/>
              </a:lnSpc>
              <a:spcBef>
                <a:spcPts val="0"/>
              </a:spcBef>
              <a:spcAft>
                <a:spcPts val="0"/>
              </a:spcAft>
              <a:buClr>
                <a:schemeClr val="dk1"/>
              </a:buClr>
              <a:buSzPts val="3200"/>
              <a:buFont typeface="DS Indigo"/>
              <a:buNone/>
              <a:defRPr sz="3200">
                <a:solidFill>
                  <a:schemeClr val="dk1"/>
                </a:solidFill>
                <a:latin typeface="DS Indigo"/>
                <a:ea typeface="DS Indigo"/>
                <a:cs typeface="DS Indigo"/>
                <a:sym typeface="DS Indigo"/>
              </a:defRPr>
            </a:lvl1pPr>
            <a:lvl2pPr lvl="1">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2pPr>
            <a:lvl3pPr lvl="2">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3pPr>
            <a:lvl4pPr lvl="3">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4pPr>
            <a:lvl5pPr lvl="4">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5pPr>
            <a:lvl6pPr lvl="5">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6pPr>
            <a:lvl7pPr lvl="6">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7pPr>
            <a:lvl8pPr lvl="7">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8pPr>
            <a:lvl9pPr lvl="8">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9pPr>
          </a:lstStyle>
          <a:p>
            <a:endParaRPr/>
          </a:p>
        </p:txBody>
      </p:sp>
      <p:sp>
        <p:nvSpPr>
          <p:cNvPr id="539" name="Google Shape;539;p58"/>
          <p:cNvSpPr txBox="1">
            <a:spLocks noGrp="1"/>
          </p:cNvSpPr>
          <p:nvPr>
            <p:ph type="body" idx="1"/>
          </p:nvPr>
        </p:nvSpPr>
        <p:spPr>
          <a:xfrm>
            <a:off x="3709575" y="1240600"/>
            <a:ext cx="5091600" cy="3128400"/>
          </a:xfrm>
          <a:prstGeom prst="rect">
            <a:avLst/>
          </a:prstGeom>
          <a:noFill/>
          <a:ln>
            <a:noFill/>
          </a:ln>
        </p:spPr>
        <p:txBody>
          <a:bodyPr spcFirstLastPara="1" wrap="square" lIns="0" tIns="0" rIns="0" bIns="0" anchor="t" anchorCtr="0">
            <a:noAutofit/>
          </a:bodyPr>
          <a:lstStyle>
            <a:lvl1pPr marL="457200" lvl="0" indent="-330200">
              <a:lnSpc>
                <a:spcPct val="120000"/>
              </a:lnSpc>
              <a:spcBef>
                <a:spcPts val="0"/>
              </a:spcBef>
              <a:spcAft>
                <a:spcPts val="0"/>
              </a:spcAft>
              <a:buClr>
                <a:schemeClr val="dk1"/>
              </a:buClr>
              <a:buSzPts val="1600"/>
              <a:buFont typeface="DS Indigo"/>
              <a:buChar char="●"/>
              <a:defRPr sz="1600">
                <a:solidFill>
                  <a:schemeClr val="dk1"/>
                </a:solidFill>
                <a:latin typeface="DS Indigo"/>
                <a:ea typeface="DS Indigo"/>
                <a:cs typeface="DS Indigo"/>
                <a:sym typeface="DS Indigo"/>
              </a:defRPr>
            </a:lvl1pPr>
            <a:lvl2pPr marL="914400" lvl="1"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2pPr>
            <a:lvl3pPr marL="1371600" lvl="2"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3pPr>
            <a:lvl4pPr marL="1828800" lvl="3"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4pPr>
            <a:lvl5pPr marL="2286000" lvl="4"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5pPr>
            <a:lvl6pPr marL="2743200" lvl="5"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6pPr>
            <a:lvl7pPr marL="3200400" lvl="6"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7pPr>
            <a:lvl8pPr marL="3657600" lvl="7"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8pPr>
            <a:lvl9pPr marL="4114800" lvl="8" indent="-29210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9pPr>
          </a:lstStyle>
          <a:p>
            <a:endParaRPr/>
          </a:p>
        </p:txBody>
      </p:sp>
      <p:sp>
        <p:nvSpPr>
          <p:cNvPr id="540" name="Google Shape;540;p58"/>
          <p:cNvSpPr txBox="1">
            <a:spLocks noGrp="1"/>
          </p:cNvSpPr>
          <p:nvPr>
            <p:ph type="sldNum" idx="12"/>
          </p:nvPr>
        </p:nvSpPr>
        <p:spPr>
          <a:xfrm>
            <a:off x="8555150" y="4800600"/>
            <a:ext cx="246000" cy="137400"/>
          </a:xfrm>
          <a:prstGeom prst="rect">
            <a:avLst/>
          </a:prstGeom>
          <a:noFill/>
          <a:ln>
            <a:noFill/>
          </a:ln>
        </p:spPr>
        <p:txBody>
          <a:bodyPr spcFirstLastPara="1" wrap="square" lIns="0" tIns="0" rIns="0" bIns="0" anchor="ctr" anchorCtr="0">
            <a:normAutofit/>
          </a:bodyPr>
          <a:lstStyle>
            <a:lvl1pPr lvl="0" algn="r">
              <a:buNone/>
              <a:defRPr sz="800">
                <a:solidFill>
                  <a:schemeClr val="dk1"/>
                </a:solidFill>
                <a:latin typeface="DS Indigo"/>
                <a:ea typeface="DS Indigo"/>
                <a:cs typeface="DS Indigo"/>
                <a:sym typeface="DS Indigo"/>
              </a:defRPr>
            </a:lvl1pPr>
            <a:lvl2pPr lvl="1" algn="r">
              <a:buNone/>
              <a:defRPr sz="800">
                <a:solidFill>
                  <a:schemeClr val="dk1"/>
                </a:solidFill>
                <a:latin typeface="DS Indigo"/>
                <a:ea typeface="DS Indigo"/>
                <a:cs typeface="DS Indigo"/>
                <a:sym typeface="DS Indigo"/>
              </a:defRPr>
            </a:lvl2pPr>
            <a:lvl3pPr lvl="2" algn="r">
              <a:buNone/>
              <a:defRPr sz="800">
                <a:solidFill>
                  <a:schemeClr val="dk1"/>
                </a:solidFill>
                <a:latin typeface="DS Indigo"/>
                <a:ea typeface="DS Indigo"/>
                <a:cs typeface="DS Indigo"/>
                <a:sym typeface="DS Indigo"/>
              </a:defRPr>
            </a:lvl3pPr>
            <a:lvl4pPr lvl="3" algn="r">
              <a:buNone/>
              <a:defRPr sz="800">
                <a:solidFill>
                  <a:schemeClr val="dk1"/>
                </a:solidFill>
                <a:latin typeface="DS Indigo"/>
                <a:ea typeface="DS Indigo"/>
                <a:cs typeface="DS Indigo"/>
                <a:sym typeface="DS Indigo"/>
              </a:defRPr>
            </a:lvl4pPr>
            <a:lvl5pPr lvl="4" algn="r">
              <a:buNone/>
              <a:defRPr sz="800">
                <a:solidFill>
                  <a:schemeClr val="dk1"/>
                </a:solidFill>
                <a:latin typeface="DS Indigo"/>
                <a:ea typeface="DS Indigo"/>
                <a:cs typeface="DS Indigo"/>
                <a:sym typeface="DS Indigo"/>
              </a:defRPr>
            </a:lvl5pPr>
            <a:lvl6pPr lvl="5" algn="r">
              <a:buNone/>
              <a:defRPr sz="800">
                <a:solidFill>
                  <a:schemeClr val="dk1"/>
                </a:solidFill>
                <a:latin typeface="DS Indigo"/>
                <a:ea typeface="DS Indigo"/>
                <a:cs typeface="DS Indigo"/>
                <a:sym typeface="DS Indigo"/>
              </a:defRPr>
            </a:lvl6pPr>
            <a:lvl7pPr lvl="6" algn="r">
              <a:buNone/>
              <a:defRPr sz="800">
                <a:solidFill>
                  <a:schemeClr val="dk1"/>
                </a:solidFill>
                <a:latin typeface="DS Indigo"/>
                <a:ea typeface="DS Indigo"/>
                <a:cs typeface="DS Indigo"/>
                <a:sym typeface="DS Indigo"/>
              </a:defRPr>
            </a:lvl7pPr>
            <a:lvl8pPr lvl="7" algn="r">
              <a:buNone/>
              <a:defRPr sz="800">
                <a:solidFill>
                  <a:schemeClr val="dk1"/>
                </a:solidFill>
                <a:latin typeface="DS Indigo"/>
                <a:ea typeface="DS Indigo"/>
                <a:cs typeface="DS Indigo"/>
                <a:sym typeface="DS Indigo"/>
              </a:defRPr>
            </a:lvl8pPr>
            <a:lvl9pPr lvl="8" algn="r">
              <a:buNone/>
              <a:defRPr sz="800">
                <a:solidFill>
                  <a:schemeClr val="dk1"/>
                </a:solidFill>
                <a:latin typeface="DS Indigo"/>
                <a:ea typeface="DS Indigo"/>
                <a:cs typeface="DS Indigo"/>
                <a:sym typeface="DS Indigo"/>
              </a:defRPr>
            </a:lvl9pPr>
          </a:lstStyle>
          <a:p>
            <a:pPr marL="0" lvl="0" indent="0" algn="r" rtl="0">
              <a:spcBef>
                <a:spcPts val="0"/>
              </a:spcBef>
              <a:spcAft>
                <a:spcPts val="0"/>
              </a:spcAft>
              <a:buNone/>
            </a:pPr>
            <a:fld id="{00000000-1234-1234-1234-123412341234}" type="slidenum">
              <a:rPr lang="en"/>
              <a:t>‹#›</a:t>
            </a:fld>
            <a:endParaRPr/>
          </a:p>
        </p:txBody>
      </p:sp>
      <p:sp>
        <p:nvSpPr>
          <p:cNvPr id="541" name="Google Shape;541;p58"/>
          <p:cNvSpPr txBox="1"/>
          <p:nvPr/>
        </p:nvSpPr>
        <p:spPr>
          <a:xfrm>
            <a:off x="3788850" y="4800000"/>
            <a:ext cx="1566300" cy="1386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00">
                <a:solidFill>
                  <a:srgbClr val="666666"/>
                </a:solidFill>
                <a:latin typeface="DS Indigo"/>
                <a:ea typeface="DS Indigo"/>
                <a:cs typeface="DS Indigo"/>
                <a:sym typeface="DS Indigo"/>
              </a:rPr>
              <a:t>Docusign Confidential</a:t>
            </a:r>
            <a:endParaRPr sz="800">
              <a:solidFill>
                <a:srgbClr val="666666"/>
              </a:solidFill>
              <a:latin typeface="DS Indigo"/>
              <a:ea typeface="DS Indigo"/>
              <a:cs typeface="DS Indigo"/>
              <a:sym typeface="DS Indigo"/>
            </a:endParaRPr>
          </a:p>
        </p:txBody>
      </p:sp>
      <p:sp>
        <p:nvSpPr>
          <p:cNvPr id="542" name="Google Shape;542;p58"/>
          <p:cNvSpPr txBox="1"/>
          <p:nvPr/>
        </p:nvSpPr>
        <p:spPr>
          <a:xfrm>
            <a:off x="342900" y="335200"/>
            <a:ext cx="1601100" cy="28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00" b="1">
                <a:solidFill>
                  <a:schemeClr val="dk1"/>
                </a:solidFill>
                <a:latin typeface="DS Indigo"/>
                <a:ea typeface="DS Indigo"/>
                <a:cs typeface="DS Indigo"/>
                <a:sym typeface="DS Indigo"/>
              </a:rPr>
              <a:t>Base Corporate Deck Template</a:t>
            </a:r>
            <a:endParaRPr sz="800" b="1">
              <a:solidFill>
                <a:schemeClr val="dk1"/>
              </a:solidFill>
              <a:latin typeface="DS Indigo"/>
              <a:ea typeface="DS Indigo"/>
              <a:cs typeface="DS Indigo"/>
              <a:sym typeface="DS Indigo"/>
            </a:endParaRPr>
          </a:p>
          <a:p>
            <a:pPr marL="0" lvl="0" indent="0" algn="l" rtl="0">
              <a:spcBef>
                <a:spcPts val="0"/>
              </a:spcBef>
              <a:spcAft>
                <a:spcPts val="0"/>
              </a:spcAft>
              <a:buNone/>
            </a:pPr>
            <a:r>
              <a:rPr lang="en" sz="800">
                <a:solidFill>
                  <a:schemeClr val="dk1"/>
                </a:solidFill>
                <a:latin typeface="DS Indigo"/>
                <a:ea typeface="DS Indigo"/>
                <a:cs typeface="DS Indigo"/>
                <a:sym typeface="DS Indigo"/>
              </a:rPr>
              <a:t>Brand &amp; Creative</a:t>
            </a:r>
            <a:endParaRPr sz="800">
              <a:solidFill>
                <a:schemeClr val="dk1"/>
              </a:solidFill>
              <a:latin typeface="DS Indigo"/>
              <a:ea typeface="DS Indigo"/>
              <a:cs typeface="DS Indigo"/>
              <a:sym typeface="DS Indigo"/>
            </a:endParaRPr>
          </a:p>
        </p:txBody>
      </p:sp>
      <p:grpSp>
        <p:nvGrpSpPr>
          <p:cNvPr id="543" name="Google Shape;543;p58"/>
          <p:cNvGrpSpPr/>
          <p:nvPr/>
        </p:nvGrpSpPr>
        <p:grpSpPr>
          <a:xfrm>
            <a:off x="342902" y="4774371"/>
            <a:ext cx="1014484" cy="202964"/>
            <a:chOff x="238125" y="2139750"/>
            <a:chExt cx="7144250" cy="1437425"/>
          </a:xfrm>
        </p:grpSpPr>
        <p:sp>
          <p:nvSpPr>
            <p:cNvPr id="544" name="Google Shape;544;p58"/>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8"/>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8"/>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8"/>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8"/>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8"/>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8"/>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8"/>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8"/>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8"/>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8"/>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8"/>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8"/>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 bg1="lt1" tx1="dk1" bg2="dk2"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2" r:id="rId49"/>
    <p:sldLayoutId id="2147483753" r:id="rId50"/>
    <p:sldLayoutId id="2147483754" r:id="rId51"/>
    <p:sldLayoutId id="2147483755" r:id="rId52"/>
    <p:sldLayoutId id="2147483756" r:id="rId53"/>
    <p:sldLayoutId id="2147483757" r:id="rId54"/>
    <p:sldLayoutId id="2147483758" r:id="rId55"/>
    <p:sldLayoutId id="2147483759" r:id="rId56"/>
    <p:sldLayoutId id="2147483760" r:id="rId57"/>
    <p:sldLayoutId id="2147483761" r:id="rId58"/>
    <p:sldLayoutId id="2147483762" r:id="rId59"/>
    <p:sldLayoutId id="2147483763" r:id="rId60"/>
    <p:sldLayoutId id="2147483764" r:id="rId61"/>
    <p:sldLayoutId id="2147483765" r:id="rId62"/>
    <p:sldLayoutId id="2147483766" r:id="rId63"/>
    <p:sldLayoutId id="2147483767" r:id="rId64"/>
    <p:sldLayoutId id="2147483768" r:id="rId65"/>
    <p:sldLayoutId id="2147483769" r:id="rId66"/>
    <p:sldLayoutId id="2147483770" r:id="rId67"/>
    <p:sldLayoutId id="2147483771" r:id="rId68"/>
    <p:sldLayoutId id="2147483772" r:id="rId69"/>
    <p:sldLayoutId id="2147483773" r:id="rId70"/>
    <p:sldLayoutId id="2147483774" r:id="rId71"/>
    <p:sldLayoutId id="2147483775" r:id="rId72"/>
    <p:sldLayoutId id="2147483776" r:id="rId73"/>
    <p:sldLayoutId id="2147483777" r:id="rId74"/>
    <p:sldLayoutId id="2147483778" r:id="rId75"/>
    <p:sldLayoutId id="2147483779" r:id="rId7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529">
          <p15:clr>
            <a:srgbClr val="FF0000"/>
          </p15:clr>
        </p15:guide>
        <p15:guide id="2" pos="2795">
          <p15:clr>
            <a:srgbClr val="FF0000"/>
          </p15:clr>
        </p15:guide>
        <p15:guide id="3" pos="216">
          <p15:clr>
            <a:srgbClr val="EA4335"/>
          </p15:clr>
        </p15:guide>
        <p15:guide id="4" pos="504">
          <p15:clr>
            <a:srgbClr val="999999"/>
          </p15:clr>
        </p15:guide>
        <p15:guide id="5" pos="672">
          <p15:clr>
            <a:srgbClr val="999999"/>
          </p15:clr>
        </p15:guide>
        <p15:guide id="6" pos="966">
          <p15:clr>
            <a:srgbClr val="999999"/>
          </p15:clr>
        </p15:guide>
        <p15:guide id="7" pos="1132">
          <p15:clr>
            <a:srgbClr val="999999"/>
          </p15:clr>
        </p15:guide>
        <p15:guide id="8" pos="1420">
          <p15:clr>
            <a:schemeClr val="accent4"/>
          </p15:clr>
        </p15:guide>
        <p15:guide id="9" pos="1591">
          <p15:clr>
            <a:schemeClr val="accent4"/>
          </p15:clr>
        </p15:guide>
        <p15:guide id="10" pos="1879">
          <p15:clr>
            <a:srgbClr val="0000FF"/>
          </p15:clr>
        </p15:guide>
        <p15:guide id="11" pos="2049">
          <p15:clr>
            <a:srgbClr val="0000FF"/>
          </p15:clr>
        </p15:guide>
        <p15:guide id="12" pos="2337">
          <p15:clr>
            <a:srgbClr val="999999"/>
          </p15:clr>
        </p15:guide>
        <p15:guide id="13" pos="2507">
          <p15:clr>
            <a:srgbClr val="999999"/>
          </p15:clr>
        </p15:guide>
        <p15:guide id="14" pos="2965">
          <p15:clr>
            <a:srgbClr val="FF0000"/>
          </p15:clr>
        </p15:guide>
        <p15:guide id="15" pos="3253">
          <p15:clr>
            <a:srgbClr val="999999"/>
          </p15:clr>
        </p15:guide>
        <p15:guide id="16" pos="3423">
          <p15:clr>
            <a:srgbClr val="999999"/>
          </p15:clr>
        </p15:guide>
        <p15:guide id="17" pos="3711">
          <p15:clr>
            <a:srgbClr val="0000FF"/>
          </p15:clr>
        </p15:guide>
        <p15:guide id="18" pos="3881">
          <p15:clr>
            <a:srgbClr val="0000FF"/>
          </p15:clr>
        </p15:guide>
        <p15:guide id="19" pos="4169">
          <p15:clr>
            <a:schemeClr val="accent4"/>
          </p15:clr>
        </p15:guide>
        <p15:guide id="20" pos="4340">
          <p15:clr>
            <a:schemeClr val="accent4"/>
          </p15:clr>
        </p15:guide>
        <p15:guide id="21" pos="4628">
          <p15:clr>
            <a:srgbClr val="999999"/>
          </p15:clr>
        </p15:guide>
        <p15:guide id="22" pos="4798">
          <p15:clr>
            <a:srgbClr val="999999"/>
          </p15:clr>
        </p15:guide>
        <p15:guide id="23" pos="5088">
          <p15:clr>
            <a:srgbClr val="999999"/>
          </p15:clr>
        </p15:guide>
        <p15:guide id="24" pos="5256">
          <p15:clr>
            <a:srgbClr val="999999"/>
          </p15:clr>
        </p15:guide>
        <p15:guide id="25" pos="5544">
          <p15:clr>
            <a:srgbClr val="EA4335"/>
          </p15:clr>
        </p15:guide>
        <p15:guide id="26" orient="horz" pos="216">
          <p15:clr>
            <a:srgbClr val="FF0000"/>
          </p15:clr>
        </p15:guide>
        <p15:guide id="27" orient="horz" pos="3024">
          <p15:clr>
            <a:srgbClr val="EA4335"/>
          </p15:clr>
        </p15:guide>
        <p15:guide id="28" orient="horz" pos="781">
          <p15:clr>
            <a:srgbClr val="999999"/>
          </p15:clr>
        </p15:guide>
        <p15:guide id="29" orient="horz" pos="2454">
          <p15:clr>
            <a:srgbClr val="999999"/>
          </p15:clr>
        </p15:guide>
        <p15:guide id="30" orient="horz" pos="2276">
          <p15:clr>
            <a:srgbClr val="999999"/>
          </p15:clr>
        </p15:guide>
        <p15:guide id="31" orient="horz" pos="959">
          <p15:clr>
            <a:srgbClr val="999999"/>
          </p15:clr>
        </p15:guide>
        <p15:guide id="32" orient="horz" pos="1706">
          <p15:clr>
            <a:srgbClr val="FF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26.xml"/><Relationship Id="rId5" Type="http://schemas.openxmlformats.org/officeDocument/2006/relationships/image" Target="../media/image19.jp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20.jpg"/><Relationship Id="rId7"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25.xml"/><Relationship Id="rId6" Type="http://schemas.openxmlformats.org/officeDocument/2006/relationships/image" Target="../media/image22.jpg"/><Relationship Id="rId5" Type="http://schemas.openxmlformats.org/officeDocument/2006/relationships/image" Target="../media/image18.jpg"/><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1.xml"/><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2.xml"/><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3.xml"/><Relationship Id="rId1" Type="http://schemas.openxmlformats.org/officeDocument/2006/relationships/slideLayout" Target="../slideLayouts/slideLayout47.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4.xml"/><Relationship Id="rId1" Type="http://schemas.openxmlformats.org/officeDocument/2006/relationships/slideLayout" Target="../slideLayouts/slideLayout48.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5.xml"/><Relationship Id="rId1" Type="http://schemas.openxmlformats.org/officeDocument/2006/relationships/slideLayout" Target="../slideLayouts/slideLayout67.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6.xml"/><Relationship Id="rId1" Type="http://schemas.openxmlformats.org/officeDocument/2006/relationships/slideLayout" Target="../slideLayouts/slideLayout68.xml"/><Relationship Id="rId4" Type="http://schemas.openxmlformats.org/officeDocument/2006/relationships/image" Target="../media/image27.jpg"/></Relationships>
</file>

<file path=ppt/slides/_rels/slide3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7.xm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5.xml"/></Relationships>
</file>

<file path=ppt/slides/_rels/slide4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4.xml"/><Relationship Id="rId1" Type="http://schemas.openxmlformats.org/officeDocument/2006/relationships/slideLayout" Target="../slideLayouts/slideLayout56.xml"/><Relationship Id="rId4" Type="http://schemas.openxmlformats.org/officeDocument/2006/relationships/image" Target="../media/image30.jpg"/></Relationships>
</file>

<file path=ppt/slides/_rels/slide4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5.xml"/><Relationship Id="rId1" Type="http://schemas.openxmlformats.org/officeDocument/2006/relationships/slideLayout" Target="../slideLayouts/slideLayout5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0.xml"/><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2.xml"/><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3.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4.xml"/></Relationships>
</file>

<file path=ppt/slides/_rels/slide81.xml.rels><?xml version="1.0" encoding="UTF-8" standalone="yes"?>
<Relationships xmlns="http://schemas.openxmlformats.org/package/2006/relationships"><Relationship Id="rId3" Type="http://schemas.openxmlformats.org/officeDocument/2006/relationships/hyperlink" Target="https://brandfolder.com/docusign-1" TargetMode="External"/><Relationship Id="rId2" Type="http://schemas.openxmlformats.org/officeDocument/2006/relationships/notesSlide" Target="../notesSlides/notesSlide81.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8"/>
        <p:cNvGrpSpPr/>
        <p:nvPr/>
      </p:nvGrpSpPr>
      <p:grpSpPr>
        <a:xfrm>
          <a:off x="0" y="0"/>
          <a:ext cx="0" cy="0"/>
          <a:chOff x="0" y="0"/>
          <a:chExt cx="0" cy="0"/>
        </a:xfrm>
      </p:grpSpPr>
      <p:sp>
        <p:nvSpPr>
          <p:cNvPr id="1509" name="Google Shape;1509;p13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sp>
        <p:nvSpPr>
          <p:cNvPr id="1514" name="Google Shape;1514;p13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8"/>
        <p:cNvGrpSpPr/>
        <p:nvPr/>
      </p:nvGrpSpPr>
      <p:grpSpPr>
        <a:xfrm>
          <a:off x="0" y="0"/>
          <a:ext cx="0" cy="0"/>
          <a:chOff x="0" y="0"/>
          <a:chExt cx="0" cy="0"/>
        </a:xfrm>
      </p:grpSpPr>
      <p:sp>
        <p:nvSpPr>
          <p:cNvPr id="1519" name="Google Shape;1519;p13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3"/>
        <p:cNvGrpSpPr/>
        <p:nvPr/>
      </p:nvGrpSpPr>
      <p:grpSpPr>
        <a:xfrm>
          <a:off x="0" y="0"/>
          <a:ext cx="0" cy="0"/>
          <a:chOff x="0" y="0"/>
          <a:chExt cx="0" cy="0"/>
        </a:xfrm>
      </p:grpSpPr>
      <p:sp>
        <p:nvSpPr>
          <p:cNvPr id="1524" name="Google Shape;1524;p13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29" name="Google Shape;1529;p13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5</a:t>
            </a:fld>
            <a:endParaRPr/>
          </a:p>
        </p:txBody>
      </p:sp>
      <p:sp>
        <p:nvSpPr>
          <p:cNvPr id="1530" name="Google Shape;1530;p139"/>
          <p:cNvSpPr txBox="1">
            <a:spLocks noGrp="1"/>
          </p:cNvSpPr>
          <p:nvPr>
            <p:ph type="title"/>
          </p:nvPr>
        </p:nvSpPr>
        <p:spPr>
          <a:xfrm>
            <a:off x="342900" y="1240600"/>
            <a:ext cx="2639400" cy="28059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This Template Includes</a:t>
            </a:r>
            <a:endParaRPr/>
          </a:p>
        </p:txBody>
      </p:sp>
      <p:sp>
        <p:nvSpPr>
          <p:cNvPr id="1531" name="Google Shape;1531;p139"/>
          <p:cNvSpPr txBox="1">
            <a:spLocks noGrp="1"/>
          </p:cNvSpPr>
          <p:nvPr>
            <p:ph type="subTitle" idx="1"/>
          </p:nvPr>
        </p:nvSpPr>
        <p:spPr>
          <a:xfrm>
            <a:off x="3238350" y="1240600"/>
            <a:ext cx="4114800" cy="2805900"/>
          </a:xfrm>
          <a:prstGeom prst="rect">
            <a:avLst/>
          </a:prstGeom>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a:t>Cover slides / Section slides</a:t>
            </a:r>
            <a:endParaRPr/>
          </a:p>
          <a:p>
            <a:pPr marL="0" lvl="0" indent="0" algn="l" rtl="0">
              <a:lnSpc>
                <a:spcPct val="120000"/>
              </a:lnSpc>
              <a:spcBef>
                <a:spcPts val="0"/>
              </a:spcBef>
              <a:spcAft>
                <a:spcPts val="0"/>
              </a:spcAft>
              <a:buNone/>
            </a:pPr>
            <a:r>
              <a:rPr lang="en" sz="1000" b="0"/>
              <a:t>Match cover slides with section slides options. For best results, choose a title with consistent section header options.</a:t>
            </a:r>
            <a:endParaRPr sz="1000" b="0"/>
          </a:p>
          <a:p>
            <a:pPr marL="0" lvl="0" indent="0" algn="l" rtl="0">
              <a:lnSpc>
                <a:spcPct val="120000"/>
              </a:lnSpc>
              <a:spcBef>
                <a:spcPts val="0"/>
              </a:spcBef>
              <a:spcAft>
                <a:spcPts val="0"/>
              </a:spcAft>
              <a:buNone/>
            </a:pPr>
            <a:endParaRPr sz="1000" b="0"/>
          </a:p>
          <a:p>
            <a:pPr marL="0" lvl="0" indent="0" algn="l" rtl="0">
              <a:lnSpc>
                <a:spcPct val="120000"/>
              </a:lnSpc>
              <a:spcBef>
                <a:spcPts val="0"/>
              </a:spcBef>
              <a:spcAft>
                <a:spcPts val="0"/>
              </a:spcAft>
              <a:buNone/>
            </a:pPr>
            <a:r>
              <a:rPr lang="en"/>
              <a:t>Content slides</a:t>
            </a:r>
            <a:endParaRPr/>
          </a:p>
          <a:p>
            <a:pPr marL="457200" lvl="0" indent="-292100" algn="l" rtl="0">
              <a:lnSpc>
                <a:spcPct val="120000"/>
              </a:lnSpc>
              <a:spcBef>
                <a:spcPts val="0"/>
              </a:spcBef>
              <a:spcAft>
                <a:spcPts val="0"/>
              </a:spcAft>
              <a:buSzPts val="1000"/>
              <a:buChar char="●"/>
            </a:pPr>
            <a:r>
              <a:rPr lang="en" sz="1000" b="0"/>
              <a:t>Data class designation</a:t>
            </a:r>
            <a:endParaRPr sz="1000" b="0"/>
          </a:p>
          <a:p>
            <a:pPr marL="457200" lvl="0" indent="-292100" algn="l" rtl="0">
              <a:lnSpc>
                <a:spcPct val="120000"/>
              </a:lnSpc>
              <a:spcBef>
                <a:spcPts val="0"/>
              </a:spcBef>
              <a:spcAft>
                <a:spcPts val="0"/>
              </a:spcAft>
              <a:buSzPts val="1000"/>
              <a:buChar char="●"/>
            </a:pPr>
            <a:r>
              <a:rPr lang="en" sz="1000" b="0"/>
              <a:t>Standard core content</a:t>
            </a:r>
            <a:endParaRPr sz="1000" b="0"/>
          </a:p>
          <a:p>
            <a:pPr marL="457200" lvl="0" indent="-292100" algn="l" rtl="0">
              <a:lnSpc>
                <a:spcPct val="120000"/>
              </a:lnSpc>
              <a:spcBef>
                <a:spcPts val="0"/>
              </a:spcBef>
              <a:spcAft>
                <a:spcPts val="0"/>
              </a:spcAft>
              <a:buSzPts val="1000"/>
              <a:buChar char="●"/>
            </a:pPr>
            <a:r>
              <a:rPr lang="en" sz="1000" b="0"/>
              <a:t>Detailed content</a:t>
            </a:r>
            <a:endParaRPr sz="1000" b="0"/>
          </a:p>
          <a:p>
            <a:pPr marL="0" lvl="0" indent="0" algn="l" rtl="0">
              <a:lnSpc>
                <a:spcPct val="120000"/>
              </a:lnSpc>
              <a:spcBef>
                <a:spcPts val="0"/>
              </a:spcBef>
              <a:spcAft>
                <a:spcPts val="0"/>
              </a:spcAft>
              <a:buNone/>
            </a:pPr>
            <a:endParaRPr sz="1000" b="0"/>
          </a:p>
          <a:p>
            <a:pPr marL="0" lvl="0" indent="0" algn="l" rtl="0">
              <a:lnSpc>
                <a:spcPct val="120000"/>
              </a:lnSpc>
              <a:spcBef>
                <a:spcPts val="0"/>
              </a:spcBef>
              <a:spcAft>
                <a:spcPts val="0"/>
              </a:spcAft>
              <a:buNone/>
            </a:pPr>
            <a:r>
              <a:rPr lang="en"/>
              <a:t>Creative Assets &amp; Resources</a:t>
            </a:r>
            <a:endParaRPr/>
          </a:p>
          <a:p>
            <a:pPr marL="0" lvl="0" indent="0" algn="l" rtl="0">
              <a:lnSpc>
                <a:spcPct val="120000"/>
              </a:lnSpc>
              <a:spcBef>
                <a:spcPts val="0"/>
              </a:spcBef>
              <a:spcAft>
                <a:spcPts val="0"/>
              </a:spcAft>
              <a:buNone/>
            </a:pPr>
            <a:r>
              <a:rPr lang="en" sz="1000" b="0"/>
              <a:t>Our template includes creative assets which include scribble lines and iconography with reference links to </a:t>
            </a:r>
            <a:r>
              <a:rPr lang="en" sz="1000" b="0" u="sng">
                <a:hlinkClick r:id="rId3" action="ppaction://hlinksldjump"/>
              </a:rPr>
              <a:t>our full photo library and a comprehensive template usage and style guide.</a:t>
            </a:r>
            <a:endParaRPr sz="1000" b="0"/>
          </a:p>
          <a:p>
            <a:pPr marL="0" lvl="0" indent="0" algn="l" rtl="0">
              <a:spcBef>
                <a:spcPts val="0"/>
              </a:spcBef>
              <a:spcAft>
                <a:spcPts val="0"/>
              </a:spcAft>
              <a:buNone/>
            </a:pPr>
            <a:endParaRPr b="0"/>
          </a:p>
        </p:txBody>
      </p:sp>
      <p:sp>
        <p:nvSpPr>
          <p:cNvPr id="1532" name="Google Shape;1532;p139"/>
          <p:cNvSpPr txBox="1"/>
          <p:nvPr/>
        </p:nvSpPr>
        <p:spPr>
          <a:xfrm>
            <a:off x="5223596" y="2522524"/>
            <a:ext cx="1713900" cy="519300"/>
          </a:xfrm>
          <a:prstGeom prst="rect">
            <a:avLst/>
          </a:prstGeom>
          <a:noFill/>
          <a:ln>
            <a:noFill/>
          </a:ln>
        </p:spPr>
        <p:txBody>
          <a:bodyPr spcFirstLastPara="1" wrap="square" lIns="0" tIns="0" rIns="0" bIns="0" anchor="t" anchorCtr="0">
            <a:noAutofit/>
          </a:bodyPr>
          <a:lstStyle/>
          <a:p>
            <a:pPr marL="457200" lvl="0" indent="-292100" algn="l" rtl="0">
              <a:lnSpc>
                <a:spcPct val="120000"/>
              </a:lnSpc>
              <a:spcBef>
                <a:spcPts val="0"/>
              </a:spcBef>
              <a:spcAft>
                <a:spcPts val="0"/>
              </a:spcAft>
              <a:buClr>
                <a:schemeClr val="dk1"/>
              </a:buClr>
              <a:buSzPts val="1000"/>
              <a:buFont typeface="DS Indigo"/>
              <a:buChar char="●"/>
            </a:pPr>
            <a:r>
              <a:rPr lang="en" sz="1000">
                <a:solidFill>
                  <a:schemeClr val="dk1"/>
                </a:solidFill>
                <a:latin typeface="DS Indigo"/>
                <a:ea typeface="DS Indigo"/>
                <a:cs typeface="DS Indigo"/>
                <a:sym typeface="DS Indigo"/>
              </a:rPr>
              <a:t>Charts</a:t>
            </a:r>
            <a:endParaRPr sz="1000">
              <a:solidFill>
                <a:schemeClr val="dk1"/>
              </a:solidFill>
              <a:latin typeface="DS Indigo"/>
              <a:ea typeface="DS Indigo"/>
              <a:cs typeface="DS Indigo"/>
              <a:sym typeface="DS Indigo"/>
            </a:endParaRPr>
          </a:p>
          <a:p>
            <a:pPr marL="457200" lvl="0" indent="-292100" algn="l" rtl="0">
              <a:lnSpc>
                <a:spcPct val="120000"/>
              </a:lnSpc>
              <a:spcBef>
                <a:spcPts val="0"/>
              </a:spcBef>
              <a:spcAft>
                <a:spcPts val="0"/>
              </a:spcAft>
              <a:buClr>
                <a:schemeClr val="dk1"/>
              </a:buClr>
              <a:buSzPts val="1000"/>
              <a:buFont typeface="DS Indigo"/>
              <a:buChar char="●"/>
            </a:pPr>
            <a:r>
              <a:rPr lang="en" sz="1000">
                <a:solidFill>
                  <a:schemeClr val="dk1"/>
                </a:solidFill>
                <a:latin typeface="DS Indigo"/>
                <a:ea typeface="DS Indigo"/>
                <a:cs typeface="DS Indigo"/>
                <a:sym typeface="DS Indigo"/>
              </a:rPr>
              <a:t>Data tables</a:t>
            </a:r>
            <a:endParaRPr sz="1000">
              <a:solidFill>
                <a:schemeClr val="dk1"/>
              </a:solidFill>
              <a:latin typeface="DS Indigo"/>
              <a:ea typeface="DS Indigo"/>
              <a:cs typeface="DS Indigo"/>
              <a:sym typeface="DS Indigo"/>
            </a:endParaRPr>
          </a:p>
          <a:p>
            <a:pPr marL="457200" lvl="0" indent="-292100" algn="l" rtl="0">
              <a:lnSpc>
                <a:spcPct val="120000"/>
              </a:lnSpc>
              <a:spcBef>
                <a:spcPts val="0"/>
              </a:spcBef>
              <a:spcAft>
                <a:spcPts val="0"/>
              </a:spcAft>
              <a:buClr>
                <a:schemeClr val="dk1"/>
              </a:buClr>
              <a:buSzPts val="1000"/>
              <a:buFont typeface="DS Indigo"/>
              <a:buChar char="●"/>
            </a:pPr>
            <a:r>
              <a:rPr lang="en" sz="1000">
                <a:solidFill>
                  <a:schemeClr val="dk1"/>
                </a:solidFill>
                <a:latin typeface="DS Indigo"/>
                <a:ea typeface="DS Indigo"/>
                <a:cs typeface="DS Indigo"/>
                <a:sym typeface="DS Indigo"/>
              </a:rPr>
              <a:t>Workflow diagrams</a:t>
            </a:r>
            <a:endParaRPr sz="1000">
              <a:solidFill>
                <a:schemeClr val="dk1"/>
              </a:solidFill>
              <a:latin typeface="DS Indigo"/>
              <a:ea typeface="DS Indigo"/>
              <a:cs typeface="DS Indigo"/>
              <a:sym typeface="DS Indig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6"/>
        <p:cNvGrpSpPr/>
        <p:nvPr/>
      </p:nvGrpSpPr>
      <p:grpSpPr>
        <a:xfrm>
          <a:off x="0" y="0"/>
          <a:ext cx="0" cy="0"/>
          <a:chOff x="0" y="0"/>
          <a:chExt cx="0" cy="0"/>
        </a:xfrm>
      </p:grpSpPr>
      <p:sp>
        <p:nvSpPr>
          <p:cNvPr id="1537" name="Google Shape;1537;p140"/>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Presentation Title Here - 2 Lines Max</a:t>
            </a:r>
            <a:endParaRPr/>
          </a:p>
        </p:txBody>
      </p:sp>
      <p:sp>
        <p:nvSpPr>
          <p:cNvPr id="1538" name="Google Shape;1538;p140"/>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Subhead goes here – 2 lines max. Lorem ipsum dolor sit amet.</a:t>
            </a:r>
            <a:endParaRPr>
              <a:solidFill>
                <a:srgbClr val="D9D9D9"/>
              </a:solidFill>
            </a:endParaRPr>
          </a:p>
        </p:txBody>
      </p:sp>
      <p:sp>
        <p:nvSpPr>
          <p:cNvPr id="1539" name="Google Shape;1539;p140"/>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Presenter Full Name</a:t>
            </a:r>
            <a:endParaRPr b="1"/>
          </a:p>
          <a:p>
            <a:pPr marL="0" lvl="0" indent="0" algn="l" rtl="0">
              <a:spcBef>
                <a:spcPts val="0"/>
              </a:spcBef>
              <a:spcAft>
                <a:spcPts val="0"/>
              </a:spcAft>
              <a:buNone/>
            </a:pPr>
            <a:r>
              <a:rPr lang="en"/>
              <a:t>Presenter Title</a:t>
            </a:r>
            <a:endParaRPr/>
          </a:p>
        </p:txBody>
      </p:sp>
      <p:sp>
        <p:nvSpPr>
          <p:cNvPr id="1540" name="Google Shape;1540;p140"/>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January 01, 2024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141"/>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Presentation Title Here - 2 Lines Max</a:t>
            </a:r>
            <a:endParaRPr/>
          </a:p>
        </p:txBody>
      </p:sp>
      <p:sp>
        <p:nvSpPr>
          <p:cNvPr id="1546" name="Google Shape;1546;p141"/>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Subhead goes here – 2 lines max. Lorem ipsum dolor sit amet.</a:t>
            </a:r>
            <a:endParaRPr>
              <a:solidFill>
                <a:srgbClr val="D9D9D9"/>
              </a:solidFill>
            </a:endParaRPr>
          </a:p>
        </p:txBody>
      </p:sp>
      <p:sp>
        <p:nvSpPr>
          <p:cNvPr id="1547" name="Google Shape;1547;p141"/>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Presenter Full Name</a:t>
            </a:r>
            <a:endParaRPr b="1"/>
          </a:p>
          <a:p>
            <a:pPr marL="0" lvl="0" indent="0" algn="l" rtl="0">
              <a:spcBef>
                <a:spcPts val="0"/>
              </a:spcBef>
              <a:spcAft>
                <a:spcPts val="0"/>
              </a:spcAft>
              <a:buNone/>
            </a:pPr>
            <a:r>
              <a:rPr lang="en"/>
              <a:t>Presenter Title</a:t>
            </a:r>
            <a:endParaRPr/>
          </a:p>
        </p:txBody>
      </p:sp>
      <p:sp>
        <p:nvSpPr>
          <p:cNvPr id="1548" name="Google Shape;1548;p141"/>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January 01, 2024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142"/>
          <p:cNvSpPr txBox="1">
            <a:spLocks noGrp="1"/>
          </p:cNvSpPr>
          <p:nvPr>
            <p:ph type="title"/>
          </p:nvPr>
        </p:nvSpPr>
        <p:spPr>
          <a:xfrm>
            <a:off x="333325" y="1113200"/>
            <a:ext cx="6555900" cy="13140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Presentation Title Here - 2 Lines Max</a:t>
            </a:r>
            <a:endParaRPr/>
          </a:p>
        </p:txBody>
      </p:sp>
      <p:sp>
        <p:nvSpPr>
          <p:cNvPr id="1554" name="Google Shape;1554;p142"/>
          <p:cNvSpPr txBox="1">
            <a:spLocks noGrp="1"/>
          </p:cNvSpPr>
          <p:nvPr>
            <p:ph type="subTitle" idx="1"/>
          </p:nvPr>
        </p:nvSpPr>
        <p:spPr>
          <a:xfrm>
            <a:off x="333325" y="2651350"/>
            <a:ext cx="6555900" cy="64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Subhead goes here – 2 lines max. Lorem ipsum dolor sit amet.</a:t>
            </a:r>
            <a:endParaRPr>
              <a:solidFill>
                <a:srgbClr val="D9D9D9"/>
              </a:solidFill>
            </a:endParaRPr>
          </a:p>
        </p:txBody>
      </p:sp>
      <p:sp>
        <p:nvSpPr>
          <p:cNvPr id="1555" name="Google Shape;1555;p142"/>
          <p:cNvSpPr txBox="1">
            <a:spLocks noGrp="1"/>
          </p:cNvSpPr>
          <p:nvPr>
            <p:ph type="subTitle" idx="2"/>
          </p:nvPr>
        </p:nvSpPr>
        <p:spPr>
          <a:xfrm>
            <a:off x="333325" y="4194400"/>
            <a:ext cx="1994400" cy="27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Presenter Full Name</a:t>
            </a:r>
            <a:endParaRPr b="1"/>
          </a:p>
          <a:p>
            <a:pPr marL="0" lvl="0" indent="0" algn="l" rtl="0">
              <a:spcBef>
                <a:spcPts val="0"/>
              </a:spcBef>
              <a:spcAft>
                <a:spcPts val="0"/>
              </a:spcAft>
              <a:buNone/>
            </a:pPr>
            <a:r>
              <a:rPr lang="en"/>
              <a:t>Presenter Title</a:t>
            </a:r>
            <a:endParaRPr/>
          </a:p>
        </p:txBody>
      </p:sp>
      <p:sp>
        <p:nvSpPr>
          <p:cNvPr id="1556" name="Google Shape;1556;p142"/>
          <p:cNvSpPr txBox="1">
            <a:spLocks noGrp="1"/>
          </p:cNvSpPr>
          <p:nvPr>
            <p:ph type="subTitle" idx="3"/>
          </p:nvPr>
        </p:nvSpPr>
        <p:spPr>
          <a:xfrm>
            <a:off x="333325" y="683400"/>
            <a:ext cx="6555900" cy="216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January 01, 2024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143"/>
          <p:cNvSpPr txBox="1">
            <a:spLocks noGrp="1"/>
          </p:cNvSpPr>
          <p:nvPr>
            <p:ph type="title"/>
          </p:nvPr>
        </p:nvSpPr>
        <p:spPr>
          <a:xfrm>
            <a:off x="333325" y="1113200"/>
            <a:ext cx="5211000" cy="1872300"/>
          </a:xfrm>
          <a:prstGeom prst="rect">
            <a:avLst/>
          </a:prstGeom>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100"/>
              <a:buFont typeface="Arial"/>
              <a:buNone/>
            </a:pPr>
            <a:r>
              <a:rPr lang="en"/>
              <a:t>Presentation Title here - </a:t>
            </a:r>
            <a:br>
              <a:rPr lang="en"/>
            </a:br>
            <a:r>
              <a:rPr lang="en"/>
              <a:t>3 Lines Max</a:t>
            </a:r>
            <a:endParaRPr/>
          </a:p>
        </p:txBody>
      </p:sp>
      <p:sp>
        <p:nvSpPr>
          <p:cNvPr id="1562" name="Google Shape;1562;p143"/>
          <p:cNvSpPr txBox="1">
            <a:spLocks noGrp="1"/>
          </p:cNvSpPr>
          <p:nvPr>
            <p:ph type="subTitle" idx="1"/>
          </p:nvPr>
        </p:nvSpPr>
        <p:spPr>
          <a:xfrm>
            <a:off x="333325" y="3125363"/>
            <a:ext cx="4864500" cy="365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Subhead goes here – 2 lines max. Lorem ipsum dolor sit amet.</a:t>
            </a:r>
            <a:endParaRPr/>
          </a:p>
        </p:txBody>
      </p:sp>
      <p:sp>
        <p:nvSpPr>
          <p:cNvPr id="1563" name="Google Shape;1563;p143"/>
          <p:cNvSpPr txBox="1">
            <a:spLocks noGrp="1"/>
          </p:cNvSpPr>
          <p:nvPr>
            <p:ph type="subTitle" idx="2"/>
          </p:nvPr>
        </p:nvSpPr>
        <p:spPr>
          <a:xfrm>
            <a:off x="333325" y="3970838"/>
            <a:ext cx="1200300" cy="2925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b="1"/>
              <a:t>Presenter Full Name</a:t>
            </a:r>
            <a:endParaRPr b="1"/>
          </a:p>
          <a:p>
            <a:pPr marL="0" lvl="0" indent="0" algn="l" rtl="0">
              <a:spcBef>
                <a:spcPts val="0"/>
              </a:spcBef>
              <a:spcAft>
                <a:spcPts val="0"/>
              </a:spcAft>
              <a:buNone/>
            </a:pPr>
            <a:r>
              <a:rPr lang="en"/>
              <a:t>Presenter Title</a:t>
            </a:r>
            <a:endParaRPr/>
          </a:p>
        </p:txBody>
      </p:sp>
      <p:sp>
        <p:nvSpPr>
          <p:cNvPr id="1564" name="Google Shape;1564;p143"/>
          <p:cNvSpPr txBox="1">
            <a:spLocks noGrp="1"/>
          </p:cNvSpPr>
          <p:nvPr>
            <p:ph type="subTitle" idx="3"/>
          </p:nvPr>
        </p:nvSpPr>
        <p:spPr>
          <a:xfrm>
            <a:off x="1795375" y="3970838"/>
            <a:ext cx="1200300" cy="2925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b="1"/>
              <a:t>Presenter Full Name</a:t>
            </a:r>
            <a:endParaRPr b="1"/>
          </a:p>
          <a:p>
            <a:pPr marL="0" lvl="0" indent="0" algn="l" rtl="0">
              <a:spcBef>
                <a:spcPts val="0"/>
              </a:spcBef>
              <a:spcAft>
                <a:spcPts val="0"/>
              </a:spcAft>
              <a:buClr>
                <a:schemeClr val="dk1"/>
              </a:buClr>
              <a:buSzPts val="1100"/>
              <a:buFont typeface="Arial"/>
              <a:buNone/>
            </a:pPr>
            <a:r>
              <a:rPr lang="en"/>
              <a:t>Presenter Title</a:t>
            </a:r>
            <a:endParaRPr/>
          </a:p>
        </p:txBody>
      </p:sp>
      <p:sp>
        <p:nvSpPr>
          <p:cNvPr id="1565" name="Google Shape;1565;p143"/>
          <p:cNvSpPr txBox="1">
            <a:spLocks noGrp="1"/>
          </p:cNvSpPr>
          <p:nvPr>
            <p:ph type="subTitle" idx="4"/>
          </p:nvPr>
        </p:nvSpPr>
        <p:spPr>
          <a:xfrm>
            <a:off x="3257425" y="3970838"/>
            <a:ext cx="1200300" cy="2925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b="1"/>
              <a:t>Presenter Full Name</a:t>
            </a:r>
            <a:endParaRPr b="1"/>
          </a:p>
          <a:p>
            <a:pPr marL="0" lvl="0" indent="0" algn="l" rtl="0">
              <a:spcBef>
                <a:spcPts val="0"/>
              </a:spcBef>
              <a:spcAft>
                <a:spcPts val="0"/>
              </a:spcAft>
              <a:buClr>
                <a:schemeClr val="dk1"/>
              </a:buClr>
              <a:buSzPts val="1100"/>
              <a:buFont typeface="Arial"/>
              <a:buNone/>
            </a:pPr>
            <a:r>
              <a:rPr lang="en"/>
              <a:t>Presenter Title</a:t>
            </a:r>
            <a:endParaRPr/>
          </a:p>
        </p:txBody>
      </p:sp>
      <p:sp>
        <p:nvSpPr>
          <p:cNvPr id="1566" name="Google Shape;1566;p143"/>
          <p:cNvSpPr txBox="1">
            <a:spLocks noGrp="1"/>
          </p:cNvSpPr>
          <p:nvPr>
            <p:ph type="subTitle" idx="5"/>
          </p:nvPr>
        </p:nvSpPr>
        <p:spPr>
          <a:xfrm>
            <a:off x="333325" y="683400"/>
            <a:ext cx="6555900" cy="216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January 01, 2024</a:t>
            </a:r>
            <a:endParaRPr/>
          </a:p>
        </p:txBody>
      </p:sp>
      <p:pic>
        <p:nvPicPr>
          <p:cNvPr id="1567" name="Google Shape;1567;p143"/>
          <p:cNvPicPr preferRelativeResize="0">
            <a:picLocks noGrp="1"/>
          </p:cNvPicPr>
          <p:nvPr>
            <p:ph type="pic" idx="6"/>
          </p:nvPr>
        </p:nvPicPr>
        <p:blipFill rotWithShape="1">
          <a:blip r:embed="rId3">
            <a:alphaModFix/>
          </a:blip>
          <a:srcRect l="26690" r="26690"/>
          <a:stretch/>
        </p:blipFill>
        <p:spPr>
          <a:xfrm flipH="1">
            <a:off x="5786100" y="342900"/>
            <a:ext cx="3357900" cy="4800600"/>
          </a:xfrm>
          <a:prstGeom prst="round1Rect">
            <a:avLst>
              <a:gd name="adj" fmla="val 16667"/>
            </a:avLst>
          </a:prstGeom>
        </p:spPr>
      </p:pic>
      <p:sp>
        <p:nvSpPr>
          <p:cNvPr id="1568" name="Google Shape;1568;p143"/>
          <p:cNvSpPr/>
          <p:nvPr/>
        </p:nvSpPr>
        <p:spPr>
          <a:xfrm>
            <a:off x="7155051" y="2597876"/>
            <a:ext cx="2457668" cy="3038458"/>
          </a:xfrm>
          <a:custGeom>
            <a:avLst/>
            <a:gdLst/>
            <a:ahLst/>
            <a:cxnLst/>
            <a:rect l="l" t="t" r="r" b="b"/>
            <a:pathLst>
              <a:path w="136727" h="169038" fill="none" extrusionOk="0">
                <a:moveTo>
                  <a:pt x="136726" y="165531"/>
                </a:moveTo>
                <a:lnTo>
                  <a:pt x="136710" y="165891"/>
                </a:lnTo>
                <a:lnTo>
                  <a:pt x="136570" y="166579"/>
                </a:lnTo>
                <a:lnTo>
                  <a:pt x="136303" y="167206"/>
                </a:lnTo>
                <a:lnTo>
                  <a:pt x="135928" y="167753"/>
                </a:lnTo>
                <a:lnTo>
                  <a:pt x="135442" y="168239"/>
                </a:lnTo>
                <a:lnTo>
                  <a:pt x="134895" y="168614"/>
                </a:lnTo>
                <a:lnTo>
                  <a:pt x="134268" y="168881"/>
                </a:lnTo>
                <a:lnTo>
                  <a:pt x="133580" y="169021"/>
                </a:lnTo>
                <a:lnTo>
                  <a:pt x="133219" y="169037"/>
                </a:lnTo>
                <a:lnTo>
                  <a:pt x="3507" y="169037"/>
                </a:lnTo>
                <a:lnTo>
                  <a:pt x="3132" y="169021"/>
                </a:lnTo>
                <a:lnTo>
                  <a:pt x="2458" y="168881"/>
                </a:lnTo>
                <a:lnTo>
                  <a:pt x="1832" y="168614"/>
                </a:lnTo>
                <a:lnTo>
                  <a:pt x="1269" y="168239"/>
                </a:lnTo>
                <a:lnTo>
                  <a:pt x="799" y="167753"/>
                </a:lnTo>
                <a:lnTo>
                  <a:pt x="408" y="167206"/>
                </a:lnTo>
                <a:lnTo>
                  <a:pt x="142" y="166579"/>
                </a:lnTo>
                <a:lnTo>
                  <a:pt x="16" y="165891"/>
                </a:lnTo>
                <a:lnTo>
                  <a:pt x="1" y="165531"/>
                </a:lnTo>
                <a:lnTo>
                  <a:pt x="1" y="47762"/>
                </a:lnTo>
                <a:lnTo>
                  <a:pt x="1" y="47449"/>
                </a:lnTo>
                <a:lnTo>
                  <a:pt x="126" y="46839"/>
                </a:lnTo>
                <a:lnTo>
                  <a:pt x="345" y="46260"/>
                </a:lnTo>
                <a:lnTo>
                  <a:pt x="658" y="45712"/>
                </a:lnTo>
                <a:lnTo>
                  <a:pt x="862" y="45477"/>
                </a:lnTo>
                <a:lnTo>
                  <a:pt x="39152" y="1222"/>
                </a:lnTo>
                <a:lnTo>
                  <a:pt x="39418" y="940"/>
                </a:lnTo>
                <a:lnTo>
                  <a:pt x="40013" y="486"/>
                </a:lnTo>
                <a:lnTo>
                  <a:pt x="40702" y="173"/>
                </a:lnTo>
                <a:lnTo>
                  <a:pt x="41438" y="16"/>
                </a:lnTo>
                <a:lnTo>
                  <a:pt x="41814" y="1"/>
                </a:lnTo>
                <a:lnTo>
                  <a:pt x="133219" y="1"/>
                </a:lnTo>
                <a:lnTo>
                  <a:pt x="133580" y="16"/>
                </a:lnTo>
                <a:lnTo>
                  <a:pt x="134268" y="157"/>
                </a:lnTo>
                <a:lnTo>
                  <a:pt x="134895" y="423"/>
                </a:lnTo>
                <a:lnTo>
                  <a:pt x="135442" y="799"/>
                </a:lnTo>
                <a:lnTo>
                  <a:pt x="135928" y="1269"/>
                </a:lnTo>
                <a:lnTo>
                  <a:pt x="136303" y="1832"/>
                </a:lnTo>
                <a:lnTo>
                  <a:pt x="136570" y="2458"/>
                </a:lnTo>
                <a:lnTo>
                  <a:pt x="136710" y="3147"/>
                </a:lnTo>
                <a:lnTo>
                  <a:pt x="136726" y="3507"/>
                </a:lnTo>
                <a:lnTo>
                  <a:pt x="136726" y="165531"/>
                </a:lnTo>
                <a:close/>
              </a:path>
            </a:pathLst>
          </a:custGeom>
          <a:noFill/>
          <a:ln w="38100" cap="flat" cmpd="sng">
            <a:solidFill>
              <a:srgbClr val="FF5252"/>
            </a:solidFill>
            <a:prstDash val="solid"/>
            <a:miter lim="1565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p144"/>
          <p:cNvSpPr txBox="1">
            <a:spLocks noGrp="1"/>
          </p:cNvSpPr>
          <p:nvPr>
            <p:ph type="title"/>
          </p:nvPr>
        </p:nvSpPr>
        <p:spPr>
          <a:xfrm>
            <a:off x="1533525" y="1240600"/>
            <a:ext cx="5095800" cy="202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Presentation Title Goes Here – 3 Lines Max</a:t>
            </a:r>
            <a:endParaRPr/>
          </a:p>
        </p:txBody>
      </p:sp>
      <p:sp>
        <p:nvSpPr>
          <p:cNvPr id="1574" name="Google Shape;1574;p144"/>
          <p:cNvSpPr txBox="1">
            <a:spLocks noGrp="1"/>
          </p:cNvSpPr>
          <p:nvPr>
            <p:ph type="subTitle" idx="4"/>
          </p:nvPr>
        </p:nvSpPr>
        <p:spPr>
          <a:xfrm>
            <a:off x="1533600" y="3424100"/>
            <a:ext cx="50958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Subhead goes here – 2 lines max. Lorem ipsum dolor sit.</a:t>
            </a:r>
            <a:endParaRPr/>
          </a:p>
        </p:txBody>
      </p:sp>
      <p:sp>
        <p:nvSpPr>
          <p:cNvPr id="1575" name="Google Shape;1575;p144"/>
          <p:cNvSpPr txBox="1">
            <a:spLocks noGrp="1"/>
          </p:cNvSpPr>
          <p:nvPr>
            <p:ph type="subTitle" idx="1"/>
          </p:nvPr>
        </p:nvSpPr>
        <p:spPr>
          <a:xfrm>
            <a:off x="6867650" y="1240600"/>
            <a:ext cx="1933500" cy="2772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b="1"/>
              <a:t>Presenter Full Name</a:t>
            </a:r>
            <a:endParaRPr b="1"/>
          </a:p>
          <a:p>
            <a:pPr marL="0" lvl="0" indent="0" algn="l" rtl="0">
              <a:spcBef>
                <a:spcPts val="0"/>
              </a:spcBef>
              <a:spcAft>
                <a:spcPts val="0"/>
              </a:spcAft>
              <a:buNone/>
            </a:pPr>
            <a:r>
              <a:rPr lang="en"/>
              <a:t>Presenter Title</a:t>
            </a:r>
            <a:endParaRPr/>
          </a:p>
        </p:txBody>
      </p:sp>
      <p:sp>
        <p:nvSpPr>
          <p:cNvPr id="1576" name="Google Shape;1576;p144"/>
          <p:cNvSpPr txBox="1">
            <a:spLocks noGrp="1"/>
          </p:cNvSpPr>
          <p:nvPr>
            <p:ph type="subTitle" idx="2"/>
          </p:nvPr>
        </p:nvSpPr>
        <p:spPr>
          <a:xfrm>
            <a:off x="6867650" y="2013350"/>
            <a:ext cx="1933500" cy="2772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b="1"/>
              <a:t>Presenter Full Name</a:t>
            </a:r>
            <a:endParaRPr b="1"/>
          </a:p>
          <a:p>
            <a:pPr marL="0" lvl="0" indent="0" algn="l" rtl="0">
              <a:spcBef>
                <a:spcPts val="0"/>
              </a:spcBef>
              <a:spcAft>
                <a:spcPts val="0"/>
              </a:spcAft>
              <a:buNone/>
            </a:pPr>
            <a:r>
              <a:rPr lang="en"/>
              <a:t>Presenter Title</a:t>
            </a:r>
            <a:endParaRPr/>
          </a:p>
        </p:txBody>
      </p:sp>
      <p:sp>
        <p:nvSpPr>
          <p:cNvPr id="1577" name="Google Shape;1577;p144"/>
          <p:cNvSpPr txBox="1">
            <a:spLocks noGrp="1"/>
          </p:cNvSpPr>
          <p:nvPr>
            <p:ph type="subTitle" idx="3"/>
          </p:nvPr>
        </p:nvSpPr>
        <p:spPr>
          <a:xfrm>
            <a:off x="1533600" y="683400"/>
            <a:ext cx="5095800" cy="216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January 01, 2024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p145"/>
          <p:cNvSpPr txBox="1">
            <a:spLocks noGrp="1"/>
          </p:cNvSpPr>
          <p:nvPr>
            <p:ph type="title"/>
          </p:nvPr>
        </p:nvSpPr>
        <p:spPr>
          <a:xfrm>
            <a:off x="333325" y="1113200"/>
            <a:ext cx="5558400" cy="13140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Presentation Title Here - 2 Lines Max</a:t>
            </a:r>
            <a:endParaRPr/>
          </a:p>
        </p:txBody>
      </p:sp>
      <p:sp>
        <p:nvSpPr>
          <p:cNvPr id="1583" name="Google Shape;1583;p145"/>
          <p:cNvSpPr txBox="1">
            <a:spLocks noGrp="1"/>
          </p:cNvSpPr>
          <p:nvPr>
            <p:ph type="subTitle" idx="1"/>
          </p:nvPr>
        </p:nvSpPr>
        <p:spPr>
          <a:xfrm>
            <a:off x="333325" y="2651350"/>
            <a:ext cx="48483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Subhead goes here – 2 lines max. Lorem ipsum dolor sit amet consectetur.</a:t>
            </a:r>
            <a:endParaRPr/>
          </a:p>
        </p:txBody>
      </p:sp>
      <p:sp>
        <p:nvSpPr>
          <p:cNvPr id="1584" name="Google Shape;1584;p145"/>
          <p:cNvSpPr txBox="1">
            <a:spLocks noGrp="1"/>
          </p:cNvSpPr>
          <p:nvPr>
            <p:ph type="subTitle" idx="2"/>
          </p:nvPr>
        </p:nvSpPr>
        <p:spPr>
          <a:xfrm>
            <a:off x="333325" y="3742238"/>
            <a:ext cx="1200300" cy="292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Presenter Full Name</a:t>
            </a:r>
            <a:endParaRPr b="1"/>
          </a:p>
          <a:p>
            <a:pPr marL="0" lvl="0" indent="0" algn="l" rtl="0">
              <a:spcBef>
                <a:spcPts val="0"/>
              </a:spcBef>
              <a:spcAft>
                <a:spcPts val="0"/>
              </a:spcAft>
              <a:buNone/>
            </a:pPr>
            <a:r>
              <a:rPr lang="en"/>
              <a:t>Presenter Title</a:t>
            </a:r>
            <a:endParaRPr/>
          </a:p>
        </p:txBody>
      </p:sp>
      <p:sp>
        <p:nvSpPr>
          <p:cNvPr id="1585" name="Google Shape;1585;p145"/>
          <p:cNvSpPr txBox="1">
            <a:spLocks noGrp="1"/>
          </p:cNvSpPr>
          <p:nvPr>
            <p:ph type="subTitle" idx="3"/>
          </p:nvPr>
        </p:nvSpPr>
        <p:spPr>
          <a:xfrm>
            <a:off x="2512375" y="3742238"/>
            <a:ext cx="1200300" cy="292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Presenter Full Name</a:t>
            </a:r>
            <a:endParaRPr b="1"/>
          </a:p>
          <a:p>
            <a:pPr marL="0" lvl="0" indent="0" algn="l" rtl="0">
              <a:spcBef>
                <a:spcPts val="0"/>
              </a:spcBef>
              <a:spcAft>
                <a:spcPts val="0"/>
              </a:spcAft>
              <a:buNone/>
            </a:pPr>
            <a:r>
              <a:rPr lang="en"/>
              <a:t>Presenter Title</a:t>
            </a:r>
            <a:endParaRPr/>
          </a:p>
        </p:txBody>
      </p:sp>
      <p:sp>
        <p:nvSpPr>
          <p:cNvPr id="1586" name="Google Shape;1586;p145"/>
          <p:cNvSpPr txBox="1">
            <a:spLocks noGrp="1"/>
          </p:cNvSpPr>
          <p:nvPr>
            <p:ph type="subTitle" idx="4"/>
          </p:nvPr>
        </p:nvSpPr>
        <p:spPr>
          <a:xfrm>
            <a:off x="333325" y="683400"/>
            <a:ext cx="6555900" cy="216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January 01, 2024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146"/>
          <p:cNvSpPr txBox="1">
            <a:spLocks noGrp="1"/>
          </p:cNvSpPr>
          <p:nvPr>
            <p:ph type="title"/>
          </p:nvPr>
        </p:nvSpPr>
        <p:spPr>
          <a:xfrm>
            <a:off x="2801600" y="1113200"/>
            <a:ext cx="4332000" cy="1898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Presentation Title Here - 2 Lines Max</a:t>
            </a:r>
            <a:endParaRPr/>
          </a:p>
        </p:txBody>
      </p:sp>
      <p:sp>
        <p:nvSpPr>
          <p:cNvPr id="1592" name="Google Shape;1592;p146"/>
          <p:cNvSpPr txBox="1">
            <a:spLocks noGrp="1"/>
          </p:cNvSpPr>
          <p:nvPr>
            <p:ph type="subTitle" idx="1"/>
          </p:nvPr>
        </p:nvSpPr>
        <p:spPr>
          <a:xfrm>
            <a:off x="2801525" y="4019763"/>
            <a:ext cx="1200300" cy="292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Presenter Full Name</a:t>
            </a:r>
            <a:endParaRPr b="1"/>
          </a:p>
          <a:p>
            <a:pPr marL="0" lvl="0" indent="0" algn="l" rtl="0">
              <a:spcBef>
                <a:spcPts val="0"/>
              </a:spcBef>
              <a:spcAft>
                <a:spcPts val="0"/>
              </a:spcAft>
              <a:buNone/>
            </a:pPr>
            <a:r>
              <a:rPr lang="en"/>
              <a:t>Presenter Title</a:t>
            </a:r>
            <a:endParaRPr/>
          </a:p>
        </p:txBody>
      </p:sp>
      <p:sp>
        <p:nvSpPr>
          <p:cNvPr id="1593" name="Google Shape;1593;p146"/>
          <p:cNvSpPr txBox="1">
            <a:spLocks noGrp="1"/>
          </p:cNvSpPr>
          <p:nvPr>
            <p:ph type="subTitle" idx="3"/>
          </p:nvPr>
        </p:nvSpPr>
        <p:spPr>
          <a:xfrm>
            <a:off x="4897675" y="4019763"/>
            <a:ext cx="1200300" cy="292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Presenter Full Name</a:t>
            </a:r>
            <a:endParaRPr b="1"/>
          </a:p>
          <a:p>
            <a:pPr marL="0" lvl="0" indent="0" algn="l" rtl="0">
              <a:spcBef>
                <a:spcPts val="0"/>
              </a:spcBef>
              <a:spcAft>
                <a:spcPts val="0"/>
              </a:spcAft>
              <a:buNone/>
            </a:pPr>
            <a:r>
              <a:rPr lang="en"/>
              <a:t>Presenter Title</a:t>
            </a:r>
            <a:endParaRPr/>
          </a:p>
        </p:txBody>
      </p:sp>
      <p:sp>
        <p:nvSpPr>
          <p:cNvPr id="1594" name="Google Shape;1594;p146"/>
          <p:cNvSpPr txBox="1">
            <a:spLocks noGrp="1"/>
          </p:cNvSpPr>
          <p:nvPr>
            <p:ph type="subTitle" idx="4"/>
          </p:nvPr>
        </p:nvSpPr>
        <p:spPr>
          <a:xfrm>
            <a:off x="2801525" y="683400"/>
            <a:ext cx="5205300" cy="216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January 01, 2024</a:t>
            </a:r>
            <a:endParaRPr/>
          </a:p>
          <a:p>
            <a:pPr marL="0" lvl="0" indent="0" algn="l" rtl="0">
              <a:spcBef>
                <a:spcPts val="0"/>
              </a:spcBef>
              <a:spcAft>
                <a:spcPts val="0"/>
              </a:spcAft>
              <a:buNone/>
            </a:pPr>
            <a:endParaRPr/>
          </a:p>
        </p:txBody>
      </p:sp>
      <p:pic>
        <p:nvPicPr>
          <p:cNvPr id="1595" name="Google Shape;1595;p146"/>
          <p:cNvPicPr preferRelativeResize="0">
            <a:picLocks noGrp="1"/>
          </p:cNvPicPr>
          <p:nvPr>
            <p:ph type="pic" idx="2"/>
          </p:nvPr>
        </p:nvPicPr>
        <p:blipFill rotWithShape="1">
          <a:blip r:embed="rId3">
            <a:alphaModFix/>
          </a:blip>
          <a:srcRect l="9306" t="10181" r="45761" b="22398"/>
          <a:stretch/>
        </p:blipFill>
        <p:spPr>
          <a:xfrm>
            <a:off x="374825" y="1817475"/>
            <a:ext cx="1530900" cy="1508700"/>
          </a:xfrm>
          <a:prstGeom prst="snip1Rect">
            <a:avLst>
              <a:gd name="adj" fmla="val 16667"/>
            </a:avLst>
          </a:prstGeom>
        </p:spPr>
      </p:pic>
      <p:sp>
        <p:nvSpPr>
          <p:cNvPr id="1596" name="Google Shape;1596;p146"/>
          <p:cNvSpPr txBox="1">
            <a:spLocks noGrp="1"/>
          </p:cNvSpPr>
          <p:nvPr>
            <p:ph type="subTitle" idx="5"/>
          </p:nvPr>
        </p:nvSpPr>
        <p:spPr>
          <a:xfrm>
            <a:off x="2801525" y="3207625"/>
            <a:ext cx="4332000" cy="634200"/>
          </a:xfrm>
          <a:prstGeom prst="rect">
            <a:avLst/>
          </a:prstGeom>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a:t>Subhead goes here – 2 lines max. Lorem ipsum dolor sit amet consectetur.</a:t>
            </a:r>
            <a:endParaRPr sz="1600"/>
          </a:p>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01" name="Google Shape;1601;p14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13</a:t>
            </a:fld>
            <a:endParaRPr/>
          </a:p>
        </p:txBody>
      </p:sp>
      <p:sp>
        <p:nvSpPr>
          <p:cNvPr id="1602" name="Google Shape;1602;p147"/>
          <p:cNvSpPr/>
          <p:nvPr/>
        </p:nvSpPr>
        <p:spPr>
          <a:xfrm>
            <a:off x="6161850" y="342900"/>
            <a:ext cx="2639400" cy="4503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 sz="800" b="1">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Make sure to insert this Safe Harbor slide after your title slide in every presentation. (delete me)</a:t>
            </a:r>
            <a:endParaRPr sz="800">
              <a:latin typeface="DS Indigo"/>
              <a:ea typeface="DS Indigo"/>
              <a:cs typeface="DS Indigo"/>
              <a:sym typeface="DS Indigo"/>
            </a:endParaRPr>
          </a:p>
        </p:txBody>
      </p:sp>
      <p:sp>
        <p:nvSpPr>
          <p:cNvPr id="1603" name="Google Shape;1603;p147"/>
          <p:cNvSpPr txBox="1"/>
          <p:nvPr/>
        </p:nvSpPr>
        <p:spPr>
          <a:xfrm>
            <a:off x="3709575" y="2367975"/>
            <a:ext cx="68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DS Indigo"/>
              <a:ea typeface="DS Indigo"/>
              <a:cs typeface="DS Indigo"/>
              <a:sym typeface="DS Indig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7"/>
        <p:cNvGrpSpPr/>
        <p:nvPr/>
      </p:nvGrpSpPr>
      <p:grpSpPr>
        <a:xfrm>
          <a:off x="0" y="0"/>
          <a:ext cx="0" cy="0"/>
          <a:chOff x="0" y="0"/>
          <a:chExt cx="0" cy="0"/>
        </a:xfrm>
      </p:grpSpPr>
      <p:sp>
        <p:nvSpPr>
          <p:cNvPr id="1608" name="Google Shape;1608;p14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14</a:t>
            </a:fld>
            <a:endParaRPr/>
          </a:p>
        </p:txBody>
      </p:sp>
      <p:sp>
        <p:nvSpPr>
          <p:cNvPr id="1609" name="Google Shape;1609;p148"/>
          <p:cNvSpPr txBox="1">
            <a:spLocks noGrp="1"/>
          </p:cNvSpPr>
          <p:nvPr>
            <p:ph type="title"/>
          </p:nvPr>
        </p:nvSpPr>
        <p:spPr>
          <a:xfrm>
            <a:off x="342900" y="1240600"/>
            <a:ext cx="2639400" cy="2805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Agenda</a:t>
            </a:r>
            <a:endParaRPr/>
          </a:p>
        </p:txBody>
      </p:sp>
      <p:sp>
        <p:nvSpPr>
          <p:cNvPr id="1610" name="Google Shape;1610;p148"/>
          <p:cNvSpPr txBox="1">
            <a:spLocks noGrp="1"/>
          </p:cNvSpPr>
          <p:nvPr>
            <p:ph type="subTitle" idx="1"/>
          </p:nvPr>
        </p:nvSpPr>
        <p:spPr>
          <a:xfrm>
            <a:off x="3238350" y="1240600"/>
            <a:ext cx="4114800" cy="61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Section One Title</a:t>
            </a:r>
            <a:endParaRPr/>
          </a:p>
        </p:txBody>
      </p:sp>
      <p:sp>
        <p:nvSpPr>
          <p:cNvPr id="1611" name="Google Shape;1611;p148"/>
          <p:cNvSpPr txBox="1">
            <a:spLocks noGrp="1"/>
          </p:cNvSpPr>
          <p:nvPr>
            <p:ph type="subTitle" idx="2"/>
          </p:nvPr>
        </p:nvSpPr>
        <p:spPr>
          <a:xfrm>
            <a:off x="3238500" y="1879850"/>
            <a:ext cx="4114800" cy="2154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This is topic one</a:t>
            </a:r>
            <a:endParaRPr/>
          </a:p>
          <a:p>
            <a:pPr marL="0" lvl="0" indent="0" algn="l" rtl="0">
              <a:spcBef>
                <a:spcPts val="0"/>
              </a:spcBef>
              <a:spcAft>
                <a:spcPts val="0"/>
              </a:spcAft>
              <a:buNone/>
            </a:pPr>
            <a:r>
              <a:rPr lang="en"/>
              <a:t>This is topic two</a:t>
            </a:r>
            <a:endParaRPr/>
          </a:p>
          <a:p>
            <a:pPr marL="0" lvl="0" indent="0" algn="l" rtl="0">
              <a:spcBef>
                <a:spcPts val="0"/>
              </a:spcBef>
              <a:spcAft>
                <a:spcPts val="0"/>
              </a:spcAft>
              <a:buNone/>
            </a:pPr>
            <a:r>
              <a:rPr lang="en"/>
              <a:t>This is topic three</a:t>
            </a:r>
            <a:endParaRPr/>
          </a:p>
          <a:p>
            <a:pPr marL="0" lvl="0" indent="0" algn="l" rtl="0">
              <a:spcBef>
                <a:spcPts val="0"/>
              </a:spcBef>
              <a:spcAft>
                <a:spcPts val="0"/>
              </a:spcAft>
              <a:buNone/>
            </a:pPr>
            <a:r>
              <a:rPr lang="en"/>
              <a:t>This is topic four</a:t>
            </a:r>
            <a:endParaRPr/>
          </a:p>
          <a:p>
            <a:pPr marL="0" lvl="0" indent="0" algn="l" rtl="0">
              <a:spcBef>
                <a:spcPts val="0"/>
              </a:spcBef>
              <a:spcAft>
                <a:spcPts val="0"/>
              </a:spcAft>
              <a:buNone/>
            </a:pPr>
            <a:r>
              <a:rPr lang="en"/>
              <a:t>This is topic five</a:t>
            </a:r>
            <a:endParaRPr/>
          </a:p>
          <a:p>
            <a:pPr marL="0" lvl="0" indent="0" algn="l" rtl="0">
              <a:spcBef>
                <a:spcPts val="0"/>
              </a:spcBef>
              <a:spcAft>
                <a:spcPts val="0"/>
              </a:spcAft>
              <a:buNone/>
            </a:pPr>
            <a:r>
              <a:rPr lang="en"/>
              <a:t>This is topic six</a:t>
            </a:r>
            <a:endParaRPr/>
          </a:p>
        </p:txBody>
      </p:sp>
      <p:sp>
        <p:nvSpPr>
          <p:cNvPr id="1612" name="Google Shape;1612;p148"/>
          <p:cNvSpPr txBox="1">
            <a:spLocks noGrp="1"/>
          </p:cNvSpPr>
          <p:nvPr>
            <p:ph type="subTitle" idx="2"/>
          </p:nvPr>
        </p:nvSpPr>
        <p:spPr>
          <a:xfrm>
            <a:off x="5717850" y="1879850"/>
            <a:ext cx="444000" cy="2154900"/>
          </a:xfrm>
          <a:prstGeom prst="rect">
            <a:avLst/>
          </a:prstGeom>
        </p:spPr>
        <p:txBody>
          <a:bodyPr spcFirstLastPara="1" wrap="square" lIns="0" tIns="0" rIns="0" bIns="0" anchor="t" anchorCtr="0">
            <a:noAutofit/>
          </a:bodyPr>
          <a:lstStyle/>
          <a:p>
            <a:pPr marL="0" lvl="0" indent="0" algn="r" rtl="0">
              <a:spcBef>
                <a:spcPts val="0"/>
              </a:spcBef>
              <a:spcAft>
                <a:spcPts val="0"/>
              </a:spcAft>
              <a:buNone/>
            </a:pPr>
            <a:r>
              <a:rPr lang="en" b="1"/>
              <a:t>1</a:t>
            </a:r>
            <a:endParaRPr b="1"/>
          </a:p>
          <a:p>
            <a:pPr marL="0" lvl="0" indent="0" algn="r" rtl="0">
              <a:spcBef>
                <a:spcPts val="0"/>
              </a:spcBef>
              <a:spcAft>
                <a:spcPts val="0"/>
              </a:spcAft>
              <a:buNone/>
            </a:pPr>
            <a:r>
              <a:rPr lang="en" b="1"/>
              <a:t>2</a:t>
            </a:r>
            <a:endParaRPr b="1"/>
          </a:p>
          <a:p>
            <a:pPr marL="0" lvl="0" indent="0" algn="r" rtl="0">
              <a:spcBef>
                <a:spcPts val="0"/>
              </a:spcBef>
              <a:spcAft>
                <a:spcPts val="0"/>
              </a:spcAft>
              <a:buNone/>
            </a:pPr>
            <a:r>
              <a:rPr lang="en" b="1"/>
              <a:t>3</a:t>
            </a:r>
            <a:endParaRPr b="1"/>
          </a:p>
          <a:p>
            <a:pPr marL="0" lvl="0" indent="0" algn="r" rtl="0">
              <a:spcBef>
                <a:spcPts val="0"/>
              </a:spcBef>
              <a:spcAft>
                <a:spcPts val="0"/>
              </a:spcAft>
              <a:buNone/>
            </a:pPr>
            <a:r>
              <a:rPr lang="en" b="1"/>
              <a:t>4</a:t>
            </a:r>
            <a:endParaRPr b="1"/>
          </a:p>
          <a:p>
            <a:pPr marL="0" lvl="0" indent="0" algn="r" rtl="0">
              <a:spcBef>
                <a:spcPts val="0"/>
              </a:spcBef>
              <a:spcAft>
                <a:spcPts val="0"/>
              </a:spcAft>
              <a:buNone/>
            </a:pPr>
            <a:r>
              <a:rPr lang="en" b="1"/>
              <a:t>5</a:t>
            </a:r>
            <a:endParaRPr b="1"/>
          </a:p>
          <a:p>
            <a:pPr marL="0" lvl="0" indent="0" algn="r" rtl="0">
              <a:spcBef>
                <a:spcPts val="0"/>
              </a:spcBef>
              <a:spcAft>
                <a:spcPts val="0"/>
              </a:spcAft>
              <a:buNone/>
            </a:pPr>
            <a:r>
              <a:rPr lang="en" b="1"/>
              <a:t>6</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6"/>
        <p:cNvGrpSpPr/>
        <p:nvPr/>
      </p:nvGrpSpPr>
      <p:grpSpPr>
        <a:xfrm>
          <a:off x="0" y="0"/>
          <a:ext cx="0" cy="0"/>
          <a:chOff x="0" y="0"/>
          <a:chExt cx="0" cy="0"/>
        </a:xfrm>
      </p:grpSpPr>
      <p:sp>
        <p:nvSpPr>
          <p:cNvPr id="1617" name="Google Shape;1617;p149"/>
          <p:cNvSpPr txBox="1">
            <a:spLocks noGrp="1"/>
          </p:cNvSpPr>
          <p:nvPr>
            <p:ph type="subTitle" idx="2"/>
          </p:nvPr>
        </p:nvSpPr>
        <p:spPr>
          <a:xfrm>
            <a:off x="3238450" y="2115625"/>
            <a:ext cx="2653200" cy="2076300"/>
          </a:xfrm>
          <a:prstGeom prst="rect">
            <a:avLst/>
          </a:prstGeom>
        </p:spPr>
        <p:txBody>
          <a:bodyPr spcFirstLastPara="1" wrap="square" lIns="0" tIns="0" rIns="0" bIns="0" anchor="t" anchorCtr="0">
            <a:noAutofit/>
          </a:bodyPr>
          <a:lstStyle/>
          <a:p>
            <a:pPr marL="0" lvl="0" indent="0" algn="l" rtl="0">
              <a:lnSpc>
                <a:spcPct val="150000"/>
              </a:lnSpc>
              <a:spcBef>
                <a:spcPts val="0"/>
              </a:spcBef>
              <a:spcAft>
                <a:spcPts val="0"/>
              </a:spcAft>
              <a:buNone/>
            </a:pPr>
            <a:r>
              <a:rPr lang="en"/>
              <a:t>This is topic one</a:t>
            </a:r>
            <a:endParaRPr/>
          </a:p>
          <a:p>
            <a:pPr marL="0" lvl="0" indent="0" algn="l" rtl="0">
              <a:lnSpc>
                <a:spcPct val="150000"/>
              </a:lnSpc>
              <a:spcBef>
                <a:spcPts val="0"/>
              </a:spcBef>
              <a:spcAft>
                <a:spcPts val="0"/>
              </a:spcAft>
              <a:buNone/>
            </a:pPr>
            <a:r>
              <a:rPr lang="en"/>
              <a:t>This is topic two</a:t>
            </a:r>
            <a:endParaRPr/>
          </a:p>
          <a:p>
            <a:pPr marL="0" lvl="0" indent="0" algn="l" rtl="0">
              <a:lnSpc>
                <a:spcPct val="150000"/>
              </a:lnSpc>
              <a:spcBef>
                <a:spcPts val="0"/>
              </a:spcBef>
              <a:spcAft>
                <a:spcPts val="0"/>
              </a:spcAft>
              <a:buNone/>
            </a:pPr>
            <a:r>
              <a:rPr lang="en"/>
              <a:t>This is topic three</a:t>
            </a:r>
            <a:endParaRPr/>
          </a:p>
          <a:p>
            <a:pPr marL="0" lvl="0" indent="0" algn="l" rtl="0">
              <a:lnSpc>
                <a:spcPct val="150000"/>
              </a:lnSpc>
              <a:spcBef>
                <a:spcPts val="0"/>
              </a:spcBef>
              <a:spcAft>
                <a:spcPts val="0"/>
              </a:spcAft>
              <a:buNone/>
            </a:pPr>
            <a:r>
              <a:rPr lang="en"/>
              <a:t>This is topic four</a:t>
            </a:r>
            <a:endParaRPr/>
          </a:p>
          <a:p>
            <a:pPr marL="0" lvl="0" indent="0" algn="l" rtl="0">
              <a:lnSpc>
                <a:spcPct val="150000"/>
              </a:lnSpc>
              <a:spcBef>
                <a:spcPts val="0"/>
              </a:spcBef>
              <a:spcAft>
                <a:spcPts val="0"/>
              </a:spcAft>
              <a:buNone/>
            </a:pPr>
            <a:r>
              <a:rPr lang="en"/>
              <a:t>This is topic five</a:t>
            </a:r>
            <a:endParaRPr/>
          </a:p>
          <a:p>
            <a:pPr marL="0" lvl="0" indent="0" algn="l" rtl="0">
              <a:lnSpc>
                <a:spcPct val="150000"/>
              </a:lnSpc>
              <a:spcBef>
                <a:spcPts val="0"/>
              </a:spcBef>
              <a:spcAft>
                <a:spcPts val="0"/>
              </a:spcAft>
              <a:buNone/>
            </a:pPr>
            <a:r>
              <a:rPr lang="en"/>
              <a:t>This is topic six</a:t>
            </a:r>
            <a:endParaRPr/>
          </a:p>
        </p:txBody>
      </p:sp>
      <p:sp>
        <p:nvSpPr>
          <p:cNvPr id="1618" name="Google Shape;1618;p149"/>
          <p:cNvSpPr txBox="1">
            <a:spLocks noGrp="1"/>
          </p:cNvSpPr>
          <p:nvPr>
            <p:ph type="subTitle" idx="4"/>
          </p:nvPr>
        </p:nvSpPr>
        <p:spPr>
          <a:xfrm>
            <a:off x="6161950" y="2115625"/>
            <a:ext cx="2653200" cy="20763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This is topic one</a:t>
            </a:r>
            <a:endParaRPr/>
          </a:p>
          <a:p>
            <a:pPr marL="0" lvl="0" indent="0" algn="l" rtl="0">
              <a:spcBef>
                <a:spcPts val="0"/>
              </a:spcBef>
              <a:spcAft>
                <a:spcPts val="0"/>
              </a:spcAft>
              <a:buClr>
                <a:schemeClr val="dk1"/>
              </a:buClr>
              <a:buSzPts val="1100"/>
              <a:buFont typeface="Arial"/>
              <a:buNone/>
            </a:pPr>
            <a:r>
              <a:rPr lang="en"/>
              <a:t>This is topic two</a:t>
            </a:r>
            <a:endParaRPr/>
          </a:p>
          <a:p>
            <a:pPr marL="0" lvl="0" indent="0" algn="l" rtl="0">
              <a:spcBef>
                <a:spcPts val="0"/>
              </a:spcBef>
              <a:spcAft>
                <a:spcPts val="0"/>
              </a:spcAft>
              <a:buClr>
                <a:schemeClr val="dk1"/>
              </a:buClr>
              <a:buSzPts val="1100"/>
              <a:buFont typeface="Arial"/>
              <a:buNone/>
            </a:pPr>
            <a:r>
              <a:rPr lang="en"/>
              <a:t>This is topic three</a:t>
            </a:r>
            <a:endParaRPr/>
          </a:p>
          <a:p>
            <a:pPr marL="0" lvl="0" indent="0" algn="l" rtl="0">
              <a:spcBef>
                <a:spcPts val="0"/>
              </a:spcBef>
              <a:spcAft>
                <a:spcPts val="0"/>
              </a:spcAft>
              <a:buClr>
                <a:schemeClr val="dk1"/>
              </a:buClr>
              <a:buSzPts val="1100"/>
              <a:buFont typeface="Arial"/>
              <a:buNone/>
            </a:pPr>
            <a:r>
              <a:rPr lang="en"/>
              <a:t>This is topic four</a:t>
            </a:r>
            <a:endParaRPr/>
          </a:p>
          <a:p>
            <a:pPr marL="0" lvl="0" indent="0" algn="l" rtl="0">
              <a:spcBef>
                <a:spcPts val="0"/>
              </a:spcBef>
              <a:spcAft>
                <a:spcPts val="0"/>
              </a:spcAft>
              <a:buClr>
                <a:schemeClr val="dk1"/>
              </a:buClr>
              <a:buSzPts val="1100"/>
              <a:buFont typeface="Arial"/>
              <a:buNone/>
            </a:pPr>
            <a:r>
              <a:rPr lang="en"/>
              <a:t>This is topic five</a:t>
            </a:r>
            <a:endParaRPr/>
          </a:p>
          <a:p>
            <a:pPr marL="0" lvl="0" indent="0" algn="l" rtl="0">
              <a:spcBef>
                <a:spcPts val="0"/>
              </a:spcBef>
              <a:spcAft>
                <a:spcPts val="0"/>
              </a:spcAft>
              <a:buClr>
                <a:schemeClr val="dk1"/>
              </a:buClr>
              <a:buSzPts val="1100"/>
              <a:buFont typeface="Arial"/>
              <a:buNone/>
            </a:pPr>
            <a:r>
              <a:rPr lang="en"/>
              <a:t>This is topic six</a:t>
            </a:r>
            <a:endParaRPr/>
          </a:p>
        </p:txBody>
      </p:sp>
      <p:sp>
        <p:nvSpPr>
          <p:cNvPr id="1619" name="Google Shape;1619;p14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15</a:t>
            </a:fld>
            <a:endParaRPr/>
          </a:p>
        </p:txBody>
      </p:sp>
      <p:sp>
        <p:nvSpPr>
          <p:cNvPr id="1620" name="Google Shape;1620;p149"/>
          <p:cNvSpPr txBox="1">
            <a:spLocks noGrp="1"/>
          </p:cNvSpPr>
          <p:nvPr>
            <p:ph type="subTitle" idx="1"/>
          </p:nvPr>
        </p:nvSpPr>
        <p:spPr>
          <a:xfrm>
            <a:off x="3238350" y="1240600"/>
            <a:ext cx="2653200" cy="561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Section Two Title</a:t>
            </a:r>
            <a:endParaRPr/>
          </a:p>
        </p:txBody>
      </p:sp>
      <p:sp>
        <p:nvSpPr>
          <p:cNvPr id="1621" name="Google Shape;1621;p149"/>
          <p:cNvSpPr txBox="1">
            <a:spLocks noGrp="1"/>
          </p:cNvSpPr>
          <p:nvPr>
            <p:ph type="subTitle" idx="3"/>
          </p:nvPr>
        </p:nvSpPr>
        <p:spPr>
          <a:xfrm>
            <a:off x="6161850" y="1240600"/>
            <a:ext cx="2653200" cy="561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Section One Title</a:t>
            </a:r>
            <a:endParaRPr/>
          </a:p>
        </p:txBody>
      </p:sp>
      <p:sp>
        <p:nvSpPr>
          <p:cNvPr id="1622" name="Google Shape;1622;p149"/>
          <p:cNvSpPr txBox="1">
            <a:spLocks noGrp="1"/>
          </p:cNvSpPr>
          <p:nvPr>
            <p:ph type="title"/>
          </p:nvPr>
        </p:nvSpPr>
        <p:spPr>
          <a:xfrm>
            <a:off x="342900" y="1240600"/>
            <a:ext cx="2639400" cy="2805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Agenda</a:t>
            </a:r>
            <a:endParaRPr/>
          </a:p>
        </p:txBody>
      </p:sp>
      <p:sp>
        <p:nvSpPr>
          <p:cNvPr id="1623" name="Google Shape;1623;p149"/>
          <p:cNvSpPr txBox="1">
            <a:spLocks noGrp="1"/>
          </p:cNvSpPr>
          <p:nvPr>
            <p:ph type="subTitle" idx="2"/>
          </p:nvPr>
        </p:nvSpPr>
        <p:spPr>
          <a:xfrm>
            <a:off x="5423338" y="2107375"/>
            <a:ext cx="476100" cy="2092800"/>
          </a:xfrm>
          <a:prstGeom prst="rect">
            <a:avLst/>
          </a:prstGeom>
        </p:spPr>
        <p:txBody>
          <a:bodyPr spcFirstLastPara="1" wrap="square" lIns="0" tIns="0" rIns="0" bIns="0" anchor="t" anchorCtr="0">
            <a:noAutofit/>
          </a:bodyPr>
          <a:lstStyle/>
          <a:p>
            <a:pPr marL="0" lvl="0" indent="0" algn="r" rtl="0">
              <a:spcBef>
                <a:spcPts val="0"/>
              </a:spcBef>
              <a:spcAft>
                <a:spcPts val="0"/>
              </a:spcAft>
              <a:buNone/>
            </a:pPr>
            <a:r>
              <a:rPr lang="en" b="1"/>
              <a:t>1</a:t>
            </a:r>
            <a:endParaRPr b="1"/>
          </a:p>
          <a:p>
            <a:pPr marL="0" lvl="0" indent="0" algn="r" rtl="0">
              <a:spcBef>
                <a:spcPts val="0"/>
              </a:spcBef>
              <a:spcAft>
                <a:spcPts val="0"/>
              </a:spcAft>
              <a:buNone/>
            </a:pPr>
            <a:r>
              <a:rPr lang="en" b="1"/>
              <a:t>2</a:t>
            </a:r>
            <a:endParaRPr b="1"/>
          </a:p>
          <a:p>
            <a:pPr marL="0" lvl="0" indent="0" algn="r" rtl="0">
              <a:spcBef>
                <a:spcPts val="0"/>
              </a:spcBef>
              <a:spcAft>
                <a:spcPts val="0"/>
              </a:spcAft>
              <a:buNone/>
            </a:pPr>
            <a:r>
              <a:rPr lang="en" b="1"/>
              <a:t>3</a:t>
            </a:r>
            <a:endParaRPr b="1"/>
          </a:p>
          <a:p>
            <a:pPr marL="0" lvl="0" indent="0" algn="r" rtl="0">
              <a:spcBef>
                <a:spcPts val="0"/>
              </a:spcBef>
              <a:spcAft>
                <a:spcPts val="0"/>
              </a:spcAft>
              <a:buNone/>
            </a:pPr>
            <a:r>
              <a:rPr lang="en" b="1"/>
              <a:t>4</a:t>
            </a:r>
            <a:endParaRPr b="1"/>
          </a:p>
          <a:p>
            <a:pPr marL="0" lvl="0" indent="0" algn="r" rtl="0">
              <a:spcBef>
                <a:spcPts val="0"/>
              </a:spcBef>
              <a:spcAft>
                <a:spcPts val="0"/>
              </a:spcAft>
              <a:buNone/>
            </a:pPr>
            <a:r>
              <a:rPr lang="en" b="1"/>
              <a:t>5</a:t>
            </a:r>
            <a:endParaRPr b="1"/>
          </a:p>
          <a:p>
            <a:pPr marL="0" lvl="0" indent="0" algn="r" rtl="0">
              <a:spcBef>
                <a:spcPts val="0"/>
              </a:spcBef>
              <a:spcAft>
                <a:spcPts val="0"/>
              </a:spcAft>
              <a:buNone/>
            </a:pPr>
            <a:r>
              <a:rPr lang="en" b="1"/>
              <a:t>6</a:t>
            </a:r>
            <a:endParaRPr b="1"/>
          </a:p>
        </p:txBody>
      </p:sp>
      <p:sp>
        <p:nvSpPr>
          <p:cNvPr id="1624" name="Google Shape;1624;p149"/>
          <p:cNvSpPr txBox="1">
            <a:spLocks noGrp="1"/>
          </p:cNvSpPr>
          <p:nvPr>
            <p:ph type="subTitle" idx="2"/>
          </p:nvPr>
        </p:nvSpPr>
        <p:spPr>
          <a:xfrm>
            <a:off x="8325838" y="2107375"/>
            <a:ext cx="476100" cy="2092800"/>
          </a:xfrm>
          <a:prstGeom prst="rect">
            <a:avLst/>
          </a:prstGeom>
        </p:spPr>
        <p:txBody>
          <a:bodyPr spcFirstLastPara="1" wrap="square" lIns="0" tIns="0" rIns="0" bIns="0" anchor="t" anchorCtr="0">
            <a:noAutofit/>
          </a:bodyPr>
          <a:lstStyle/>
          <a:p>
            <a:pPr marL="0" lvl="0" indent="0" algn="r" rtl="0">
              <a:spcBef>
                <a:spcPts val="0"/>
              </a:spcBef>
              <a:spcAft>
                <a:spcPts val="0"/>
              </a:spcAft>
              <a:buNone/>
            </a:pPr>
            <a:r>
              <a:rPr lang="en" b="1"/>
              <a:t>1</a:t>
            </a:r>
            <a:endParaRPr b="1"/>
          </a:p>
          <a:p>
            <a:pPr marL="0" lvl="0" indent="0" algn="r" rtl="0">
              <a:spcBef>
                <a:spcPts val="0"/>
              </a:spcBef>
              <a:spcAft>
                <a:spcPts val="0"/>
              </a:spcAft>
              <a:buNone/>
            </a:pPr>
            <a:r>
              <a:rPr lang="en" b="1"/>
              <a:t>2</a:t>
            </a:r>
            <a:endParaRPr b="1"/>
          </a:p>
          <a:p>
            <a:pPr marL="0" lvl="0" indent="0" algn="r" rtl="0">
              <a:spcBef>
                <a:spcPts val="0"/>
              </a:spcBef>
              <a:spcAft>
                <a:spcPts val="0"/>
              </a:spcAft>
              <a:buNone/>
            </a:pPr>
            <a:r>
              <a:rPr lang="en" b="1"/>
              <a:t>3</a:t>
            </a:r>
            <a:endParaRPr b="1"/>
          </a:p>
          <a:p>
            <a:pPr marL="0" lvl="0" indent="0" algn="r" rtl="0">
              <a:spcBef>
                <a:spcPts val="0"/>
              </a:spcBef>
              <a:spcAft>
                <a:spcPts val="0"/>
              </a:spcAft>
              <a:buNone/>
            </a:pPr>
            <a:r>
              <a:rPr lang="en" b="1"/>
              <a:t>4</a:t>
            </a:r>
            <a:endParaRPr b="1"/>
          </a:p>
          <a:p>
            <a:pPr marL="0" lvl="0" indent="0" algn="r" rtl="0">
              <a:spcBef>
                <a:spcPts val="0"/>
              </a:spcBef>
              <a:spcAft>
                <a:spcPts val="0"/>
              </a:spcAft>
              <a:buNone/>
            </a:pPr>
            <a:r>
              <a:rPr lang="en" b="1"/>
              <a:t>5</a:t>
            </a:r>
            <a:endParaRPr b="1"/>
          </a:p>
          <a:p>
            <a:pPr marL="0" lvl="0" indent="0" algn="r" rtl="0">
              <a:spcBef>
                <a:spcPts val="0"/>
              </a:spcBef>
              <a:spcAft>
                <a:spcPts val="0"/>
              </a:spcAft>
              <a:buNone/>
            </a:pPr>
            <a:r>
              <a:rPr lang="en" b="1"/>
              <a:t>6</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8"/>
        <p:cNvGrpSpPr/>
        <p:nvPr/>
      </p:nvGrpSpPr>
      <p:grpSpPr>
        <a:xfrm>
          <a:off x="0" y="0"/>
          <a:ext cx="0" cy="0"/>
          <a:chOff x="0" y="0"/>
          <a:chExt cx="0" cy="0"/>
        </a:xfrm>
      </p:grpSpPr>
      <p:pic>
        <p:nvPicPr>
          <p:cNvPr id="1629" name="Google Shape;1629;p150"/>
          <p:cNvPicPr preferRelativeResize="0">
            <a:picLocks noGrp="1"/>
          </p:cNvPicPr>
          <p:nvPr>
            <p:ph type="pic" idx="2"/>
          </p:nvPr>
        </p:nvPicPr>
        <p:blipFill rotWithShape="1">
          <a:blip r:embed="rId3">
            <a:alphaModFix/>
          </a:blip>
          <a:srcRect l="34292" r="16281"/>
          <a:stretch/>
        </p:blipFill>
        <p:spPr>
          <a:xfrm>
            <a:off x="2514600" y="1088200"/>
            <a:ext cx="1918500" cy="2590800"/>
          </a:xfrm>
          <a:prstGeom prst="roundRect">
            <a:avLst>
              <a:gd name="adj" fmla="val 16667"/>
            </a:avLst>
          </a:prstGeom>
        </p:spPr>
      </p:pic>
      <p:sp>
        <p:nvSpPr>
          <p:cNvPr id="1630" name="Google Shape;1630;p150"/>
          <p:cNvSpPr txBox="1">
            <a:spLocks noGrp="1"/>
          </p:cNvSpPr>
          <p:nvPr>
            <p:ph type="title"/>
          </p:nvPr>
        </p:nvSpPr>
        <p:spPr>
          <a:xfrm>
            <a:off x="342900" y="1240600"/>
            <a:ext cx="1918500" cy="2805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Speaker Panel</a:t>
            </a:r>
            <a:endParaRPr/>
          </a:p>
          <a:p>
            <a:pPr marL="0" lvl="0" indent="0" algn="l" rtl="0">
              <a:spcBef>
                <a:spcPts val="0"/>
              </a:spcBef>
              <a:spcAft>
                <a:spcPts val="0"/>
              </a:spcAft>
              <a:buNone/>
            </a:pPr>
            <a:endParaRPr/>
          </a:p>
        </p:txBody>
      </p:sp>
      <p:sp>
        <p:nvSpPr>
          <p:cNvPr id="1631" name="Google Shape;1631;p150"/>
          <p:cNvSpPr txBox="1">
            <a:spLocks noGrp="1"/>
          </p:cNvSpPr>
          <p:nvPr>
            <p:ph type="subTitle" idx="1"/>
          </p:nvPr>
        </p:nvSpPr>
        <p:spPr>
          <a:xfrm>
            <a:off x="2505456" y="3088600"/>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pic>
        <p:nvPicPr>
          <p:cNvPr id="1632" name="Google Shape;1632;p150"/>
          <p:cNvPicPr preferRelativeResize="0">
            <a:picLocks noGrp="1"/>
          </p:cNvPicPr>
          <p:nvPr>
            <p:ph type="pic" idx="3"/>
          </p:nvPr>
        </p:nvPicPr>
        <p:blipFill rotWithShape="1">
          <a:blip r:embed="rId4">
            <a:alphaModFix/>
          </a:blip>
          <a:srcRect l="29913" t="12739" r="29909" b="5914"/>
          <a:stretch/>
        </p:blipFill>
        <p:spPr>
          <a:xfrm>
            <a:off x="4716250" y="1088200"/>
            <a:ext cx="1918500" cy="2590800"/>
          </a:xfrm>
          <a:prstGeom prst="roundRect">
            <a:avLst>
              <a:gd name="adj" fmla="val 16667"/>
            </a:avLst>
          </a:prstGeom>
        </p:spPr>
      </p:pic>
      <p:sp>
        <p:nvSpPr>
          <p:cNvPr id="1633" name="Google Shape;1633;p150"/>
          <p:cNvSpPr txBox="1">
            <a:spLocks noGrp="1"/>
          </p:cNvSpPr>
          <p:nvPr>
            <p:ph type="subTitle" idx="4"/>
          </p:nvPr>
        </p:nvSpPr>
        <p:spPr>
          <a:xfrm>
            <a:off x="4707106" y="3088600"/>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pic>
        <p:nvPicPr>
          <p:cNvPr id="1634" name="Google Shape;1634;p150"/>
          <p:cNvPicPr preferRelativeResize="0">
            <a:picLocks noGrp="1"/>
          </p:cNvPicPr>
          <p:nvPr>
            <p:ph type="pic" idx="5"/>
          </p:nvPr>
        </p:nvPicPr>
        <p:blipFill rotWithShape="1">
          <a:blip r:embed="rId5">
            <a:alphaModFix/>
          </a:blip>
          <a:srcRect l="31687" t="5834" r="42418" b="41700"/>
          <a:stretch/>
        </p:blipFill>
        <p:spPr>
          <a:xfrm>
            <a:off x="6917900" y="1088200"/>
            <a:ext cx="1918500" cy="2590800"/>
          </a:xfrm>
          <a:prstGeom prst="roundRect">
            <a:avLst>
              <a:gd name="adj" fmla="val 16667"/>
            </a:avLst>
          </a:prstGeom>
        </p:spPr>
      </p:pic>
      <p:sp>
        <p:nvSpPr>
          <p:cNvPr id="1635" name="Google Shape;1635;p150"/>
          <p:cNvSpPr txBox="1">
            <a:spLocks noGrp="1"/>
          </p:cNvSpPr>
          <p:nvPr>
            <p:ph type="subTitle" idx="6"/>
          </p:nvPr>
        </p:nvSpPr>
        <p:spPr>
          <a:xfrm>
            <a:off x="6908756" y="3088600"/>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sp>
        <p:nvSpPr>
          <p:cNvPr id="1636" name="Google Shape;1636;p15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0"/>
        <p:cNvGrpSpPr/>
        <p:nvPr/>
      </p:nvGrpSpPr>
      <p:grpSpPr>
        <a:xfrm>
          <a:off x="0" y="0"/>
          <a:ext cx="0" cy="0"/>
          <a:chOff x="0" y="0"/>
          <a:chExt cx="0" cy="0"/>
        </a:xfrm>
      </p:grpSpPr>
      <p:pic>
        <p:nvPicPr>
          <p:cNvPr id="1641" name="Google Shape;1641;p151"/>
          <p:cNvPicPr preferRelativeResize="0">
            <a:picLocks noGrp="1"/>
          </p:cNvPicPr>
          <p:nvPr>
            <p:ph type="pic" idx="2"/>
          </p:nvPr>
        </p:nvPicPr>
        <p:blipFill rotWithShape="1">
          <a:blip r:embed="rId3">
            <a:alphaModFix/>
          </a:blip>
          <a:srcRect l="34955" t="6400" r="15798" b="29084"/>
          <a:stretch/>
        </p:blipFill>
        <p:spPr>
          <a:xfrm>
            <a:off x="2518425" y="1088200"/>
            <a:ext cx="1918500" cy="1675200"/>
          </a:xfrm>
          <a:prstGeom prst="roundRect">
            <a:avLst>
              <a:gd name="adj" fmla="val 16667"/>
            </a:avLst>
          </a:prstGeom>
        </p:spPr>
      </p:pic>
      <p:sp>
        <p:nvSpPr>
          <p:cNvPr id="1642" name="Google Shape;1642;p151"/>
          <p:cNvSpPr txBox="1">
            <a:spLocks noGrp="1"/>
          </p:cNvSpPr>
          <p:nvPr>
            <p:ph type="title"/>
          </p:nvPr>
        </p:nvSpPr>
        <p:spPr>
          <a:xfrm>
            <a:off x="342900" y="1240600"/>
            <a:ext cx="1918500" cy="2805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Speaker Panel</a:t>
            </a:r>
            <a:endParaRPr/>
          </a:p>
          <a:p>
            <a:pPr marL="0" lvl="0" indent="0" algn="l" rtl="0">
              <a:spcBef>
                <a:spcPts val="0"/>
              </a:spcBef>
              <a:spcAft>
                <a:spcPts val="0"/>
              </a:spcAft>
              <a:buNone/>
            </a:pPr>
            <a:endParaRPr/>
          </a:p>
        </p:txBody>
      </p:sp>
      <p:sp>
        <p:nvSpPr>
          <p:cNvPr id="1643" name="Google Shape;1643;p151"/>
          <p:cNvSpPr txBox="1">
            <a:spLocks noGrp="1"/>
          </p:cNvSpPr>
          <p:nvPr>
            <p:ph type="subTitle" idx="1"/>
          </p:nvPr>
        </p:nvSpPr>
        <p:spPr>
          <a:xfrm>
            <a:off x="2518425" y="2173050"/>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pic>
        <p:nvPicPr>
          <p:cNvPr id="1644" name="Google Shape;1644;p151"/>
          <p:cNvPicPr preferRelativeResize="0">
            <a:picLocks noGrp="1"/>
          </p:cNvPicPr>
          <p:nvPr>
            <p:ph type="pic" idx="3"/>
          </p:nvPr>
        </p:nvPicPr>
        <p:blipFill rotWithShape="1">
          <a:blip r:embed="rId4">
            <a:alphaModFix/>
          </a:blip>
          <a:srcRect l="17083" t="6998" r="26426" b="19103"/>
          <a:stretch/>
        </p:blipFill>
        <p:spPr>
          <a:xfrm>
            <a:off x="2518425" y="2905175"/>
            <a:ext cx="1918500" cy="1675200"/>
          </a:xfrm>
          <a:prstGeom prst="roundRect">
            <a:avLst>
              <a:gd name="adj" fmla="val 16667"/>
            </a:avLst>
          </a:prstGeom>
        </p:spPr>
      </p:pic>
      <p:sp>
        <p:nvSpPr>
          <p:cNvPr id="1645" name="Google Shape;1645;p151"/>
          <p:cNvSpPr txBox="1">
            <a:spLocks noGrp="1"/>
          </p:cNvSpPr>
          <p:nvPr>
            <p:ph type="subTitle" idx="4"/>
          </p:nvPr>
        </p:nvSpPr>
        <p:spPr>
          <a:xfrm>
            <a:off x="2518425" y="3990025"/>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pic>
        <p:nvPicPr>
          <p:cNvPr id="1646" name="Google Shape;1646;p151"/>
          <p:cNvPicPr preferRelativeResize="0">
            <a:picLocks noGrp="1"/>
          </p:cNvPicPr>
          <p:nvPr>
            <p:ph type="pic" idx="5"/>
          </p:nvPr>
        </p:nvPicPr>
        <p:blipFill rotWithShape="1">
          <a:blip r:embed="rId5">
            <a:alphaModFix/>
          </a:blip>
          <a:srcRect l="20380" t="17040" r="16248"/>
          <a:stretch/>
        </p:blipFill>
        <p:spPr>
          <a:xfrm>
            <a:off x="4693950" y="1088200"/>
            <a:ext cx="1918500" cy="1675200"/>
          </a:xfrm>
          <a:prstGeom prst="roundRect">
            <a:avLst>
              <a:gd name="adj" fmla="val 16667"/>
            </a:avLst>
          </a:prstGeom>
        </p:spPr>
      </p:pic>
      <p:sp>
        <p:nvSpPr>
          <p:cNvPr id="1647" name="Google Shape;1647;p151"/>
          <p:cNvSpPr txBox="1">
            <a:spLocks noGrp="1"/>
          </p:cNvSpPr>
          <p:nvPr>
            <p:ph type="subTitle" idx="6"/>
          </p:nvPr>
        </p:nvSpPr>
        <p:spPr>
          <a:xfrm>
            <a:off x="4693950" y="2173050"/>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pic>
        <p:nvPicPr>
          <p:cNvPr id="1648" name="Google Shape;1648;p151"/>
          <p:cNvPicPr preferRelativeResize="0">
            <a:picLocks noGrp="1"/>
          </p:cNvPicPr>
          <p:nvPr>
            <p:ph type="pic" idx="7"/>
          </p:nvPr>
        </p:nvPicPr>
        <p:blipFill rotWithShape="1">
          <a:blip r:embed="rId6">
            <a:alphaModFix/>
          </a:blip>
          <a:srcRect l="23382" r="31047" b="40299"/>
          <a:stretch/>
        </p:blipFill>
        <p:spPr>
          <a:xfrm>
            <a:off x="4693950" y="2905175"/>
            <a:ext cx="1918500" cy="1675200"/>
          </a:xfrm>
          <a:prstGeom prst="roundRect">
            <a:avLst>
              <a:gd name="adj" fmla="val 16667"/>
            </a:avLst>
          </a:prstGeom>
        </p:spPr>
      </p:pic>
      <p:sp>
        <p:nvSpPr>
          <p:cNvPr id="1649" name="Google Shape;1649;p151"/>
          <p:cNvSpPr txBox="1">
            <a:spLocks noGrp="1"/>
          </p:cNvSpPr>
          <p:nvPr>
            <p:ph type="subTitle" idx="8"/>
          </p:nvPr>
        </p:nvSpPr>
        <p:spPr>
          <a:xfrm>
            <a:off x="4693950" y="3990025"/>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pic>
        <p:nvPicPr>
          <p:cNvPr id="1650" name="Google Shape;1650;p151"/>
          <p:cNvPicPr preferRelativeResize="0">
            <a:picLocks noGrp="1"/>
          </p:cNvPicPr>
          <p:nvPr>
            <p:ph type="pic" idx="9"/>
          </p:nvPr>
        </p:nvPicPr>
        <p:blipFill rotWithShape="1">
          <a:blip r:embed="rId7">
            <a:alphaModFix/>
          </a:blip>
          <a:srcRect l="24783" r="-2183" b="-1256"/>
          <a:stretch/>
        </p:blipFill>
        <p:spPr>
          <a:xfrm>
            <a:off x="6869475" y="1088200"/>
            <a:ext cx="1918500" cy="1675200"/>
          </a:xfrm>
          <a:prstGeom prst="roundRect">
            <a:avLst>
              <a:gd name="adj" fmla="val 16667"/>
            </a:avLst>
          </a:prstGeom>
        </p:spPr>
      </p:pic>
      <p:sp>
        <p:nvSpPr>
          <p:cNvPr id="1651" name="Google Shape;1651;p151"/>
          <p:cNvSpPr txBox="1">
            <a:spLocks noGrp="1"/>
          </p:cNvSpPr>
          <p:nvPr>
            <p:ph type="subTitle" idx="13"/>
          </p:nvPr>
        </p:nvSpPr>
        <p:spPr>
          <a:xfrm>
            <a:off x="6869475" y="2173050"/>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pic>
        <p:nvPicPr>
          <p:cNvPr id="1652" name="Google Shape;1652;p151"/>
          <p:cNvPicPr preferRelativeResize="0">
            <a:picLocks noGrp="1"/>
          </p:cNvPicPr>
          <p:nvPr>
            <p:ph type="pic" idx="14"/>
          </p:nvPr>
        </p:nvPicPr>
        <p:blipFill rotWithShape="1">
          <a:blip r:embed="rId8">
            <a:alphaModFix/>
          </a:blip>
          <a:srcRect l="33457" t="24402" r="27471" b="24407"/>
          <a:stretch/>
        </p:blipFill>
        <p:spPr>
          <a:xfrm>
            <a:off x="6869475" y="2905175"/>
            <a:ext cx="1918500" cy="1675200"/>
          </a:xfrm>
          <a:prstGeom prst="roundRect">
            <a:avLst>
              <a:gd name="adj" fmla="val 16667"/>
            </a:avLst>
          </a:prstGeom>
        </p:spPr>
      </p:pic>
      <p:sp>
        <p:nvSpPr>
          <p:cNvPr id="1653" name="Google Shape;1653;p151"/>
          <p:cNvSpPr txBox="1">
            <a:spLocks noGrp="1"/>
          </p:cNvSpPr>
          <p:nvPr>
            <p:ph type="subTitle" idx="15"/>
          </p:nvPr>
        </p:nvSpPr>
        <p:spPr>
          <a:xfrm>
            <a:off x="6869475" y="3990025"/>
            <a:ext cx="1689900" cy="5904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a:t>Full Speaker Name</a:t>
            </a:r>
            <a:endParaRPr/>
          </a:p>
          <a:p>
            <a:pPr marL="0" lvl="0" indent="0" algn="l" rtl="0">
              <a:spcBef>
                <a:spcPts val="0"/>
              </a:spcBef>
              <a:spcAft>
                <a:spcPts val="0"/>
              </a:spcAft>
              <a:buNone/>
            </a:pPr>
            <a:r>
              <a:rPr lang="en">
                <a:latin typeface="DS Indigo"/>
                <a:ea typeface="DS Indigo"/>
                <a:cs typeface="DS Indigo"/>
                <a:sym typeface="DS Indigo"/>
              </a:rPr>
              <a:t>Speaker Title</a:t>
            </a:r>
            <a:endParaRPr>
              <a:latin typeface="DS Indigo"/>
              <a:ea typeface="DS Indigo"/>
              <a:cs typeface="DS Indigo"/>
              <a:sym typeface="DS Indigo"/>
            </a:endParaRPr>
          </a:p>
          <a:p>
            <a:pPr marL="0" lvl="0" indent="0" algn="l" rtl="0">
              <a:spcBef>
                <a:spcPts val="0"/>
              </a:spcBef>
              <a:spcAft>
                <a:spcPts val="0"/>
              </a:spcAft>
              <a:buNone/>
            </a:pPr>
            <a:r>
              <a:rPr lang="en">
                <a:latin typeface="DS Indigo"/>
                <a:ea typeface="DS Indigo"/>
                <a:cs typeface="DS Indigo"/>
                <a:sym typeface="DS Indigo"/>
              </a:rPr>
              <a:t>Company</a:t>
            </a:r>
            <a:endParaRPr/>
          </a:p>
        </p:txBody>
      </p:sp>
      <p:sp>
        <p:nvSpPr>
          <p:cNvPr id="1654" name="Google Shape;1654;p15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8"/>
        <p:cNvGrpSpPr/>
        <p:nvPr/>
      </p:nvGrpSpPr>
      <p:grpSpPr>
        <a:xfrm>
          <a:off x="0" y="0"/>
          <a:ext cx="0" cy="0"/>
          <a:chOff x="0" y="0"/>
          <a:chExt cx="0" cy="0"/>
        </a:xfrm>
      </p:grpSpPr>
      <p:sp>
        <p:nvSpPr>
          <p:cNvPr id="1659" name="Google Shape;1659;p15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18</a:t>
            </a:fld>
            <a:endParaRPr/>
          </a:p>
        </p:txBody>
      </p:sp>
      <p:sp>
        <p:nvSpPr>
          <p:cNvPr id="1660" name="Google Shape;1660;p152"/>
          <p:cNvSpPr txBox="1">
            <a:spLocks noGrp="1"/>
          </p:cNvSpPr>
          <p:nvPr>
            <p:ph type="title"/>
          </p:nvPr>
        </p:nvSpPr>
        <p:spPr>
          <a:xfrm>
            <a:off x="3252375" y="1113200"/>
            <a:ext cx="4332000" cy="1898400"/>
          </a:xfrm>
          <a:prstGeom prst="rect">
            <a:avLst/>
          </a:prstGeom>
        </p:spPr>
        <p:txBody>
          <a:bodyPr spcFirstLastPara="1" wrap="square" lIns="0" tIns="0" rIns="0" bIns="0" anchor="b" anchorCtr="0">
            <a:noAutofit/>
          </a:bodyPr>
          <a:lstStyle/>
          <a:p>
            <a:pPr marL="0" lvl="0" indent="0" algn="l" rtl="0">
              <a:lnSpc>
                <a:spcPct val="90000"/>
              </a:lnSpc>
              <a:spcBef>
                <a:spcPts val="0"/>
              </a:spcBef>
              <a:spcAft>
                <a:spcPts val="0"/>
              </a:spcAft>
              <a:buNone/>
            </a:pPr>
            <a:r>
              <a:rPr lang="en"/>
              <a:t>Insert Section Header Here</a:t>
            </a:r>
            <a:endParaRPr/>
          </a:p>
        </p:txBody>
      </p:sp>
      <p:sp>
        <p:nvSpPr>
          <p:cNvPr id="1661" name="Google Shape;1661;p152"/>
          <p:cNvSpPr txBox="1">
            <a:spLocks noGrp="1"/>
          </p:cNvSpPr>
          <p:nvPr>
            <p:ph type="subTitle" idx="1"/>
          </p:nvPr>
        </p:nvSpPr>
        <p:spPr>
          <a:xfrm>
            <a:off x="3252300" y="3207625"/>
            <a:ext cx="4332000" cy="838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15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19</a:t>
            </a:fld>
            <a:endParaRPr/>
          </a:p>
        </p:txBody>
      </p:sp>
      <p:sp>
        <p:nvSpPr>
          <p:cNvPr id="1667" name="Google Shape;1667;p153"/>
          <p:cNvSpPr txBox="1">
            <a:spLocks noGrp="1"/>
          </p:cNvSpPr>
          <p:nvPr>
            <p:ph type="title"/>
          </p:nvPr>
        </p:nvSpPr>
        <p:spPr>
          <a:xfrm>
            <a:off x="1533525" y="953400"/>
            <a:ext cx="6083100" cy="2308500"/>
          </a:xfrm>
          <a:prstGeom prst="rect">
            <a:avLst/>
          </a:prstGeom>
        </p:spPr>
        <p:txBody>
          <a:bodyPr spcFirstLastPara="1" wrap="square" lIns="0" tIns="0" rIns="0" bIns="0" anchor="b" anchorCtr="0">
            <a:noAutofit/>
          </a:bodyPr>
          <a:lstStyle/>
          <a:p>
            <a:pPr marL="0" lvl="0" indent="0" algn="l" rtl="0">
              <a:lnSpc>
                <a:spcPct val="90000"/>
              </a:lnSpc>
              <a:spcBef>
                <a:spcPts val="0"/>
              </a:spcBef>
              <a:spcAft>
                <a:spcPts val="0"/>
              </a:spcAft>
              <a:buNone/>
            </a:pPr>
            <a:r>
              <a:rPr lang="en"/>
              <a:t>Insert Section Header Here</a:t>
            </a:r>
            <a:endParaRPr/>
          </a:p>
        </p:txBody>
      </p:sp>
      <p:sp>
        <p:nvSpPr>
          <p:cNvPr id="1668" name="Google Shape;1668;p153"/>
          <p:cNvSpPr txBox="1">
            <a:spLocks noGrp="1"/>
          </p:cNvSpPr>
          <p:nvPr>
            <p:ph type="subTitle" idx="1"/>
          </p:nvPr>
        </p:nvSpPr>
        <p:spPr>
          <a:xfrm>
            <a:off x="1533525" y="3424100"/>
            <a:ext cx="55488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sp>
        <p:nvSpPr>
          <p:cNvPr id="1673" name="Google Shape;1673;p15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20</a:t>
            </a:fld>
            <a:endParaRPr/>
          </a:p>
        </p:txBody>
      </p:sp>
      <p:sp>
        <p:nvSpPr>
          <p:cNvPr id="1674" name="Google Shape;1674;p154"/>
          <p:cNvSpPr txBox="1">
            <a:spLocks noGrp="1"/>
          </p:cNvSpPr>
          <p:nvPr>
            <p:ph type="subTitle" idx="1"/>
          </p:nvPr>
        </p:nvSpPr>
        <p:spPr>
          <a:xfrm>
            <a:off x="3238500" y="1118700"/>
            <a:ext cx="5562600" cy="29331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2400"/>
              <a:t>This is an overview. Lorem ipsum dolor sit amet, consectetur adipiscing elit. Ut porta euismod ante, sed gravida arcu cursus eget. Vivamus sit amet purus nibh. Pellentesque habitant morbi tristique senectus et netus et malesuada fames ac turpis egestas.</a:t>
            </a:r>
            <a:endParaRPr sz="1050">
              <a:solidFill>
                <a:schemeClr val="dk1"/>
              </a:solidFill>
              <a:highlight>
                <a:srgbClr val="FFFFFF"/>
              </a:highlight>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2400"/>
          </a:p>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8"/>
        <p:cNvGrpSpPr/>
        <p:nvPr/>
      </p:nvGrpSpPr>
      <p:grpSpPr>
        <a:xfrm>
          <a:off x="0" y="0"/>
          <a:ext cx="0" cy="0"/>
          <a:chOff x="0" y="0"/>
          <a:chExt cx="0" cy="0"/>
        </a:xfrm>
      </p:grpSpPr>
      <p:sp>
        <p:nvSpPr>
          <p:cNvPr id="1679" name="Google Shape;1679;p15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21</a:t>
            </a:fld>
            <a:endParaRPr/>
          </a:p>
        </p:txBody>
      </p:sp>
      <p:sp>
        <p:nvSpPr>
          <p:cNvPr id="1680" name="Google Shape;1680;p155"/>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100"/>
              <a:buFont typeface="Arial"/>
              <a:buNone/>
            </a:pPr>
            <a:r>
              <a:rPr lang="en" sz="2400"/>
              <a:t>Lorem ipsum dolor sit amet, consectetur adipiscing elit. Ut porta euismod ante, sed gravida arcu cursus eget. Vivamus sit amet purus nibh. Pellentesque habitant morbi tristique senectus et netus et malesuada fames ac turpis egestas.</a:t>
            </a:r>
            <a:endParaRPr/>
          </a:p>
        </p:txBody>
      </p:sp>
      <p:sp>
        <p:nvSpPr>
          <p:cNvPr id="1681" name="Google Shape;1681;p155"/>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This is an overview</a:t>
            </a:r>
            <a:endParaRPr/>
          </a:p>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5"/>
        <p:cNvGrpSpPr/>
        <p:nvPr/>
      </p:nvGrpSpPr>
      <p:grpSpPr>
        <a:xfrm>
          <a:off x="0" y="0"/>
          <a:ext cx="0" cy="0"/>
          <a:chOff x="0" y="0"/>
          <a:chExt cx="0" cy="0"/>
        </a:xfrm>
      </p:grpSpPr>
      <p:sp>
        <p:nvSpPr>
          <p:cNvPr id="1686" name="Google Shape;1686;p15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22</a:t>
            </a:fld>
            <a:endParaRPr/>
          </a:p>
        </p:txBody>
      </p:sp>
      <p:sp>
        <p:nvSpPr>
          <p:cNvPr id="1687" name="Google Shape;1687;p156"/>
          <p:cNvSpPr txBox="1">
            <a:spLocks noGrp="1"/>
          </p:cNvSpPr>
          <p:nvPr>
            <p:ph type="title"/>
          </p:nvPr>
        </p:nvSpPr>
        <p:spPr>
          <a:xfrm>
            <a:off x="2338650" y="1885950"/>
            <a:ext cx="6286500" cy="26028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100"/>
              <a:buFont typeface="Arial"/>
              <a:buNone/>
            </a:pPr>
            <a:r>
              <a:rPr lang="en" sz="2400"/>
              <a:t>Lorem ipsum dolor sit amet, consectetur adipiscing elit. Ut porta euismod ante, sed gravida arcu cursus eget. Vivamus sit amet purus nibh. Pellentesque habitant morbi tristique senectus et netus et malesuada fames ac turpis egestas.</a:t>
            </a:r>
            <a:endParaRPr/>
          </a:p>
        </p:txBody>
      </p:sp>
      <p:sp>
        <p:nvSpPr>
          <p:cNvPr id="1688" name="Google Shape;1688;p156"/>
          <p:cNvSpPr txBox="1">
            <a:spLocks noGrp="1"/>
          </p:cNvSpPr>
          <p:nvPr>
            <p:ph type="subTitle" idx="1"/>
          </p:nvPr>
        </p:nvSpPr>
        <p:spPr>
          <a:xfrm>
            <a:off x="2338650" y="1113200"/>
            <a:ext cx="6286500" cy="6105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This is an overview</a:t>
            </a:r>
            <a:endParaRPr/>
          </a:p>
          <a:p>
            <a:pPr marL="0" lvl="0" indent="0" algn="l" rtl="0">
              <a:spcBef>
                <a:spcPts val="0"/>
              </a:spcBef>
              <a:spcAft>
                <a:spcPts val="0"/>
              </a:spcAft>
              <a:buNone/>
            </a:pPr>
            <a:endParaRPr/>
          </a:p>
        </p:txBody>
      </p:sp>
      <p:sp>
        <p:nvSpPr>
          <p:cNvPr id="1689" name="Google Shape;1689;p156"/>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93"/>
        <p:cNvGrpSpPr/>
        <p:nvPr/>
      </p:nvGrpSpPr>
      <p:grpSpPr>
        <a:xfrm>
          <a:off x="0" y="0"/>
          <a:ext cx="0" cy="0"/>
          <a:chOff x="0" y="0"/>
          <a:chExt cx="0" cy="0"/>
        </a:xfrm>
      </p:grpSpPr>
      <p:sp>
        <p:nvSpPr>
          <p:cNvPr id="1694" name="Google Shape;1694;p15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23</a:t>
            </a:fld>
            <a:endParaRPr/>
          </a:p>
        </p:txBody>
      </p:sp>
      <p:sp>
        <p:nvSpPr>
          <p:cNvPr id="1695" name="Google Shape;1695;p157"/>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Bringing Agreements to Life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99"/>
        <p:cNvGrpSpPr/>
        <p:nvPr/>
      </p:nvGrpSpPr>
      <p:grpSpPr>
        <a:xfrm>
          <a:off x="0" y="0"/>
          <a:ext cx="0" cy="0"/>
          <a:chOff x="0" y="0"/>
          <a:chExt cx="0" cy="0"/>
        </a:xfrm>
      </p:grpSpPr>
      <p:sp>
        <p:nvSpPr>
          <p:cNvPr id="1700" name="Google Shape;1700;p15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24</a:t>
            </a:fld>
            <a:endParaRPr/>
          </a:p>
        </p:txBody>
      </p:sp>
      <p:sp>
        <p:nvSpPr>
          <p:cNvPr id="1701" name="Google Shape;1701;p158"/>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Bringing Agreements to Life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702" name="Google Shape;1702;p158"/>
          <p:cNvSpPr txBox="1">
            <a:spLocks noGrp="1"/>
          </p:cNvSpPr>
          <p:nvPr>
            <p:ph type="subTitle" idx="1"/>
          </p:nvPr>
        </p:nvSpPr>
        <p:spPr>
          <a:xfrm>
            <a:off x="357400" y="2526575"/>
            <a:ext cx="2643000" cy="220200"/>
          </a:xfrm>
          <a:prstGeom prst="rect">
            <a:avLst/>
          </a:prstGeom>
        </p:spPr>
        <p:txBody>
          <a:bodyPr spcFirstLastPara="1" wrap="square" lIns="0" tIns="0" rIns="0" bIns="0" anchor="t" anchorCtr="0">
            <a:noAutofit/>
          </a:bodyPr>
          <a:lstStyle/>
          <a:p>
            <a:pPr marL="0" marR="91440" lvl="0" indent="0" algn="l" rtl="0">
              <a:spcBef>
                <a:spcPts val="0"/>
              </a:spcBef>
              <a:spcAft>
                <a:spcPts val="0"/>
              </a:spcAft>
              <a:buNone/>
            </a:pPr>
            <a:r>
              <a:rPr lang="en"/>
              <a:t>Insert subtitle or supporting text here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06"/>
        <p:cNvGrpSpPr/>
        <p:nvPr/>
      </p:nvGrpSpPr>
      <p:grpSpPr>
        <a:xfrm>
          <a:off x="0" y="0"/>
          <a:ext cx="0" cy="0"/>
          <a:chOff x="0" y="0"/>
          <a:chExt cx="0" cy="0"/>
        </a:xfrm>
      </p:grpSpPr>
      <p:sp>
        <p:nvSpPr>
          <p:cNvPr id="1707" name="Google Shape;1707;p15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25</a:t>
            </a:fld>
            <a:endParaRPr/>
          </a:p>
        </p:txBody>
      </p:sp>
      <p:sp>
        <p:nvSpPr>
          <p:cNvPr id="1708" name="Google Shape;1708;p159"/>
          <p:cNvSpPr txBox="1">
            <a:spLocks noGrp="1"/>
          </p:cNvSpPr>
          <p:nvPr>
            <p:ph type="body" idx="1"/>
          </p:nvPr>
        </p:nvSpPr>
        <p:spPr>
          <a:xfrm>
            <a:off x="3252375" y="1240600"/>
            <a:ext cx="5548800" cy="3128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 Cras porta nisl volutpat, gravida libero et, tempor libero.</a:t>
            </a:r>
            <a:endParaRPr/>
          </a:p>
          <a:p>
            <a:pPr marL="0" lvl="0" indent="0" algn="l" rtl="0">
              <a:spcBef>
                <a:spcPts val="0"/>
              </a:spcBef>
              <a:spcAft>
                <a:spcPts val="0"/>
              </a:spcAft>
              <a:buNone/>
            </a:pPr>
            <a:endParaRPr/>
          </a:p>
          <a:p>
            <a:pPr marL="0" lvl="0" indent="0" algn="l" rtl="0">
              <a:spcBef>
                <a:spcPts val="0"/>
              </a:spcBef>
              <a:spcAft>
                <a:spcPts val="0"/>
              </a:spcAft>
              <a:buNone/>
            </a:pPr>
            <a:r>
              <a:rPr lang="en"/>
              <a:t>Morbi augue ante, vulputate et auctor sit amet, tempus sit amet dolor. Curabitur in pellentesque nisi, ut rutrum ex. In varius at nunc accumsan scelerisque. In hac habitasse platea dictumst. Cras efficitur molestie purus, ut molestie velit facilisis a. Vestibulum non viverra quam.</a:t>
            </a:r>
            <a:endParaRPr/>
          </a:p>
        </p:txBody>
      </p:sp>
      <p:sp>
        <p:nvSpPr>
          <p:cNvPr id="1709" name="Google Shape;1709;p159"/>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Bringing Agreements to Life</a:t>
            </a:r>
            <a:endParaRPr/>
          </a:p>
          <a:p>
            <a:pPr marL="0" lvl="0" indent="0" algn="l" rtl="0">
              <a:lnSpc>
                <a:spcPct val="80000"/>
              </a:lnSpc>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13"/>
        <p:cNvGrpSpPr/>
        <p:nvPr/>
      </p:nvGrpSpPr>
      <p:grpSpPr>
        <a:xfrm>
          <a:off x="0" y="0"/>
          <a:ext cx="0" cy="0"/>
          <a:chOff x="0" y="0"/>
          <a:chExt cx="0" cy="0"/>
        </a:xfrm>
      </p:grpSpPr>
      <p:sp>
        <p:nvSpPr>
          <p:cNvPr id="1714" name="Google Shape;1714;p16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26</a:t>
            </a:fld>
            <a:endParaRPr/>
          </a:p>
        </p:txBody>
      </p:sp>
      <p:sp>
        <p:nvSpPr>
          <p:cNvPr id="1715" name="Google Shape;1715;p160"/>
          <p:cNvSpPr txBox="1">
            <a:spLocks noGrp="1"/>
          </p:cNvSpPr>
          <p:nvPr>
            <p:ph type="subTitle" idx="1"/>
          </p:nvPr>
        </p:nvSpPr>
        <p:spPr>
          <a:xfrm>
            <a:off x="3403500" y="1143100"/>
            <a:ext cx="5397600" cy="3323400"/>
          </a:xfrm>
          <a:prstGeom prst="rect">
            <a:avLst/>
          </a:prstGeom>
          <a:noFill/>
        </p:spPr>
        <p:txBody>
          <a:bodyPr spcFirstLastPara="1" wrap="square" lIns="182875" tIns="182875" rIns="365750" bIns="182875"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 Cras porta nisl volutpat, gravida libero et, tempor libero.</a:t>
            </a:r>
            <a:endParaRPr/>
          </a:p>
          <a:p>
            <a:pPr marL="0" lvl="0" indent="0" algn="l" rtl="0">
              <a:spcBef>
                <a:spcPts val="0"/>
              </a:spcBef>
              <a:spcAft>
                <a:spcPts val="0"/>
              </a:spcAft>
              <a:buNone/>
            </a:pPr>
            <a:endParaRPr/>
          </a:p>
          <a:p>
            <a:pPr marL="0" lvl="0" indent="0" algn="l" rtl="0">
              <a:spcBef>
                <a:spcPts val="0"/>
              </a:spcBef>
              <a:spcAft>
                <a:spcPts val="0"/>
              </a:spcAft>
              <a:buNone/>
            </a:pPr>
            <a:r>
              <a:rPr lang="en"/>
              <a:t>Morbi augue ante, vulputate et auctor sit amet, tempus sit amet dolor. Curabitur in pellentesque nisi, ut rutrum ex. In varius at nunc accumsan scelerisque. In hac habitasse platea dictumst. Cras efficitur molestie purus, ut molestie velit facilisis.</a:t>
            </a:r>
            <a:endParaRPr/>
          </a:p>
        </p:txBody>
      </p:sp>
      <p:sp>
        <p:nvSpPr>
          <p:cNvPr id="1716" name="Google Shape;1716;p160"/>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Bringing Agreements to Life</a:t>
            </a:r>
            <a:endParaRPr/>
          </a:p>
          <a:p>
            <a:pPr marL="0" lvl="0" indent="0" algn="l" rtl="0">
              <a:lnSpc>
                <a:spcPct val="80000"/>
              </a:lnSpc>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20"/>
        <p:cNvGrpSpPr/>
        <p:nvPr/>
      </p:nvGrpSpPr>
      <p:grpSpPr>
        <a:xfrm>
          <a:off x="0" y="0"/>
          <a:ext cx="0" cy="0"/>
          <a:chOff x="0" y="0"/>
          <a:chExt cx="0" cy="0"/>
        </a:xfrm>
      </p:grpSpPr>
      <p:sp>
        <p:nvSpPr>
          <p:cNvPr id="1721" name="Google Shape;1721;p16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27</a:t>
            </a:fld>
            <a:endParaRPr/>
          </a:p>
        </p:txBody>
      </p:sp>
      <p:sp>
        <p:nvSpPr>
          <p:cNvPr id="1722" name="Google Shape;1722;p161"/>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a:p>
            <a:pPr marL="0" lvl="0" indent="0" algn="l" rtl="0">
              <a:spcBef>
                <a:spcPts val="0"/>
              </a:spcBef>
              <a:spcAft>
                <a:spcPts val="0"/>
              </a:spcAft>
              <a:buClr>
                <a:schemeClr val="dk1"/>
              </a:buClr>
              <a:buSzPts val="1100"/>
              <a:buFont typeface="Arial"/>
              <a:buNone/>
            </a:pPr>
            <a:endParaRPr/>
          </a:p>
        </p:txBody>
      </p:sp>
      <p:sp>
        <p:nvSpPr>
          <p:cNvPr id="1723" name="Google Shape;1723;p161"/>
          <p:cNvSpPr txBox="1">
            <a:spLocks noGrp="1"/>
          </p:cNvSpPr>
          <p:nvPr>
            <p:ph type="body" idx="1"/>
          </p:nvPr>
        </p:nvSpPr>
        <p:spPr>
          <a:xfrm>
            <a:off x="3252375" y="1240636"/>
            <a:ext cx="2643000" cy="2805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 Cras porta nisl volutpat, gravida libero et, tempor libero.</a:t>
            </a:r>
            <a:endParaRPr/>
          </a:p>
        </p:txBody>
      </p:sp>
      <p:sp>
        <p:nvSpPr>
          <p:cNvPr id="1724" name="Google Shape;1724;p161"/>
          <p:cNvSpPr txBox="1">
            <a:spLocks noGrp="1"/>
          </p:cNvSpPr>
          <p:nvPr>
            <p:ph type="body" idx="2"/>
          </p:nvPr>
        </p:nvSpPr>
        <p:spPr>
          <a:xfrm>
            <a:off x="6160050" y="1240600"/>
            <a:ext cx="2643000" cy="2805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Morbi augue ante, vulputate et auctor sit amet, tempus sit amet dolor. Curabitur in pellentesque nisi, ut rutrum ex. In varius at nunc accumsan scelerisque. In hac habitasse platea dictumst. Cras efficitur molestie purus, ut molestie velit facilisis a. Vestibulum non viverra quam.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28"/>
        <p:cNvGrpSpPr/>
        <p:nvPr/>
      </p:nvGrpSpPr>
      <p:grpSpPr>
        <a:xfrm>
          <a:off x="0" y="0"/>
          <a:ext cx="0" cy="0"/>
          <a:chOff x="0" y="0"/>
          <a:chExt cx="0" cy="0"/>
        </a:xfrm>
      </p:grpSpPr>
      <p:sp>
        <p:nvSpPr>
          <p:cNvPr id="1729" name="Google Shape;1729;p16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28</a:t>
            </a:fld>
            <a:endParaRPr/>
          </a:p>
        </p:txBody>
      </p:sp>
      <p:sp>
        <p:nvSpPr>
          <p:cNvPr id="1730" name="Google Shape;1730;p162"/>
          <p:cNvSpPr txBox="1">
            <a:spLocks noGrp="1"/>
          </p:cNvSpPr>
          <p:nvPr>
            <p:ph type="body" idx="1"/>
          </p:nvPr>
        </p:nvSpPr>
        <p:spPr>
          <a:xfrm>
            <a:off x="3252375" y="1240636"/>
            <a:ext cx="2643000" cy="2805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 Cras porta nisl volutpat, gravida libero et, tempor libero.</a:t>
            </a:r>
            <a:endParaRPr/>
          </a:p>
        </p:txBody>
      </p:sp>
      <p:sp>
        <p:nvSpPr>
          <p:cNvPr id="1731" name="Google Shape;1731;p162"/>
          <p:cNvSpPr txBox="1">
            <a:spLocks noGrp="1"/>
          </p:cNvSpPr>
          <p:nvPr>
            <p:ph type="body" idx="2"/>
          </p:nvPr>
        </p:nvSpPr>
        <p:spPr>
          <a:xfrm>
            <a:off x="6160050" y="1240600"/>
            <a:ext cx="2643000" cy="2805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Morbi augue ante, vulputate et auctor sit amet, tempus sit amet dolor. Curabitur in pellentesque nisi, ut rutrum ex. In varius at nunc accumsan scelerisque. In hac habitasse platea dictumst. Cras efficitur molestie purus, ut molestie velit facilisis a. Vestibulum non viverra quam.</a:t>
            </a:r>
            <a:endParaRPr/>
          </a:p>
        </p:txBody>
      </p:sp>
      <p:sp>
        <p:nvSpPr>
          <p:cNvPr id="1732" name="Google Shape;1732;p162"/>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a:p>
            <a:pPr marL="0" lvl="0" indent="0" algn="l" rtl="0">
              <a:lnSpc>
                <a:spcPct val="80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1733" name="Google Shape;1733;p162"/>
          <p:cNvSpPr txBox="1">
            <a:spLocks noGrp="1"/>
          </p:cNvSpPr>
          <p:nvPr>
            <p:ph type="subTitle" idx="3"/>
          </p:nvPr>
        </p:nvSpPr>
        <p:spPr>
          <a:xfrm>
            <a:off x="357400" y="2533300"/>
            <a:ext cx="2643000" cy="220200"/>
          </a:xfrm>
          <a:prstGeom prst="rect">
            <a:avLst/>
          </a:prstGeom>
        </p:spPr>
        <p:txBody>
          <a:bodyPr spcFirstLastPara="1" wrap="square" lIns="0" tIns="0" rIns="0" bIns="0" anchor="t" anchorCtr="0">
            <a:noAutofit/>
          </a:bodyPr>
          <a:lstStyle/>
          <a:p>
            <a:pPr marL="0" marR="91440" lvl="0" indent="0" algn="l" rtl="0">
              <a:spcBef>
                <a:spcPts val="0"/>
              </a:spcBef>
              <a:spcAft>
                <a:spcPts val="0"/>
              </a:spcAft>
              <a:buNone/>
            </a:pPr>
            <a:r>
              <a:rPr lang="en">
                <a:solidFill>
                  <a:srgbClr val="000000"/>
                </a:solidFill>
              </a:rPr>
              <a:t>Insert subtitle or supporting text here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Google Shape;1738;p163"/>
          <p:cNvSpPr txBox="1">
            <a:spLocks noGrp="1"/>
          </p:cNvSpPr>
          <p:nvPr>
            <p:ph type="body" idx="1"/>
          </p:nvPr>
        </p:nvSpPr>
        <p:spPr>
          <a:xfrm>
            <a:off x="3252375" y="1240636"/>
            <a:ext cx="2643000" cy="2805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a:t>
            </a:r>
            <a:endParaRPr/>
          </a:p>
          <a:p>
            <a:pPr marL="0" lvl="0" indent="0" algn="l" rtl="0">
              <a:spcBef>
                <a:spcPts val="0"/>
              </a:spcBef>
              <a:spcAft>
                <a:spcPts val="0"/>
              </a:spcAft>
              <a:buNone/>
            </a:pPr>
            <a:endParaRPr/>
          </a:p>
        </p:txBody>
      </p:sp>
      <p:sp>
        <p:nvSpPr>
          <p:cNvPr id="1739" name="Google Shape;1739;p163"/>
          <p:cNvSpPr txBox="1">
            <a:spLocks noGrp="1"/>
          </p:cNvSpPr>
          <p:nvPr>
            <p:ph type="body" idx="3"/>
          </p:nvPr>
        </p:nvSpPr>
        <p:spPr>
          <a:xfrm>
            <a:off x="6160050" y="1240600"/>
            <a:ext cx="2643000" cy="2805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a:t>
            </a:r>
            <a:endParaRPr/>
          </a:p>
          <a:p>
            <a:pPr marL="0" lvl="0" indent="0" algn="l" rtl="0">
              <a:spcBef>
                <a:spcPts val="0"/>
              </a:spcBef>
              <a:spcAft>
                <a:spcPts val="0"/>
              </a:spcAft>
              <a:buNone/>
            </a:pPr>
            <a:endParaRPr/>
          </a:p>
        </p:txBody>
      </p:sp>
      <p:sp>
        <p:nvSpPr>
          <p:cNvPr id="1740" name="Google Shape;1740;p163"/>
          <p:cNvSpPr txBox="1">
            <a:spLocks noGrp="1"/>
          </p:cNvSpPr>
          <p:nvPr>
            <p:ph type="title"/>
          </p:nvPr>
        </p:nvSpPr>
        <p:spPr>
          <a:xfrm>
            <a:off x="339050" y="1240600"/>
            <a:ext cx="2643000" cy="129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p:txBody>
      </p:sp>
      <p:sp>
        <p:nvSpPr>
          <p:cNvPr id="1741" name="Google Shape;1741;p163"/>
          <p:cNvSpPr txBox="1">
            <a:spLocks noGrp="1"/>
          </p:cNvSpPr>
          <p:nvPr>
            <p:ph type="subTitle" idx="4"/>
          </p:nvPr>
        </p:nvSpPr>
        <p:spPr>
          <a:xfrm>
            <a:off x="357400" y="2532997"/>
            <a:ext cx="2643000" cy="1992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DS Indigo"/>
                <a:ea typeface="DS Indigo"/>
                <a:cs typeface="DS Indigo"/>
                <a:sym typeface="DS Indigo"/>
              </a:rPr>
              <a:t>Easily create, send, sign and manage every agreement — all in one place.</a:t>
            </a:r>
            <a:endParaRPr>
              <a:latin typeface="DS Indigo"/>
              <a:ea typeface="DS Indigo"/>
              <a:cs typeface="DS Indigo"/>
              <a:sym typeface="DS Indigo"/>
            </a:endParaRPr>
          </a:p>
          <a:p>
            <a:pPr marL="0" lvl="0" indent="0" algn="l" rtl="0">
              <a:spcBef>
                <a:spcPts val="0"/>
              </a:spcBef>
              <a:spcAft>
                <a:spcPts val="0"/>
              </a:spcAft>
              <a:buNone/>
            </a:pPr>
            <a:endParaRPr>
              <a:latin typeface="DS Indigo"/>
              <a:ea typeface="DS Indigo"/>
              <a:cs typeface="DS Indigo"/>
              <a:sym typeface="DS Indigo"/>
            </a:endParaRPr>
          </a:p>
        </p:txBody>
      </p:sp>
      <p:sp>
        <p:nvSpPr>
          <p:cNvPr id="1742" name="Google Shape;1742;p16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29</a:t>
            </a:fld>
            <a:endParaRPr/>
          </a:p>
        </p:txBody>
      </p:sp>
      <p:grpSp>
        <p:nvGrpSpPr>
          <p:cNvPr id="1743" name="Google Shape;1743;p163"/>
          <p:cNvGrpSpPr/>
          <p:nvPr/>
        </p:nvGrpSpPr>
        <p:grpSpPr>
          <a:xfrm>
            <a:off x="3252504" y="681058"/>
            <a:ext cx="313041" cy="391265"/>
            <a:chOff x="8463651" y="3269419"/>
            <a:chExt cx="232278" cy="290321"/>
          </a:xfrm>
        </p:grpSpPr>
        <p:sp>
          <p:nvSpPr>
            <p:cNvPr id="1744" name="Google Shape;1744;p163"/>
            <p:cNvSpPr/>
            <p:nvPr/>
          </p:nvSpPr>
          <p:spPr>
            <a:xfrm>
              <a:off x="8463651" y="3269419"/>
              <a:ext cx="232278" cy="290321"/>
            </a:xfrm>
            <a:custGeom>
              <a:avLst/>
              <a:gdLst/>
              <a:ahLst/>
              <a:cxnLst/>
              <a:rect l="l" t="t" r="r" b="b"/>
              <a:pathLst>
                <a:path w="11049" h="13810" extrusionOk="0">
                  <a:moveTo>
                    <a:pt x="5525" y="12691"/>
                  </a:moveTo>
                  <a:cubicBezTo>
                    <a:pt x="5635" y="12636"/>
                    <a:pt x="5759" y="12567"/>
                    <a:pt x="5897" y="12498"/>
                  </a:cubicBezTo>
                  <a:cubicBezTo>
                    <a:pt x="6367" y="12235"/>
                    <a:pt x="6988" y="11849"/>
                    <a:pt x="7610" y="11310"/>
                  </a:cubicBezTo>
                  <a:cubicBezTo>
                    <a:pt x="8839" y="10233"/>
                    <a:pt x="10013" y="8590"/>
                    <a:pt x="10013" y="6214"/>
                  </a:cubicBezTo>
                  <a:lnTo>
                    <a:pt x="10013" y="2790"/>
                  </a:lnTo>
                  <a:lnTo>
                    <a:pt x="5525" y="1119"/>
                  </a:lnTo>
                  <a:lnTo>
                    <a:pt x="1036" y="2790"/>
                  </a:lnTo>
                  <a:lnTo>
                    <a:pt x="1036" y="6214"/>
                  </a:lnTo>
                  <a:cubicBezTo>
                    <a:pt x="1036" y="8590"/>
                    <a:pt x="2210" y="10233"/>
                    <a:pt x="3453" y="11310"/>
                  </a:cubicBezTo>
                  <a:cubicBezTo>
                    <a:pt x="4074" y="11849"/>
                    <a:pt x="4696" y="12235"/>
                    <a:pt x="5165" y="12498"/>
                  </a:cubicBezTo>
                  <a:cubicBezTo>
                    <a:pt x="5304" y="12567"/>
                    <a:pt x="5428" y="12636"/>
                    <a:pt x="5525" y="12691"/>
                  </a:cubicBezTo>
                  <a:close/>
                  <a:moveTo>
                    <a:pt x="1" y="2072"/>
                  </a:moveTo>
                  <a:lnTo>
                    <a:pt x="5525" y="0"/>
                  </a:lnTo>
                  <a:lnTo>
                    <a:pt x="11048" y="2072"/>
                  </a:lnTo>
                  <a:lnTo>
                    <a:pt x="11048" y="6214"/>
                  </a:lnTo>
                  <a:cubicBezTo>
                    <a:pt x="11048" y="11738"/>
                    <a:pt x="5525" y="13810"/>
                    <a:pt x="5525" y="13810"/>
                  </a:cubicBezTo>
                  <a:cubicBezTo>
                    <a:pt x="5525" y="13810"/>
                    <a:pt x="1" y="11738"/>
                    <a:pt x="1" y="62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63"/>
            <p:cNvSpPr/>
            <p:nvPr/>
          </p:nvSpPr>
          <p:spPr>
            <a:xfrm>
              <a:off x="8521421" y="3363474"/>
              <a:ext cx="124285" cy="95526"/>
            </a:xfrm>
            <a:custGeom>
              <a:avLst/>
              <a:gdLst/>
              <a:ahLst/>
              <a:cxnLst/>
              <a:rect l="l" t="t" r="r" b="b"/>
              <a:pathLst>
                <a:path w="5912" h="4544" extrusionOk="0">
                  <a:moveTo>
                    <a:pt x="5179" y="0"/>
                  </a:moveTo>
                  <a:lnTo>
                    <a:pt x="5911" y="732"/>
                  </a:lnTo>
                  <a:lnTo>
                    <a:pt x="2086" y="4544"/>
                  </a:lnTo>
                  <a:lnTo>
                    <a:pt x="1" y="2459"/>
                  </a:lnTo>
                  <a:lnTo>
                    <a:pt x="733" y="1727"/>
                  </a:lnTo>
                  <a:lnTo>
                    <a:pt x="2086" y="308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6" name="Google Shape;1746;p163"/>
          <p:cNvGrpSpPr/>
          <p:nvPr/>
        </p:nvGrpSpPr>
        <p:grpSpPr>
          <a:xfrm>
            <a:off x="6160044" y="681229"/>
            <a:ext cx="378034" cy="391294"/>
            <a:chOff x="7298332" y="3269419"/>
            <a:chExt cx="280461" cy="290321"/>
          </a:xfrm>
        </p:grpSpPr>
        <p:sp>
          <p:nvSpPr>
            <p:cNvPr id="1747" name="Google Shape;1747;p163"/>
            <p:cNvSpPr/>
            <p:nvPr/>
          </p:nvSpPr>
          <p:spPr>
            <a:xfrm>
              <a:off x="7380488" y="3356494"/>
              <a:ext cx="116149" cy="116149"/>
            </a:xfrm>
            <a:custGeom>
              <a:avLst/>
              <a:gdLst/>
              <a:ahLst/>
              <a:cxnLst/>
              <a:rect l="l" t="t" r="r" b="b"/>
              <a:pathLst>
                <a:path w="5525" h="5525" extrusionOk="0">
                  <a:moveTo>
                    <a:pt x="2763" y="4489"/>
                  </a:moveTo>
                  <a:cubicBezTo>
                    <a:pt x="3715" y="4489"/>
                    <a:pt x="4489" y="3716"/>
                    <a:pt x="4489" y="2763"/>
                  </a:cubicBezTo>
                  <a:cubicBezTo>
                    <a:pt x="4489" y="1810"/>
                    <a:pt x="3715" y="1037"/>
                    <a:pt x="2763" y="1037"/>
                  </a:cubicBezTo>
                  <a:cubicBezTo>
                    <a:pt x="1810" y="1037"/>
                    <a:pt x="1036" y="1810"/>
                    <a:pt x="1036" y="2763"/>
                  </a:cubicBezTo>
                  <a:cubicBezTo>
                    <a:pt x="1036" y="3716"/>
                    <a:pt x="1810" y="4489"/>
                    <a:pt x="2763" y="4489"/>
                  </a:cubicBezTo>
                  <a:close/>
                  <a:moveTo>
                    <a:pt x="5525" y="2763"/>
                  </a:moveTo>
                  <a:cubicBezTo>
                    <a:pt x="5525" y="4296"/>
                    <a:pt x="4295" y="5525"/>
                    <a:pt x="2763" y="5525"/>
                  </a:cubicBezTo>
                  <a:cubicBezTo>
                    <a:pt x="1244" y="5525"/>
                    <a:pt x="1" y="4296"/>
                    <a:pt x="1" y="2763"/>
                  </a:cubicBezTo>
                  <a:cubicBezTo>
                    <a:pt x="1" y="1244"/>
                    <a:pt x="1244" y="1"/>
                    <a:pt x="2763" y="1"/>
                  </a:cubicBezTo>
                  <a:cubicBezTo>
                    <a:pt x="4295" y="1"/>
                    <a:pt x="5525" y="1244"/>
                    <a:pt x="5525" y="27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163"/>
            <p:cNvSpPr/>
            <p:nvPr/>
          </p:nvSpPr>
          <p:spPr>
            <a:xfrm>
              <a:off x="7298332" y="3269419"/>
              <a:ext cx="280461" cy="290321"/>
            </a:xfrm>
            <a:custGeom>
              <a:avLst/>
              <a:gdLst/>
              <a:ahLst/>
              <a:cxnLst/>
              <a:rect l="l" t="t" r="r" b="b"/>
              <a:pathLst>
                <a:path w="13341" h="13810" extrusionOk="0">
                  <a:moveTo>
                    <a:pt x="5373" y="2596"/>
                  </a:moveTo>
                  <a:lnTo>
                    <a:pt x="4972" y="2762"/>
                  </a:lnTo>
                  <a:cubicBezTo>
                    <a:pt x="4599" y="2914"/>
                    <a:pt x="4254" y="3107"/>
                    <a:pt x="3936" y="3356"/>
                  </a:cubicBezTo>
                  <a:lnTo>
                    <a:pt x="3591" y="3618"/>
                  </a:lnTo>
                  <a:lnTo>
                    <a:pt x="1934" y="3383"/>
                  </a:lnTo>
                  <a:lnTo>
                    <a:pt x="1257" y="4557"/>
                  </a:lnTo>
                  <a:lnTo>
                    <a:pt x="2279" y="5869"/>
                  </a:lnTo>
                  <a:lnTo>
                    <a:pt x="2224" y="6311"/>
                  </a:lnTo>
                  <a:cubicBezTo>
                    <a:pt x="2196" y="6504"/>
                    <a:pt x="2182" y="6712"/>
                    <a:pt x="2182" y="6905"/>
                  </a:cubicBezTo>
                  <a:cubicBezTo>
                    <a:pt x="2182" y="7112"/>
                    <a:pt x="2196" y="7319"/>
                    <a:pt x="2224" y="7513"/>
                  </a:cubicBezTo>
                  <a:lnTo>
                    <a:pt x="2279" y="7941"/>
                  </a:lnTo>
                  <a:lnTo>
                    <a:pt x="1257" y="9253"/>
                  </a:lnTo>
                  <a:lnTo>
                    <a:pt x="1934" y="10426"/>
                  </a:lnTo>
                  <a:lnTo>
                    <a:pt x="3591" y="10192"/>
                  </a:lnTo>
                  <a:lnTo>
                    <a:pt x="3936" y="10468"/>
                  </a:lnTo>
                  <a:cubicBezTo>
                    <a:pt x="4254" y="10703"/>
                    <a:pt x="4599" y="10910"/>
                    <a:pt x="4972" y="11062"/>
                  </a:cubicBezTo>
                  <a:lnTo>
                    <a:pt x="5373" y="11227"/>
                  </a:lnTo>
                  <a:lnTo>
                    <a:pt x="5994" y="12774"/>
                  </a:lnTo>
                  <a:lnTo>
                    <a:pt x="7361" y="12774"/>
                  </a:lnTo>
                  <a:lnTo>
                    <a:pt x="7969" y="11227"/>
                  </a:lnTo>
                  <a:lnTo>
                    <a:pt x="8383" y="11062"/>
                  </a:lnTo>
                  <a:cubicBezTo>
                    <a:pt x="8756" y="10910"/>
                    <a:pt x="9101" y="10703"/>
                    <a:pt x="9419" y="10468"/>
                  </a:cubicBezTo>
                  <a:lnTo>
                    <a:pt x="9764" y="10192"/>
                  </a:lnTo>
                  <a:lnTo>
                    <a:pt x="11421" y="10426"/>
                  </a:lnTo>
                  <a:lnTo>
                    <a:pt x="12098" y="9253"/>
                  </a:lnTo>
                  <a:lnTo>
                    <a:pt x="11062" y="7941"/>
                  </a:lnTo>
                  <a:lnTo>
                    <a:pt x="11117" y="7513"/>
                  </a:lnTo>
                  <a:cubicBezTo>
                    <a:pt x="11145" y="7319"/>
                    <a:pt x="11159" y="7112"/>
                    <a:pt x="11159" y="6905"/>
                  </a:cubicBezTo>
                  <a:cubicBezTo>
                    <a:pt x="11159" y="6712"/>
                    <a:pt x="11145" y="6504"/>
                    <a:pt x="11117" y="6311"/>
                  </a:cubicBezTo>
                  <a:lnTo>
                    <a:pt x="11062" y="5869"/>
                  </a:lnTo>
                  <a:lnTo>
                    <a:pt x="12098" y="4557"/>
                  </a:lnTo>
                  <a:lnTo>
                    <a:pt x="11421" y="3383"/>
                  </a:lnTo>
                  <a:lnTo>
                    <a:pt x="9764" y="3618"/>
                  </a:lnTo>
                  <a:lnTo>
                    <a:pt x="9419" y="3356"/>
                  </a:lnTo>
                  <a:cubicBezTo>
                    <a:pt x="9101" y="3107"/>
                    <a:pt x="8756" y="2914"/>
                    <a:pt x="8383" y="2762"/>
                  </a:cubicBezTo>
                  <a:lnTo>
                    <a:pt x="7969" y="2596"/>
                  </a:lnTo>
                  <a:lnTo>
                    <a:pt x="7361" y="1036"/>
                  </a:lnTo>
                  <a:lnTo>
                    <a:pt x="5994" y="1036"/>
                  </a:lnTo>
                  <a:close/>
                  <a:moveTo>
                    <a:pt x="5290" y="0"/>
                  </a:moveTo>
                  <a:lnTo>
                    <a:pt x="8052" y="0"/>
                  </a:lnTo>
                  <a:lnTo>
                    <a:pt x="8770" y="1795"/>
                  </a:lnTo>
                  <a:cubicBezTo>
                    <a:pt x="9239" y="1989"/>
                    <a:pt x="9667" y="2237"/>
                    <a:pt x="10054" y="2541"/>
                  </a:cubicBezTo>
                  <a:lnTo>
                    <a:pt x="11960" y="2265"/>
                  </a:lnTo>
                  <a:lnTo>
                    <a:pt x="13341" y="4654"/>
                  </a:lnTo>
                  <a:lnTo>
                    <a:pt x="12153" y="6173"/>
                  </a:lnTo>
                  <a:cubicBezTo>
                    <a:pt x="12181" y="6408"/>
                    <a:pt x="12194" y="6656"/>
                    <a:pt x="12194" y="6905"/>
                  </a:cubicBezTo>
                  <a:cubicBezTo>
                    <a:pt x="12194" y="7153"/>
                    <a:pt x="12181" y="7402"/>
                    <a:pt x="12153" y="7651"/>
                  </a:cubicBezTo>
                  <a:lnTo>
                    <a:pt x="13341" y="9170"/>
                  </a:lnTo>
                  <a:lnTo>
                    <a:pt x="11960" y="11559"/>
                  </a:lnTo>
                  <a:lnTo>
                    <a:pt x="10054" y="11283"/>
                  </a:lnTo>
                  <a:cubicBezTo>
                    <a:pt x="9667" y="11586"/>
                    <a:pt x="9239" y="11835"/>
                    <a:pt x="8770" y="12014"/>
                  </a:cubicBezTo>
                  <a:lnTo>
                    <a:pt x="8052" y="13810"/>
                  </a:lnTo>
                  <a:lnTo>
                    <a:pt x="5290" y="13810"/>
                  </a:lnTo>
                  <a:lnTo>
                    <a:pt x="4572" y="12014"/>
                  </a:lnTo>
                  <a:cubicBezTo>
                    <a:pt x="4116" y="11835"/>
                    <a:pt x="3688" y="11586"/>
                    <a:pt x="3301" y="11283"/>
                  </a:cubicBezTo>
                  <a:lnTo>
                    <a:pt x="1382" y="11559"/>
                  </a:lnTo>
                  <a:lnTo>
                    <a:pt x="1" y="9170"/>
                  </a:lnTo>
                  <a:lnTo>
                    <a:pt x="1202" y="7651"/>
                  </a:lnTo>
                  <a:cubicBezTo>
                    <a:pt x="1161" y="7402"/>
                    <a:pt x="1147" y="7153"/>
                    <a:pt x="1147" y="6905"/>
                  </a:cubicBezTo>
                  <a:cubicBezTo>
                    <a:pt x="1147" y="6656"/>
                    <a:pt x="1161" y="6408"/>
                    <a:pt x="1202" y="6173"/>
                  </a:cubicBezTo>
                  <a:lnTo>
                    <a:pt x="1" y="4654"/>
                  </a:lnTo>
                  <a:lnTo>
                    <a:pt x="1382" y="2265"/>
                  </a:lnTo>
                  <a:lnTo>
                    <a:pt x="3301" y="2541"/>
                  </a:lnTo>
                  <a:cubicBezTo>
                    <a:pt x="3688" y="2237"/>
                    <a:pt x="4116" y="1989"/>
                    <a:pt x="4572" y="17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16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30</a:t>
            </a:fld>
            <a:endParaRPr/>
          </a:p>
        </p:txBody>
      </p:sp>
      <p:sp>
        <p:nvSpPr>
          <p:cNvPr id="1754" name="Google Shape;1754;p164"/>
          <p:cNvSpPr txBox="1">
            <a:spLocks noGrp="1"/>
          </p:cNvSpPr>
          <p:nvPr>
            <p:ph type="subTitle" idx="2"/>
          </p:nvPr>
        </p:nvSpPr>
        <p:spPr>
          <a:xfrm>
            <a:off x="6256675" y="1240775"/>
            <a:ext cx="2485500" cy="3902700"/>
          </a:xfrm>
          <a:prstGeom prst="rect">
            <a:avLst/>
          </a:prstGeom>
          <a:noFill/>
        </p:spPr>
        <p:txBody>
          <a:bodyPr spcFirstLastPara="1" wrap="square" lIns="182875" tIns="182875" rIns="182875" bIns="182875" anchor="t" anchorCtr="0">
            <a:noAutofit/>
          </a:bodyPr>
          <a:lstStyle/>
          <a:p>
            <a:pPr marL="0" lvl="0" indent="0" algn="l" rtl="0">
              <a:spcBef>
                <a:spcPts val="0"/>
              </a:spcBef>
              <a:spcAft>
                <a:spcPts val="0"/>
              </a:spcAft>
              <a:buNone/>
            </a:pPr>
            <a:r>
              <a:rPr lang="en"/>
              <a:t>Pellentesque habitant morbi tristique senectus et netus et malesuada fames ac turpis egestas.</a:t>
            </a:r>
            <a:endParaRPr/>
          </a:p>
        </p:txBody>
      </p:sp>
      <p:sp>
        <p:nvSpPr>
          <p:cNvPr id="1755" name="Google Shape;1755;p164"/>
          <p:cNvSpPr txBox="1">
            <a:spLocks noGrp="1"/>
          </p:cNvSpPr>
          <p:nvPr>
            <p:ph type="subTitle" idx="1"/>
          </p:nvPr>
        </p:nvSpPr>
        <p:spPr>
          <a:xfrm>
            <a:off x="3215651" y="1240600"/>
            <a:ext cx="2485500" cy="3902700"/>
          </a:xfrm>
          <a:prstGeom prst="rect">
            <a:avLst/>
          </a:prstGeom>
          <a:noFill/>
        </p:spPr>
        <p:txBody>
          <a:bodyPr spcFirstLastPara="1" wrap="square" lIns="182875" tIns="182875" rIns="182875" bIns="182875"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a:t>
            </a:r>
            <a:endParaRPr/>
          </a:p>
        </p:txBody>
      </p:sp>
      <p:sp>
        <p:nvSpPr>
          <p:cNvPr id="1756" name="Google Shape;1756;p164"/>
          <p:cNvSpPr txBox="1">
            <a:spLocks noGrp="1"/>
          </p:cNvSpPr>
          <p:nvPr>
            <p:ph type="title"/>
          </p:nvPr>
        </p:nvSpPr>
        <p:spPr>
          <a:xfrm>
            <a:off x="339050" y="1240600"/>
            <a:ext cx="2643000" cy="3128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16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31</a:t>
            </a:fld>
            <a:endParaRPr/>
          </a:p>
        </p:txBody>
      </p:sp>
      <p:sp>
        <p:nvSpPr>
          <p:cNvPr id="1762" name="Google Shape;1762;p165"/>
          <p:cNvSpPr txBox="1">
            <a:spLocks noGrp="1"/>
          </p:cNvSpPr>
          <p:nvPr>
            <p:ph type="subTitle" idx="1"/>
          </p:nvPr>
        </p:nvSpPr>
        <p:spPr>
          <a:xfrm>
            <a:off x="339050" y="2532888"/>
            <a:ext cx="2661300" cy="20511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b="1"/>
              <a:t>Topic one</a:t>
            </a:r>
            <a:br>
              <a:rPr lang="en" sz="800" b="1"/>
            </a:br>
            <a:r>
              <a:rPr lang="en" sz="800"/>
              <a:t>Lorem ipsum dolor sit amet, consectetur adipiscing elit. Ut porta euismod ante, sed gravida arcu cursus eget.</a:t>
            </a:r>
            <a:br>
              <a:rPr lang="en" sz="800" b="1"/>
            </a:br>
            <a:endParaRPr sz="800" b="1"/>
          </a:p>
          <a:p>
            <a:pPr marL="0" lvl="0" indent="0" algn="l" rtl="0">
              <a:lnSpc>
                <a:spcPct val="115000"/>
              </a:lnSpc>
              <a:spcBef>
                <a:spcPts val="0"/>
              </a:spcBef>
              <a:spcAft>
                <a:spcPts val="0"/>
              </a:spcAft>
              <a:buNone/>
            </a:pPr>
            <a:r>
              <a:rPr lang="en" b="1"/>
              <a:t>Topic two</a:t>
            </a:r>
            <a:br>
              <a:rPr lang="en" sz="800" b="1"/>
            </a:br>
            <a:r>
              <a:rPr lang="en" sz="800"/>
              <a:t>Lorem ipsum dolor sit amet, consectetur adipiscing elit. Ut porta euismod ante, sed gravida arcu cursus eget.</a:t>
            </a:r>
            <a:endParaRPr sz="800"/>
          </a:p>
          <a:p>
            <a:pPr marL="0" lvl="0" indent="0" algn="l" rtl="0">
              <a:lnSpc>
                <a:spcPct val="115000"/>
              </a:lnSpc>
              <a:spcBef>
                <a:spcPts val="0"/>
              </a:spcBef>
              <a:spcAft>
                <a:spcPts val="0"/>
              </a:spcAft>
              <a:buClr>
                <a:schemeClr val="dk1"/>
              </a:buClr>
              <a:buSzPts val="1100"/>
              <a:buFont typeface="Arial"/>
              <a:buNone/>
            </a:pPr>
            <a:endParaRPr b="1"/>
          </a:p>
          <a:p>
            <a:pPr marL="0" lvl="0" indent="0" algn="l" rtl="0">
              <a:lnSpc>
                <a:spcPct val="115000"/>
              </a:lnSpc>
              <a:spcBef>
                <a:spcPts val="0"/>
              </a:spcBef>
              <a:spcAft>
                <a:spcPts val="0"/>
              </a:spcAft>
              <a:buClr>
                <a:schemeClr val="dk1"/>
              </a:buClr>
              <a:buSzPts val="1100"/>
              <a:buFont typeface="Arial"/>
              <a:buNone/>
            </a:pPr>
            <a:r>
              <a:rPr lang="en" b="1"/>
              <a:t>Topic three</a:t>
            </a:r>
            <a:br>
              <a:rPr lang="en" sz="800" b="1"/>
            </a:br>
            <a:r>
              <a:rPr lang="en" sz="800"/>
              <a:t>Lorem ipsum dolor sit amet, consectetur adipiscing elit. Ut porta euismod ante, sed gravida arcu cursus eget.</a:t>
            </a:r>
            <a:endParaRPr sz="800" b="1"/>
          </a:p>
        </p:txBody>
      </p:sp>
      <p:sp>
        <p:nvSpPr>
          <p:cNvPr id="1763" name="Google Shape;1763;p165"/>
          <p:cNvSpPr txBox="1">
            <a:spLocks noGrp="1"/>
          </p:cNvSpPr>
          <p:nvPr>
            <p:ph type="title"/>
          </p:nvPr>
        </p:nvSpPr>
        <p:spPr>
          <a:xfrm>
            <a:off x="339050" y="1240600"/>
            <a:ext cx="2661300" cy="1068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p:txBody>
      </p:sp>
      <p:sp>
        <p:nvSpPr>
          <p:cNvPr id="1764" name="Google Shape;1764;p165"/>
          <p:cNvSpPr txBox="1">
            <a:spLocks noGrp="1"/>
          </p:cNvSpPr>
          <p:nvPr>
            <p:ph type="subTitle" idx="3"/>
          </p:nvPr>
        </p:nvSpPr>
        <p:spPr>
          <a:xfrm>
            <a:off x="3238500" y="4279775"/>
            <a:ext cx="2672400" cy="198600"/>
          </a:xfrm>
          <a:prstGeom prst="rect">
            <a:avLst/>
          </a:prstGeom>
          <a:noFill/>
        </p:spPr>
        <p:txBody>
          <a:bodyPr spcFirstLastPara="1" wrap="square" lIns="0" tIns="0" rIns="0" bIns="0" anchor="t" anchorCtr="0">
            <a:noAutofit/>
          </a:bodyPr>
          <a:lstStyle/>
          <a:p>
            <a:pPr marL="0" lvl="0" indent="0" algn="l" rtl="0">
              <a:spcBef>
                <a:spcPts val="0"/>
              </a:spcBef>
              <a:spcAft>
                <a:spcPts val="0"/>
              </a:spcAft>
              <a:buNone/>
            </a:pPr>
            <a:r>
              <a:rPr lang="en"/>
              <a:t>Focusing on what matters</a:t>
            </a:r>
            <a:endParaRPr/>
          </a:p>
        </p:txBody>
      </p:sp>
      <p:pic>
        <p:nvPicPr>
          <p:cNvPr id="1765" name="Google Shape;1765;p165"/>
          <p:cNvPicPr preferRelativeResize="0">
            <a:picLocks noGrp="1"/>
          </p:cNvPicPr>
          <p:nvPr>
            <p:ph type="pic" idx="2"/>
          </p:nvPr>
        </p:nvPicPr>
        <p:blipFill rotWithShape="1">
          <a:blip r:embed="rId3">
            <a:alphaModFix/>
          </a:blip>
          <a:srcRect l="2660" r="2660"/>
          <a:stretch/>
        </p:blipFill>
        <p:spPr>
          <a:xfrm>
            <a:off x="3234700" y="-200"/>
            <a:ext cx="5909400" cy="4160100"/>
          </a:xfrm>
          <a:prstGeom prst="round2DiagRect">
            <a:avLst>
              <a:gd name="adj1" fmla="val 16667"/>
              <a:gd name="adj2" fmla="val 0"/>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69"/>
        <p:cNvGrpSpPr/>
        <p:nvPr/>
      </p:nvGrpSpPr>
      <p:grpSpPr>
        <a:xfrm>
          <a:off x="0" y="0"/>
          <a:ext cx="0" cy="0"/>
          <a:chOff x="0" y="0"/>
          <a:chExt cx="0" cy="0"/>
        </a:xfrm>
      </p:grpSpPr>
      <p:sp>
        <p:nvSpPr>
          <p:cNvPr id="1770" name="Google Shape;1770;p166"/>
          <p:cNvSpPr txBox="1">
            <a:spLocks noGrp="1"/>
          </p:cNvSpPr>
          <p:nvPr>
            <p:ph type="subTitle" idx="1"/>
          </p:nvPr>
        </p:nvSpPr>
        <p:spPr>
          <a:xfrm>
            <a:off x="339050" y="2834000"/>
            <a:ext cx="3640800" cy="17499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1200" b="1"/>
              <a:t>Topic one</a:t>
            </a:r>
            <a:br>
              <a:rPr lang="en" sz="800" b="1"/>
            </a:br>
            <a:r>
              <a:rPr lang="en" sz="800"/>
              <a:t>Lorem ipsum dolor sit amet, consectetur adipiscing elit. Ut porta euismod ante, sed gravida arcu cursus eget.</a:t>
            </a:r>
            <a:br>
              <a:rPr lang="en" sz="800" b="1"/>
            </a:br>
            <a:endParaRPr sz="800" b="1"/>
          </a:p>
          <a:p>
            <a:pPr marL="0" lvl="0" indent="0" algn="l" rtl="0">
              <a:lnSpc>
                <a:spcPct val="115000"/>
              </a:lnSpc>
              <a:spcBef>
                <a:spcPts val="0"/>
              </a:spcBef>
              <a:spcAft>
                <a:spcPts val="0"/>
              </a:spcAft>
              <a:buNone/>
            </a:pPr>
            <a:r>
              <a:rPr lang="en" sz="1200" b="1"/>
              <a:t>Topic two</a:t>
            </a:r>
            <a:br>
              <a:rPr lang="en" sz="800" b="1"/>
            </a:br>
            <a:r>
              <a:rPr lang="en" sz="800"/>
              <a:t>Lorem ipsum dolor sit amet, consectetur adipiscing elit. Ut porta euismod ante, sed gravida arcu cursus eget.</a:t>
            </a:r>
            <a:endParaRPr sz="800"/>
          </a:p>
          <a:p>
            <a:pPr marL="0" lvl="0" indent="0" algn="l" rtl="0">
              <a:lnSpc>
                <a:spcPct val="115000"/>
              </a:lnSpc>
              <a:spcBef>
                <a:spcPts val="0"/>
              </a:spcBef>
              <a:spcAft>
                <a:spcPts val="0"/>
              </a:spcAft>
              <a:buNone/>
            </a:pPr>
            <a:endParaRPr sz="1200" b="1"/>
          </a:p>
          <a:p>
            <a:pPr marL="0" lvl="0" indent="0" algn="l" rtl="0">
              <a:lnSpc>
                <a:spcPct val="115000"/>
              </a:lnSpc>
              <a:spcBef>
                <a:spcPts val="0"/>
              </a:spcBef>
              <a:spcAft>
                <a:spcPts val="0"/>
              </a:spcAft>
              <a:buNone/>
            </a:pPr>
            <a:r>
              <a:rPr lang="en" sz="1200" b="1"/>
              <a:t>Topic three</a:t>
            </a:r>
            <a:br>
              <a:rPr lang="en" sz="800" b="1"/>
            </a:br>
            <a:r>
              <a:rPr lang="en" sz="800"/>
              <a:t>Lorem ipsum dolor sit amet, consectetur adipiscing elit. Ut porta euismod ante, sed gravida arcu cursus eget.</a:t>
            </a:r>
            <a:endParaRPr sz="800" b="1"/>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771" name="Google Shape;1771;p166"/>
          <p:cNvSpPr txBox="1">
            <a:spLocks noGrp="1"/>
          </p:cNvSpPr>
          <p:nvPr>
            <p:ph type="subTitle" idx="2"/>
          </p:nvPr>
        </p:nvSpPr>
        <p:spPr>
          <a:xfrm>
            <a:off x="339050" y="2329950"/>
            <a:ext cx="3640800" cy="48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Moving the world forward</a:t>
            </a:r>
            <a:endParaRPr/>
          </a:p>
        </p:txBody>
      </p:sp>
      <p:sp>
        <p:nvSpPr>
          <p:cNvPr id="1772" name="Google Shape;1772;p166"/>
          <p:cNvSpPr txBox="1">
            <a:spLocks noGrp="1"/>
          </p:cNvSpPr>
          <p:nvPr>
            <p:ph type="subTitle" idx="3"/>
          </p:nvPr>
        </p:nvSpPr>
        <p:spPr>
          <a:xfrm>
            <a:off x="4577550" y="4279775"/>
            <a:ext cx="2672400" cy="198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Focusing on what matters</a:t>
            </a:r>
            <a:endParaRPr/>
          </a:p>
        </p:txBody>
      </p:sp>
      <p:sp>
        <p:nvSpPr>
          <p:cNvPr id="1773" name="Google Shape;1773;p166"/>
          <p:cNvSpPr txBox="1">
            <a:spLocks noGrp="1"/>
          </p:cNvSpPr>
          <p:nvPr>
            <p:ph type="title"/>
          </p:nvPr>
        </p:nvSpPr>
        <p:spPr>
          <a:xfrm>
            <a:off x="339050" y="1240600"/>
            <a:ext cx="3640800" cy="1068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a:p>
            <a:pPr marL="0" lvl="0" indent="0" algn="l" rtl="0">
              <a:spcBef>
                <a:spcPts val="0"/>
              </a:spcBef>
              <a:spcAft>
                <a:spcPts val="0"/>
              </a:spcAft>
              <a:buNone/>
            </a:pPr>
            <a:endParaRPr/>
          </a:p>
        </p:txBody>
      </p:sp>
      <p:pic>
        <p:nvPicPr>
          <p:cNvPr id="1774" name="Google Shape;1774;p166"/>
          <p:cNvPicPr preferRelativeResize="0">
            <a:picLocks noGrp="1"/>
          </p:cNvPicPr>
          <p:nvPr>
            <p:ph type="pic" idx="4"/>
          </p:nvPr>
        </p:nvPicPr>
        <p:blipFill rotWithShape="1">
          <a:blip r:embed="rId3">
            <a:alphaModFix/>
          </a:blip>
          <a:srcRect l="13418" r="13418"/>
          <a:stretch/>
        </p:blipFill>
        <p:spPr>
          <a:xfrm>
            <a:off x="4577550" y="-200"/>
            <a:ext cx="4566600" cy="4160100"/>
          </a:xfrm>
          <a:prstGeom prst="round2DiagRect">
            <a:avLst>
              <a:gd name="adj1" fmla="val 16667"/>
              <a:gd name="adj2" fmla="val 0"/>
            </a:avLst>
          </a:prstGeom>
        </p:spPr>
      </p:pic>
      <p:sp>
        <p:nvSpPr>
          <p:cNvPr id="1775" name="Google Shape;1775;p16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79"/>
        <p:cNvGrpSpPr/>
        <p:nvPr/>
      </p:nvGrpSpPr>
      <p:grpSpPr>
        <a:xfrm>
          <a:off x="0" y="0"/>
          <a:ext cx="0" cy="0"/>
          <a:chOff x="0" y="0"/>
          <a:chExt cx="0" cy="0"/>
        </a:xfrm>
      </p:grpSpPr>
      <p:sp>
        <p:nvSpPr>
          <p:cNvPr id="1780" name="Google Shape;1780;p16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33</a:t>
            </a:fld>
            <a:endParaRPr/>
          </a:p>
        </p:txBody>
      </p:sp>
      <p:sp>
        <p:nvSpPr>
          <p:cNvPr id="1781" name="Google Shape;1781;p167"/>
          <p:cNvSpPr txBox="1">
            <a:spLocks noGrp="1"/>
          </p:cNvSpPr>
          <p:nvPr>
            <p:ph type="title"/>
          </p:nvPr>
        </p:nvSpPr>
        <p:spPr>
          <a:xfrm>
            <a:off x="339050" y="1240600"/>
            <a:ext cx="3640800" cy="1068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a:p>
            <a:pPr marL="0" lvl="0" indent="0" algn="l" rtl="0">
              <a:spcBef>
                <a:spcPts val="0"/>
              </a:spcBef>
              <a:spcAft>
                <a:spcPts val="0"/>
              </a:spcAft>
              <a:buClr>
                <a:schemeClr val="dk1"/>
              </a:buClr>
              <a:buSzPts val="1100"/>
              <a:buFont typeface="Arial"/>
              <a:buNone/>
            </a:pPr>
            <a:endParaRPr/>
          </a:p>
        </p:txBody>
      </p:sp>
      <p:sp>
        <p:nvSpPr>
          <p:cNvPr id="1782" name="Google Shape;1782;p167"/>
          <p:cNvSpPr txBox="1">
            <a:spLocks noGrp="1"/>
          </p:cNvSpPr>
          <p:nvPr>
            <p:ph type="subTitle" idx="4294967295"/>
          </p:nvPr>
        </p:nvSpPr>
        <p:spPr>
          <a:xfrm>
            <a:off x="2514600" y="2813550"/>
            <a:ext cx="1675500" cy="8139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1600" b="1"/>
              <a:t>XX%</a:t>
            </a:r>
            <a:br>
              <a:rPr lang="en" sz="1500" b="1"/>
            </a:br>
            <a:r>
              <a:rPr lang="en" sz="800"/>
              <a:t>Lorem ipsum dolor sit amet, consectetur adipiscing elit. Ut porta euismod ante.</a:t>
            </a:r>
            <a:endParaRPr sz="800" b="1"/>
          </a:p>
        </p:txBody>
      </p:sp>
      <p:sp>
        <p:nvSpPr>
          <p:cNvPr id="1783" name="Google Shape;1783;p167"/>
          <p:cNvSpPr txBox="1">
            <a:spLocks noGrp="1"/>
          </p:cNvSpPr>
          <p:nvPr>
            <p:ph type="subTitle" idx="4294967295"/>
          </p:nvPr>
        </p:nvSpPr>
        <p:spPr>
          <a:xfrm>
            <a:off x="339050" y="3718960"/>
            <a:ext cx="1675500" cy="8139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1600" b="1"/>
              <a:t>XX%</a:t>
            </a:r>
            <a:br>
              <a:rPr lang="en" sz="1500" b="1"/>
            </a:br>
            <a:r>
              <a:rPr lang="en" sz="800"/>
              <a:t>Lorem ipsum dolor sit amet, consectetur adipiscing elit. Ut porta euismod ante.</a:t>
            </a:r>
            <a:endParaRPr sz="800" b="1"/>
          </a:p>
        </p:txBody>
      </p:sp>
      <p:sp>
        <p:nvSpPr>
          <p:cNvPr id="1784" name="Google Shape;1784;p167"/>
          <p:cNvSpPr txBox="1">
            <a:spLocks noGrp="1"/>
          </p:cNvSpPr>
          <p:nvPr>
            <p:ph type="subTitle" idx="4294967295"/>
          </p:nvPr>
        </p:nvSpPr>
        <p:spPr>
          <a:xfrm>
            <a:off x="2514600" y="3718960"/>
            <a:ext cx="1675500" cy="8139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1600" b="1"/>
              <a:t>XX%</a:t>
            </a:r>
            <a:br>
              <a:rPr lang="en" sz="1500" b="1"/>
            </a:br>
            <a:r>
              <a:rPr lang="en" sz="800"/>
              <a:t>Lorem ipsum dolor sit amet, consectetur adipiscing elit. Ut porta euismod ante.</a:t>
            </a:r>
            <a:endParaRPr sz="800" b="1"/>
          </a:p>
        </p:txBody>
      </p:sp>
      <p:sp>
        <p:nvSpPr>
          <p:cNvPr id="1785" name="Google Shape;1785;p167"/>
          <p:cNvSpPr txBox="1">
            <a:spLocks noGrp="1"/>
          </p:cNvSpPr>
          <p:nvPr>
            <p:ph type="subTitle" idx="2"/>
          </p:nvPr>
        </p:nvSpPr>
        <p:spPr>
          <a:xfrm>
            <a:off x="339050" y="2329950"/>
            <a:ext cx="3640800" cy="48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Moving the world forward</a:t>
            </a:r>
            <a:endParaRPr/>
          </a:p>
        </p:txBody>
      </p:sp>
      <p:sp>
        <p:nvSpPr>
          <p:cNvPr id="1786" name="Google Shape;1786;p167"/>
          <p:cNvSpPr txBox="1">
            <a:spLocks noGrp="1"/>
          </p:cNvSpPr>
          <p:nvPr>
            <p:ph type="subTitle" idx="3"/>
          </p:nvPr>
        </p:nvSpPr>
        <p:spPr>
          <a:xfrm>
            <a:off x="4577550" y="4279775"/>
            <a:ext cx="2672400" cy="198600"/>
          </a:xfrm>
          <a:prstGeom prst="rect">
            <a:avLst/>
          </a:prstGeom>
          <a:noFill/>
        </p:spPr>
        <p:txBody>
          <a:bodyPr spcFirstLastPara="1" wrap="square" lIns="0" tIns="0" rIns="0" bIns="0" anchor="t" anchorCtr="0">
            <a:noAutofit/>
          </a:bodyPr>
          <a:lstStyle/>
          <a:p>
            <a:pPr marL="0" lvl="0" indent="0" algn="l" rtl="0">
              <a:spcBef>
                <a:spcPts val="0"/>
              </a:spcBef>
              <a:spcAft>
                <a:spcPts val="0"/>
              </a:spcAft>
              <a:buNone/>
            </a:pPr>
            <a:r>
              <a:rPr lang="en"/>
              <a:t>Focusing on what matters</a:t>
            </a:r>
            <a:endParaRPr/>
          </a:p>
        </p:txBody>
      </p:sp>
      <p:sp>
        <p:nvSpPr>
          <p:cNvPr id="1787" name="Google Shape;1787;p167"/>
          <p:cNvSpPr txBox="1">
            <a:spLocks noGrp="1"/>
          </p:cNvSpPr>
          <p:nvPr>
            <p:ph type="subTitle" idx="4294967295"/>
          </p:nvPr>
        </p:nvSpPr>
        <p:spPr>
          <a:xfrm>
            <a:off x="339050" y="2813560"/>
            <a:ext cx="1675500" cy="8139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1600" b="1"/>
              <a:t>XX%</a:t>
            </a:r>
            <a:br>
              <a:rPr lang="en" sz="1500" b="1"/>
            </a:br>
            <a:r>
              <a:rPr lang="en" sz="800"/>
              <a:t>Lorem ipsum dolor sit amet, consectetur adipiscing elit. Ut porta euismod ante.</a:t>
            </a:r>
            <a:endParaRPr sz="800" b="1"/>
          </a:p>
        </p:txBody>
      </p:sp>
      <p:pic>
        <p:nvPicPr>
          <p:cNvPr id="1788" name="Google Shape;1788;p167"/>
          <p:cNvPicPr preferRelativeResize="0">
            <a:picLocks noGrp="1"/>
          </p:cNvPicPr>
          <p:nvPr>
            <p:ph type="pic" idx="4"/>
          </p:nvPr>
        </p:nvPicPr>
        <p:blipFill rotWithShape="1">
          <a:blip r:embed="rId3">
            <a:alphaModFix/>
          </a:blip>
          <a:srcRect l="13418" r="13418"/>
          <a:stretch/>
        </p:blipFill>
        <p:spPr>
          <a:xfrm>
            <a:off x="4577550" y="-200"/>
            <a:ext cx="4566600" cy="4160100"/>
          </a:xfrm>
          <a:prstGeom prst="round2DiagRect">
            <a:avLst>
              <a:gd name="adj1" fmla="val 16667"/>
              <a:gd name="adj2" fmla="val 0"/>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92"/>
        <p:cNvGrpSpPr/>
        <p:nvPr/>
      </p:nvGrpSpPr>
      <p:grpSpPr>
        <a:xfrm>
          <a:off x="0" y="0"/>
          <a:ext cx="0" cy="0"/>
          <a:chOff x="0" y="0"/>
          <a:chExt cx="0" cy="0"/>
        </a:xfrm>
      </p:grpSpPr>
      <p:sp>
        <p:nvSpPr>
          <p:cNvPr id="1793" name="Google Shape;1793;p168"/>
          <p:cNvSpPr txBox="1">
            <a:spLocks noGrp="1"/>
          </p:cNvSpPr>
          <p:nvPr>
            <p:ph type="subTitle" idx="1"/>
          </p:nvPr>
        </p:nvSpPr>
        <p:spPr>
          <a:xfrm>
            <a:off x="339050" y="2309500"/>
            <a:ext cx="4825200" cy="22743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1600" b="1"/>
              <a:t>Topic one</a:t>
            </a:r>
            <a:br>
              <a:rPr lang="en" sz="1500" b="1"/>
            </a:br>
            <a:r>
              <a:rPr lang="en" sz="800"/>
              <a:t>Lorem ipsum dolor sit amet, consectetur adipiscing elit. Ut porta euismod ante, sed gravida arcu cursus eget. Vivamus sit amet purus nibh. Pellentesque habitant morbi tristique senectus et netus et malesuada.</a:t>
            </a:r>
            <a:endParaRPr sz="800"/>
          </a:p>
          <a:p>
            <a:pPr marL="0" lvl="0" indent="0" algn="l" rtl="0">
              <a:lnSpc>
                <a:spcPct val="115000"/>
              </a:lnSpc>
              <a:spcBef>
                <a:spcPts val="0"/>
              </a:spcBef>
              <a:spcAft>
                <a:spcPts val="0"/>
              </a:spcAft>
              <a:buNone/>
            </a:pPr>
            <a:br>
              <a:rPr lang="en" b="1"/>
            </a:br>
            <a:r>
              <a:rPr lang="en" sz="1600" b="1"/>
              <a:t>Topic two</a:t>
            </a:r>
            <a:br>
              <a:rPr lang="en" sz="1500" b="1"/>
            </a:br>
            <a:r>
              <a:rPr lang="en" sz="800"/>
              <a:t>Lorem ipsum dolor sit amet, consectetur adipiscing elit. Ut porta euismod ante, sed gravida arcu cursus eget. Vivamus sit amet purus nibh. Pellentesque habitant morbi tristique senectus et netus et malesuada.</a:t>
            </a:r>
            <a:br>
              <a:rPr lang="en" sz="1500">
                <a:latin typeface="DS Indigo Medium"/>
                <a:ea typeface="DS Indigo Medium"/>
                <a:cs typeface="DS Indigo Medium"/>
                <a:sym typeface="DS Indigo Medium"/>
              </a:rPr>
            </a:br>
            <a:endParaRPr>
              <a:latin typeface="DS Indigo Medium"/>
              <a:ea typeface="DS Indigo Medium"/>
              <a:cs typeface="DS Indigo Medium"/>
              <a:sym typeface="DS Indigo Medium"/>
            </a:endParaRPr>
          </a:p>
          <a:p>
            <a:pPr marL="0" lvl="0" indent="0" algn="l" rtl="0">
              <a:lnSpc>
                <a:spcPct val="115000"/>
              </a:lnSpc>
              <a:spcBef>
                <a:spcPts val="0"/>
              </a:spcBef>
              <a:spcAft>
                <a:spcPts val="0"/>
              </a:spcAft>
              <a:buNone/>
            </a:pPr>
            <a:r>
              <a:rPr lang="en" sz="1600" b="1"/>
              <a:t>Topic three</a:t>
            </a:r>
            <a:br>
              <a:rPr lang="en" sz="1500" b="1"/>
            </a:br>
            <a:r>
              <a:rPr lang="en" sz="800"/>
              <a:t>Lorem ipsum dolor sit amet, consectetur adipiscing elit. Ut porta euismod ante, sed gravida arcu cursus eget. Vivamus sit amet purus nibh. Pellentesque habitant morbi tristique senectus et netus et malesuada.</a:t>
            </a:r>
            <a:endParaRPr/>
          </a:p>
        </p:txBody>
      </p:sp>
      <p:sp>
        <p:nvSpPr>
          <p:cNvPr id="1794" name="Google Shape;1794;p168"/>
          <p:cNvSpPr txBox="1">
            <a:spLocks noGrp="1"/>
          </p:cNvSpPr>
          <p:nvPr>
            <p:ph type="title"/>
          </p:nvPr>
        </p:nvSpPr>
        <p:spPr>
          <a:xfrm>
            <a:off x="339050" y="1240600"/>
            <a:ext cx="4825200" cy="1068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Bringing Agreements to Life</a:t>
            </a:r>
            <a:endParaRPr/>
          </a:p>
        </p:txBody>
      </p:sp>
      <p:sp>
        <p:nvSpPr>
          <p:cNvPr id="1795" name="Google Shape;1795;p168"/>
          <p:cNvSpPr txBox="1">
            <a:spLocks noGrp="1"/>
          </p:cNvSpPr>
          <p:nvPr>
            <p:ph type="subTitle" idx="2"/>
          </p:nvPr>
        </p:nvSpPr>
        <p:spPr>
          <a:xfrm>
            <a:off x="6161850" y="4279775"/>
            <a:ext cx="2672400" cy="198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Focusing on what matters</a:t>
            </a:r>
            <a:endParaRPr/>
          </a:p>
          <a:p>
            <a:pPr marL="0" lvl="0" indent="0" algn="l" rtl="0">
              <a:spcBef>
                <a:spcPts val="0"/>
              </a:spcBef>
              <a:spcAft>
                <a:spcPts val="0"/>
              </a:spcAft>
              <a:buNone/>
            </a:pPr>
            <a:endParaRPr/>
          </a:p>
        </p:txBody>
      </p:sp>
      <p:pic>
        <p:nvPicPr>
          <p:cNvPr id="1796" name="Google Shape;1796;p168"/>
          <p:cNvPicPr preferRelativeResize="0">
            <a:picLocks noGrp="1"/>
          </p:cNvPicPr>
          <p:nvPr>
            <p:ph type="pic" idx="3"/>
          </p:nvPr>
        </p:nvPicPr>
        <p:blipFill rotWithShape="1">
          <a:blip r:embed="rId3">
            <a:alphaModFix/>
          </a:blip>
          <a:srcRect l="26112" r="26107"/>
          <a:stretch/>
        </p:blipFill>
        <p:spPr>
          <a:xfrm>
            <a:off x="6161850" y="-200"/>
            <a:ext cx="2982300" cy="4160100"/>
          </a:xfrm>
          <a:prstGeom prst="round2DiagRect">
            <a:avLst>
              <a:gd name="adj1" fmla="val 16667"/>
              <a:gd name="adj2" fmla="val 0"/>
            </a:avLst>
          </a:prstGeom>
        </p:spPr>
      </p:pic>
      <p:sp>
        <p:nvSpPr>
          <p:cNvPr id="1797" name="Google Shape;1797;p16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01"/>
        <p:cNvGrpSpPr/>
        <p:nvPr/>
      </p:nvGrpSpPr>
      <p:grpSpPr>
        <a:xfrm>
          <a:off x="0" y="0"/>
          <a:ext cx="0" cy="0"/>
          <a:chOff x="0" y="0"/>
          <a:chExt cx="0" cy="0"/>
        </a:xfrm>
      </p:grpSpPr>
      <p:pic>
        <p:nvPicPr>
          <p:cNvPr id="1802" name="Google Shape;1802;p169"/>
          <p:cNvPicPr preferRelativeResize="0">
            <a:picLocks noGrp="1"/>
          </p:cNvPicPr>
          <p:nvPr>
            <p:ph type="pic" idx="2"/>
          </p:nvPr>
        </p:nvPicPr>
        <p:blipFill rotWithShape="1">
          <a:blip r:embed="rId3">
            <a:alphaModFix/>
          </a:blip>
          <a:srcRect l="8440" r="37799"/>
          <a:stretch/>
        </p:blipFill>
        <p:spPr>
          <a:xfrm>
            <a:off x="4707000" y="342900"/>
            <a:ext cx="4094100" cy="4287300"/>
          </a:xfrm>
          <a:prstGeom prst="roundRect">
            <a:avLst>
              <a:gd name="adj" fmla="val 16667"/>
            </a:avLst>
          </a:prstGeom>
        </p:spPr>
      </p:pic>
      <p:sp>
        <p:nvSpPr>
          <p:cNvPr id="1803" name="Google Shape;1803;p169"/>
          <p:cNvSpPr txBox="1">
            <a:spLocks noGrp="1"/>
          </p:cNvSpPr>
          <p:nvPr>
            <p:ph type="title"/>
          </p:nvPr>
        </p:nvSpPr>
        <p:spPr>
          <a:xfrm>
            <a:off x="342900" y="342900"/>
            <a:ext cx="4094100" cy="2919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solidFill>
                  <a:schemeClr val="accent3"/>
                </a:solidFill>
              </a:rPr>
              <a:t>Bringing Agreements to Life.</a:t>
            </a:r>
            <a:endParaRPr>
              <a:solidFill>
                <a:schemeClr val="accent3"/>
              </a:solidFill>
            </a:endParaRPr>
          </a:p>
        </p:txBody>
      </p:sp>
      <p:sp>
        <p:nvSpPr>
          <p:cNvPr id="1804" name="Google Shape;1804;p169"/>
          <p:cNvSpPr txBox="1">
            <a:spLocks noGrp="1"/>
          </p:cNvSpPr>
          <p:nvPr>
            <p:ph type="subTitle" idx="1"/>
          </p:nvPr>
        </p:nvSpPr>
        <p:spPr>
          <a:xfrm>
            <a:off x="342900" y="3424100"/>
            <a:ext cx="40941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Easily create, send, sign and manage every agreement — all in one place.</a:t>
            </a:r>
            <a:endParaRPr/>
          </a:p>
        </p:txBody>
      </p:sp>
      <p:sp>
        <p:nvSpPr>
          <p:cNvPr id="1805" name="Google Shape;1805;p16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0" name="Google Shape;1810;p170"/>
          <p:cNvSpPr txBox="1">
            <a:spLocks noGrp="1"/>
          </p:cNvSpPr>
          <p:nvPr>
            <p:ph type="title"/>
          </p:nvPr>
        </p:nvSpPr>
        <p:spPr>
          <a:xfrm>
            <a:off x="4577550" y="4142475"/>
            <a:ext cx="4223700" cy="510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500"/>
              <a:t>Bringing Agreements to Life.</a:t>
            </a:r>
            <a:endParaRPr sz="1300"/>
          </a:p>
        </p:txBody>
      </p:sp>
      <p:pic>
        <p:nvPicPr>
          <p:cNvPr id="1811" name="Google Shape;1811;p170"/>
          <p:cNvPicPr preferRelativeResize="0">
            <a:picLocks noGrp="1"/>
          </p:cNvPicPr>
          <p:nvPr>
            <p:ph type="pic" idx="2"/>
          </p:nvPr>
        </p:nvPicPr>
        <p:blipFill rotWithShape="1">
          <a:blip r:embed="rId3">
            <a:alphaModFix/>
          </a:blip>
          <a:srcRect l="10931" r="10938"/>
          <a:stretch/>
        </p:blipFill>
        <p:spPr>
          <a:xfrm>
            <a:off x="4577550" y="-200"/>
            <a:ext cx="4566600" cy="3895500"/>
          </a:xfrm>
          <a:prstGeom prst="round2DiagRect">
            <a:avLst>
              <a:gd name="adj1" fmla="val 16667"/>
              <a:gd name="adj2" fmla="val 0"/>
            </a:avLst>
          </a:prstGeom>
        </p:spPr>
      </p:pic>
      <p:sp>
        <p:nvSpPr>
          <p:cNvPr id="1812" name="Google Shape;1812;p17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36</a:t>
            </a:fld>
            <a:endParaRPr/>
          </a:p>
        </p:txBody>
      </p:sp>
      <p:pic>
        <p:nvPicPr>
          <p:cNvPr id="1813" name="Google Shape;1813;p170"/>
          <p:cNvPicPr preferRelativeResize="0"/>
          <p:nvPr/>
        </p:nvPicPr>
        <p:blipFill rotWithShape="1">
          <a:blip r:embed="rId4">
            <a:alphaModFix/>
          </a:blip>
          <a:srcRect l="13467" r="13460"/>
          <a:stretch/>
        </p:blipFill>
        <p:spPr>
          <a:xfrm>
            <a:off x="0" y="1121555"/>
            <a:ext cx="4414086" cy="4026235"/>
          </a:xfrm>
          <a:custGeom>
            <a:avLst/>
            <a:gdLst/>
            <a:ahLst/>
            <a:cxnLst/>
            <a:rect l="l" t="t" r="r" b="b"/>
            <a:pathLst>
              <a:path w="3985631" h="3635427" extrusionOk="0">
                <a:moveTo>
                  <a:pt x="0" y="0"/>
                </a:moveTo>
                <a:lnTo>
                  <a:pt x="3274639" y="0"/>
                </a:lnTo>
                <a:cubicBezTo>
                  <a:pt x="3344437" y="0"/>
                  <a:pt x="3411433" y="27749"/>
                  <a:pt x="3460800" y="77131"/>
                </a:cubicBezTo>
                <a:lnTo>
                  <a:pt x="3908522" y="524980"/>
                </a:lnTo>
                <a:cubicBezTo>
                  <a:pt x="3957889" y="574362"/>
                  <a:pt x="3985631" y="641343"/>
                  <a:pt x="3985631" y="711194"/>
                </a:cubicBezTo>
                <a:lnTo>
                  <a:pt x="3985631" y="3635427"/>
                </a:lnTo>
                <a:lnTo>
                  <a:pt x="0" y="3635427"/>
                </a:lnTo>
                <a:close/>
              </a:path>
            </a:pathLst>
          </a:cu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17"/>
        <p:cNvGrpSpPr/>
        <p:nvPr/>
      </p:nvGrpSpPr>
      <p:grpSpPr>
        <a:xfrm>
          <a:off x="0" y="0"/>
          <a:ext cx="0" cy="0"/>
          <a:chOff x="0" y="0"/>
          <a:chExt cx="0" cy="0"/>
        </a:xfrm>
      </p:grpSpPr>
      <p:sp>
        <p:nvSpPr>
          <p:cNvPr id="1818" name="Google Shape;1818;p171"/>
          <p:cNvSpPr txBox="1">
            <a:spLocks noGrp="1"/>
          </p:cNvSpPr>
          <p:nvPr>
            <p:ph type="title"/>
          </p:nvPr>
        </p:nvSpPr>
        <p:spPr>
          <a:xfrm>
            <a:off x="4995100" y="1278050"/>
            <a:ext cx="3191400" cy="2654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3"/>
                </a:solidFill>
              </a:rPr>
              <a:t>Bringing Agreements to Life.</a:t>
            </a:r>
            <a:endParaRPr>
              <a:solidFill>
                <a:schemeClr val="accent3"/>
              </a:solidFill>
            </a:endParaRPr>
          </a:p>
        </p:txBody>
      </p:sp>
      <p:sp>
        <p:nvSpPr>
          <p:cNvPr id="1819" name="Google Shape;1819;p17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37</a:t>
            </a:fld>
            <a:endParaRPr/>
          </a:p>
        </p:txBody>
      </p:sp>
      <p:pic>
        <p:nvPicPr>
          <p:cNvPr id="1820" name="Google Shape;1820;p171"/>
          <p:cNvPicPr preferRelativeResize="0"/>
          <p:nvPr/>
        </p:nvPicPr>
        <p:blipFill rotWithShape="1">
          <a:blip r:embed="rId3">
            <a:alphaModFix/>
          </a:blip>
          <a:srcRect l="14065" r="14065"/>
          <a:stretch/>
        </p:blipFill>
        <p:spPr>
          <a:xfrm>
            <a:off x="379700" y="902975"/>
            <a:ext cx="3856108" cy="3578657"/>
          </a:xfrm>
          <a:custGeom>
            <a:avLst/>
            <a:gdLst/>
            <a:ahLst/>
            <a:cxnLst/>
            <a:rect l="l" t="t" r="r" b="b"/>
            <a:pathLst>
              <a:path w="3985641" h="3698870" extrusionOk="0">
                <a:moveTo>
                  <a:pt x="267895" y="0"/>
                </a:moveTo>
                <a:lnTo>
                  <a:pt x="3262218" y="0"/>
                </a:lnTo>
                <a:cubicBezTo>
                  <a:pt x="3333232" y="0"/>
                  <a:pt x="3401397" y="28233"/>
                  <a:pt x="3451625" y="78476"/>
                </a:cubicBezTo>
                <a:lnTo>
                  <a:pt x="3907188" y="534137"/>
                </a:lnTo>
                <a:cubicBezTo>
                  <a:pt x="3957416" y="584380"/>
                  <a:pt x="3985641" y="652529"/>
                  <a:pt x="3985641" y="723599"/>
                </a:cubicBezTo>
                <a:lnTo>
                  <a:pt x="3985641" y="3430897"/>
                </a:lnTo>
                <a:cubicBezTo>
                  <a:pt x="3985641" y="3578913"/>
                  <a:pt x="3865685" y="3698870"/>
                  <a:pt x="3717747" y="3698870"/>
                </a:cubicBezTo>
                <a:lnTo>
                  <a:pt x="267895" y="3698870"/>
                </a:lnTo>
                <a:cubicBezTo>
                  <a:pt x="119922" y="3698870"/>
                  <a:pt x="0" y="3578878"/>
                  <a:pt x="0" y="3430897"/>
                </a:cubicBezTo>
                <a:lnTo>
                  <a:pt x="0" y="267973"/>
                </a:lnTo>
                <a:cubicBezTo>
                  <a:pt x="0" y="119957"/>
                  <a:pt x="119922" y="0"/>
                  <a:pt x="267895" y="0"/>
                </a:cubicBezTo>
                <a:close/>
              </a:path>
            </a:pathLst>
          </a:cu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824"/>
        <p:cNvGrpSpPr/>
        <p:nvPr/>
      </p:nvGrpSpPr>
      <p:grpSpPr>
        <a:xfrm>
          <a:off x="0" y="0"/>
          <a:ext cx="0" cy="0"/>
          <a:chOff x="0" y="0"/>
          <a:chExt cx="0" cy="0"/>
        </a:xfrm>
      </p:grpSpPr>
      <p:sp>
        <p:nvSpPr>
          <p:cNvPr id="1825" name="Google Shape;1825;p172"/>
          <p:cNvSpPr txBox="1">
            <a:spLocks noGrp="1"/>
          </p:cNvSpPr>
          <p:nvPr>
            <p:ph type="title"/>
          </p:nvPr>
        </p:nvSpPr>
        <p:spPr>
          <a:xfrm>
            <a:off x="457975" y="1144400"/>
            <a:ext cx="3593700" cy="29220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solidFill>
                  <a:schemeClr val="accent3"/>
                </a:solidFill>
              </a:rPr>
              <a:t>Bringing Agreements to Life.</a:t>
            </a:r>
            <a:endParaRPr>
              <a:solidFill>
                <a:schemeClr val="accent3"/>
              </a:solidFill>
            </a:endParaRPr>
          </a:p>
        </p:txBody>
      </p:sp>
      <p:sp>
        <p:nvSpPr>
          <p:cNvPr id="1826" name="Google Shape;1826;p172"/>
          <p:cNvSpPr txBox="1">
            <a:spLocks noGrp="1"/>
          </p:cNvSpPr>
          <p:nvPr>
            <p:ph type="title" idx="2"/>
          </p:nvPr>
        </p:nvSpPr>
        <p:spPr>
          <a:xfrm>
            <a:off x="5143551" y="1278050"/>
            <a:ext cx="3200400" cy="2743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Easily create, send, sign and manage every agreement.</a:t>
            </a:r>
            <a:endParaRPr/>
          </a:p>
        </p:txBody>
      </p:sp>
      <p:sp>
        <p:nvSpPr>
          <p:cNvPr id="1827" name="Google Shape;1827;p17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831"/>
        <p:cNvGrpSpPr/>
        <p:nvPr/>
      </p:nvGrpSpPr>
      <p:grpSpPr>
        <a:xfrm>
          <a:off x="0" y="0"/>
          <a:ext cx="0" cy="0"/>
          <a:chOff x="0" y="0"/>
          <a:chExt cx="0" cy="0"/>
        </a:xfrm>
      </p:grpSpPr>
      <p:sp>
        <p:nvSpPr>
          <p:cNvPr id="1832" name="Google Shape;1832;p17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39</a:t>
            </a:fld>
            <a:endParaRPr/>
          </a:p>
        </p:txBody>
      </p:sp>
      <p:sp>
        <p:nvSpPr>
          <p:cNvPr id="1833" name="Google Shape;1833;p173"/>
          <p:cNvSpPr txBox="1">
            <a:spLocks noGrp="1"/>
          </p:cNvSpPr>
          <p:nvPr>
            <p:ph type="title"/>
          </p:nvPr>
        </p:nvSpPr>
        <p:spPr>
          <a:xfrm>
            <a:off x="342900" y="1240600"/>
            <a:ext cx="2657400" cy="2805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Showcase details to Inform</a:t>
            </a:r>
            <a:endParaRPr/>
          </a:p>
        </p:txBody>
      </p:sp>
      <p:sp>
        <p:nvSpPr>
          <p:cNvPr id="1834" name="Google Shape;1834;p173"/>
          <p:cNvSpPr txBox="1">
            <a:spLocks noGrp="1"/>
          </p:cNvSpPr>
          <p:nvPr>
            <p:ph type="subTitle" idx="1"/>
          </p:nvPr>
        </p:nvSpPr>
        <p:spPr>
          <a:xfrm>
            <a:off x="3966425" y="627750"/>
            <a:ext cx="1935300" cy="10938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5200"/>
              <a:t>XX%</a:t>
            </a:r>
            <a:endParaRPr sz="5200"/>
          </a:p>
        </p:txBody>
      </p:sp>
      <p:sp>
        <p:nvSpPr>
          <p:cNvPr id="1835" name="Google Shape;1835;p173"/>
          <p:cNvSpPr txBox="1">
            <a:spLocks noGrp="1"/>
          </p:cNvSpPr>
          <p:nvPr>
            <p:ph type="subTitle" idx="2"/>
          </p:nvPr>
        </p:nvSpPr>
        <p:spPr>
          <a:xfrm>
            <a:off x="3962400" y="1958626"/>
            <a:ext cx="1935300" cy="53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Insert statistic detail</a:t>
            </a:r>
            <a:endParaRPr/>
          </a:p>
        </p:txBody>
      </p:sp>
      <p:sp>
        <p:nvSpPr>
          <p:cNvPr id="1836" name="Google Shape;1836;p173"/>
          <p:cNvSpPr txBox="1">
            <a:spLocks noGrp="1"/>
          </p:cNvSpPr>
          <p:nvPr>
            <p:ph type="subTitle" idx="3"/>
          </p:nvPr>
        </p:nvSpPr>
        <p:spPr>
          <a:xfrm>
            <a:off x="6378900" y="627750"/>
            <a:ext cx="1935300" cy="10938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5200"/>
              <a:t>XX%</a:t>
            </a:r>
            <a:endParaRPr sz="5200"/>
          </a:p>
        </p:txBody>
      </p:sp>
      <p:sp>
        <p:nvSpPr>
          <p:cNvPr id="1837" name="Google Shape;1837;p173"/>
          <p:cNvSpPr txBox="1">
            <a:spLocks noGrp="1"/>
          </p:cNvSpPr>
          <p:nvPr>
            <p:ph type="subTitle" idx="4"/>
          </p:nvPr>
        </p:nvSpPr>
        <p:spPr>
          <a:xfrm>
            <a:off x="6374875" y="1958626"/>
            <a:ext cx="1935300" cy="533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Insert statistic detail</a:t>
            </a:r>
            <a:endParaRPr/>
          </a:p>
          <a:p>
            <a:pPr marL="0" lvl="0" indent="0" algn="l" rtl="0">
              <a:spcBef>
                <a:spcPts val="0"/>
              </a:spcBef>
              <a:spcAft>
                <a:spcPts val="0"/>
              </a:spcAft>
              <a:buNone/>
            </a:pPr>
            <a:endParaRPr/>
          </a:p>
        </p:txBody>
      </p:sp>
      <p:sp>
        <p:nvSpPr>
          <p:cNvPr id="1838" name="Google Shape;1838;p173"/>
          <p:cNvSpPr txBox="1">
            <a:spLocks noGrp="1"/>
          </p:cNvSpPr>
          <p:nvPr>
            <p:ph type="subTitle" idx="5"/>
          </p:nvPr>
        </p:nvSpPr>
        <p:spPr>
          <a:xfrm>
            <a:off x="3966425" y="2651350"/>
            <a:ext cx="1935300" cy="10938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5200"/>
              <a:t>XX%</a:t>
            </a:r>
            <a:endParaRPr sz="5200"/>
          </a:p>
        </p:txBody>
      </p:sp>
      <p:sp>
        <p:nvSpPr>
          <p:cNvPr id="1839" name="Google Shape;1839;p173"/>
          <p:cNvSpPr txBox="1">
            <a:spLocks noGrp="1"/>
          </p:cNvSpPr>
          <p:nvPr>
            <p:ph type="subTitle" idx="6"/>
          </p:nvPr>
        </p:nvSpPr>
        <p:spPr>
          <a:xfrm>
            <a:off x="3962400" y="3960025"/>
            <a:ext cx="1935300" cy="533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Insert statistic detail</a:t>
            </a:r>
            <a:endParaRPr/>
          </a:p>
          <a:p>
            <a:pPr marL="0" lvl="0" indent="0" algn="l" rtl="0">
              <a:spcBef>
                <a:spcPts val="0"/>
              </a:spcBef>
              <a:spcAft>
                <a:spcPts val="0"/>
              </a:spcAft>
              <a:buNone/>
            </a:pPr>
            <a:endParaRPr/>
          </a:p>
        </p:txBody>
      </p:sp>
      <p:sp>
        <p:nvSpPr>
          <p:cNvPr id="1840" name="Google Shape;1840;p173"/>
          <p:cNvSpPr txBox="1">
            <a:spLocks noGrp="1"/>
          </p:cNvSpPr>
          <p:nvPr>
            <p:ph type="subTitle" idx="7"/>
          </p:nvPr>
        </p:nvSpPr>
        <p:spPr>
          <a:xfrm>
            <a:off x="6378900" y="2651350"/>
            <a:ext cx="1935300" cy="10938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5200"/>
              <a:t>XX%</a:t>
            </a:r>
            <a:endParaRPr sz="5200"/>
          </a:p>
        </p:txBody>
      </p:sp>
      <p:sp>
        <p:nvSpPr>
          <p:cNvPr id="1841" name="Google Shape;1841;p173"/>
          <p:cNvSpPr txBox="1">
            <a:spLocks noGrp="1"/>
          </p:cNvSpPr>
          <p:nvPr>
            <p:ph type="subTitle" idx="8"/>
          </p:nvPr>
        </p:nvSpPr>
        <p:spPr>
          <a:xfrm>
            <a:off x="6374875" y="3960025"/>
            <a:ext cx="1935300" cy="533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Insert statistic detail</a:t>
            </a:r>
            <a:endParaRPr/>
          </a:p>
          <a:p>
            <a:pPr marL="0" lvl="0" indent="0" algn="l" rtl="0">
              <a:spcBef>
                <a:spcPts val="0"/>
              </a:spcBef>
              <a:spcAft>
                <a:spcPts val="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45"/>
        <p:cNvGrpSpPr/>
        <p:nvPr/>
      </p:nvGrpSpPr>
      <p:grpSpPr>
        <a:xfrm>
          <a:off x="0" y="0"/>
          <a:ext cx="0" cy="0"/>
          <a:chOff x="0" y="0"/>
          <a:chExt cx="0" cy="0"/>
        </a:xfrm>
      </p:grpSpPr>
      <p:sp>
        <p:nvSpPr>
          <p:cNvPr id="1846" name="Google Shape;1846;p174"/>
          <p:cNvSpPr txBox="1">
            <a:spLocks noGrp="1"/>
          </p:cNvSpPr>
          <p:nvPr>
            <p:ph type="title"/>
          </p:nvPr>
        </p:nvSpPr>
        <p:spPr>
          <a:xfrm>
            <a:off x="342900" y="1240600"/>
            <a:ext cx="2657400" cy="2805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Showcase details to Inform</a:t>
            </a:r>
            <a:endParaRPr/>
          </a:p>
        </p:txBody>
      </p:sp>
      <p:sp>
        <p:nvSpPr>
          <p:cNvPr id="1847" name="Google Shape;1847;p174"/>
          <p:cNvSpPr txBox="1">
            <a:spLocks noGrp="1"/>
          </p:cNvSpPr>
          <p:nvPr>
            <p:ph type="subTitle" idx="1"/>
          </p:nvPr>
        </p:nvSpPr>
        <p:spPr>
          <a:xfrm>
            <a:off x="6378900" y="627750"/>
            <a:ext cx="1935300" cy="10938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5200"/>
              <a:t>XX%</a:t>
            </a:r>
            <a:endParaRPr/>
          </a:p>
        </p:txBody>
      </p:sp>
      <p:sp>
        <p:nvSpPr>
          <p:cNvPr id="1848" name="Google Shape;1848;p174"/>
          <p:cNvSpPr txBox="1">
            <a:spLocks noGrp="1"/>
          </p:cNvSpPr>
          <p:nvPr>
            <p:ph type="subTitle" idx="2"/>
          </p:nvPr>
        </p:nvSpPr>
        <p:spPr>
          <a:xfrm>
            <a:off x="6374875" y="1958626"/>
            <a:ext cx="1935300" cy="53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Insert statistic detail</a:t>
            </a:r>
            <a:endParaRPr/>
          </a:p>
          <a:p>
            <a:pPr marL="0" lvl="0" indent="0" algn="l" rtl="0">
              <a:spcBef>
                <a:spcPts val="0"/>
              </a:spcBef>
              <a:spcAft>
                <a:spcPts val="0"/>
              </a:spcAft>
              <a:buNone/>
            </a:pPr>
            <a:endParaRPr/>
          </a:p>
        </p:txBody>
      </p:sp>
      <p:sp>
        <p:nvSpPr>
          <p:cNvPr id="1849" name="Google Shape;1849;p174"/>
          <p:cNvSpPr txBox="1">
            <a:spLocks noGrp="1"/>
          </p:cNvSpPr>
          <p:nvPr>
            <p:ph type="subTitle" idx="3"/>
          </p:nvPr>
        </p:nvSpPr>
        <p:spPr>
          <a:xfrm>
            <a:off x="6378900" y="2651350"/>
            <a:ext cx="1935300" cy="10938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5200"/>
              <a:t>XX%</a:t>
            </a:r>
            <a:endParaRPr/>
          </a:p>
        </p:txBody>
      </p:sp>
      <p:sp>
        <p:nvSpPr>
          <p:cNvPr id="1850" name="Google Shape;1850;p174"/>
          <p:cNvSpPr txBox="1">
            <a:spLocks noGrp="1"/>
          </p:cNvSpPr>
          <p:nvPr>
            <p:ph type="subTitle" idx="4"/>
          </p:nvPr>
        </p:nvSpPr>
        <p:spPr>
          <a:xfrm>
            <a:off x="6374875" y="3960025"/>
            <a:ext cx="1935300" cy="53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Insert statistic detail</a:t>
            </a:r>
            <a:endParaRPr/>
          </a:p>
          <a:p>
            <a:pPr marL="0" lvl="0" indent="0" algn="l" rtl="0">
              <a:spcBef>
                <a:spcPts val="0"/>
              </a:spcBef>
              <a:spcAft>
                <a:spcPts val="0"/>
              </a:spcAft>
              <a:buNone/>
            </a:pPr>
            <a:endParaRPr/>
          </a:p>
        </p:txBody>
      </p:sp>
      <p:sp>
        <p:nvSpPr>
          <p:cNvPr id="1851" name="Google Shape;1851;p17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17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41</a:t>
            </a:fld>
            <a:endParaRPr/>
          </a:p>
        </p:txBody>
      </p:sp>
      <p:sp>
        <p:nvSpPr>
          <p:cNvPr id="1857" name="Google Shape;1857;p175"/>
          <p:cNvSpPr txBox="1">
            <a:spLocks noGrp="1"/>
          </p:cNvSpPr>
          <p:nvPr>
            <p:ph type="subTitle" idx="4294967295"/>
          </p:nvPr>
        </p:nvSpPr>
        <p:spPr>
          <a:xfrm>
            <a:off x="3604350" y="3822826"/>
            <a:ext cx="1935300" cy="533400"/>
          </a:xfrm>
          <a:prstGeom prst="rect">
            <a:avLst/>
          </a:prstGeom>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sz="1000"/>
              <a:t>Insert statistic detail</a:t>
            </a:r>
            <a:endParaRPr sz="1000"/>
          </a:p>
          <a:p>
            <a:pPr marL="0" lvl="0" indent="0" algn="ctr" rtl="0">
              <a:spcBef>
                <a:spcPts val="0"/>
              </a:spcBef>
              <a:spcAft>
                <a:spcPts val="0"/>
              </a:spcAft>
              <a:buNone/>
            </a:pPr>
            <a:endParaRPr/>
          </a:p>
        </p:txBody>
      </p:sp>
      <p:sp>
        <p:nvSpPr>
          <p:cNvPr id="1858" name="Google Shape;1858;p175"/>
          <p:cNvSpPr txBox="1">
            <a:spLocks noGrp="1"/>
          </p:cNvSpPr>
          <p:nvPr>
            <p:ph type="subTitle" idx="4294967295"/>
          </p:nvPr>
        </p:nvSpPr>
        <p:spPr>
          <a:xfrm>
            <a:off x="6498306" y="3822826"/>
            <a:ext cx="1935300" cy="533400"/>
          </a:xfrm>
          <a:prstGeom prst="rect">
            <a:avLst/>
          </a:prstGeom>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sz="1000"/>
              <a:t>Insert statistic detail</a:t>
            </a:r>
            <a:endParaRPr sz="1000"/>
          </a:p>
          <a:p>
            <a:pPr marL="0" lvl="0" indent="0" algn="ctr" rtl="0">
              <a:spcBef>
                <a:spcPts val="0"/>
              </a:spcBef>
              <a:spcAft>
                <a:spcPts val="0"/>
              </a:spcAft>
              <a:buNone/>
            </a:pPr>
            <a:endParaRPr/>
          </a:p>
        </p:txBody>
      </p:sp>
      <p:sp>
        <p:nvSpPr>
          <p:cNvPr id="1859" name="Google Shape;1859;p175"/>
          <p:cNvSpPr/>
          <p:nvPr/>
        </p:nvSpPr>
        <p:spPr>
          <a:xfrm>
            <a:off x="3606904" y="1423021"/>
            <a:ext cx="1930200" cy="1930200"/>
          </a:xfrm>
          <a:prstGeom prst="arc">
            <a:avLst>
              <a:gd name="adj1" fmla="val 16200000"/>
              <a:gd name="adj2" fmla="val 16164384"/>
            </a:avLst>
          </a:prstGeom>
          <a:noFill/>
          <a:ln w="152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grpSp>
        <p:nvGrpSpPr>
          <p:cNvPr id="1860" name="Google Shape;1860;p175"/>
          <p:cNvGrpSpPr/>
          <p:nvPr/>
        </p:nvGrpSpPr>
        <p:grpSpPr>
          <a:xfrm>
            <a:off x="3604350" y="1420463"/>
            <a:ext cx="1935300" cy="1935300"/>
            <a:chOff x="3604350" y="1420463"/>
            <a:chExt cx="1935300" cy="1935300"/>
          </a:xfrm>
        </p:grpSpPr>
        <p:sp>
          <p:nvSpPr>
            <p:cNvPr id="1861" name="Google Shape;1861;p175"/>
            <p:cNvSpPr/>
            <p:nvPr/>
          </p:nvSpPr>
          <p:spPr>
            <a:xfrm>
              <a:off x="3604350" y="1420463"/>
              <a:ext cx="1935300" cy="1935300"/>
            </a:xfrm>
            <a:prstGeom prst="arc">
              <a:avLst>
                <a:gd name="adj1" fmla="val 16805970"/>
                <a:gd name="adj2" fmla="val 9063120"/>
              </a:avLst>
            </a:prstGeom>
            <a:noFill/>
            <a:ln w="1524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solidFill>
                    <a:srgbClr val="3C3C3C"/>
                  </a:solidFill>
                  <a:latin typeface="DS Indigo"/>
                  <a:ea typeface="DS Indigo"/>
                  <a:cs typeface="DS Indigo"/>
                  <a:sym typeface="DS Indigo"/>
                </a:rPr>
                <a:t> </a:t>
              </a:r>
              <a:endParaRPr>
                <a:solidFill>
                  <a:srgbClr val="3C3C3C"/>
                </a:solidFill>
                <a:latin typeface="DS Indigo"/>
                <a:ea typeface="DS Indigo"/>
                <a:cs typeface="DS Indigo"/>
                <a:sym typeface="DS Indigo"/>
              </a:endParaRPr>
            </a:p>
          </p:txBody>
        </p:sp>
        <p:sp>
          <p:nvSpPr>
            <p:cNvPr id="1862" name="Google Shape;1862;p175"/>
            <p:cNvSpPr/>
            <p:nvPr/>
          </p:nvSpPr>
          <p:spPr>
            <a:xfrm>
              <a:off x="3606904" y="1423021"/>
              <a:ext cx="1930200" cy="1930200"/>
            </a:xfrm>
            <a:prstGeom prst="arc">
              <a:avLst>
                <a:gd name="adj1" fmla="val 16200000"/>
                <a:gd name="adj2" fmla="val 18273520"/>
              </a:avLst>
            </a:prstGeom>
            <a:noFill/>
            <a:ln w="152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grpSp>
      <p:sp>
        <p:nvSpPr>
          <p:cNvPr id="1863" name="Google Shape;1863;p175"/>
          <p:cNvSpPr/>
          <p:nvPr/>
        </p:nvSpPr>
        <p:spPr>
          <a:xfrm>
            <a:off x="6500854" y="1423021"/>
            <a:ext cx="1930200" cy="1930200"/>
          </a:xfrm>
          <a:prstGeom prst="arc">
            <a:avLst>
              <a:gd name="adj1" fmla="val 16200000"/>
              <a:gd name="adj2" fmla="val 16164384"/>
            </a:avLst>
          </a:prstGeom>
          <a:noFill/>
          <a:ln w="152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grpSp>
        <p:nvGrpSpPr>
          <p:cNvPr id="1864" name="Google Shape;1864;p175"/>
          <p:cNvGrpSpPr/>
          <p:nvPr/>
        </p:nvGrpSpPr>
        <p:grpSpPr>
          <a:xfrm>
            <a:off x="6498300" y="1420463"/>
            <a:ext cx="1935300" cy="1935300"/>
            <a:chOff x="6498300" y="1420463"/>
            <a:chExt cx="1935300" cy="1935300"/>
          </a:xfrm>
        </p:grpSpPr>
        <p:sp>
          <p:nvSpPr>
            <p:cNvPr id="1865" name="Google Shape;1865;p175"/>
            <p:cNvSpPr/>
            <p:nvPr/>
          </p:nvSpPr>
          <p:spPr>
            <a:xfrm>
              <a:off x="6498300" y="1420463"/>
              <a:ext cx="1935300" cy="1935300"/>
            </a:xfrm>
            <a:prstGeom prst="arc">
              <a:avLst>
                <a:gd name="adj1" fmla="val 16805970"/>
                <a:gd name="adj2" fmla="val 13498969"/>
              </a:avLst>
            </a:prstGeom>
            <a:noFill/>
            <a:ln w="1524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solidFill>
                    <a:srgbClr val="3C3C3C"/>
                  </a:solidFill>
                  <a:latin typeface="DS Indigo"/>
                  <a:ea typeface="DS Indigo"/>
                  <a:cs typeface="DS Indigo"/>
                  <a:sym typeface="DS Indigo"/>
                </a:rPr>
                <a:t> </a:t>
              </a:r>
              <a:endParaRPr>
                <a:solidFill>
                  <a:srgbClr val="3C3C3C"/>
                </a:solidFill>
                <a:latin typeface="DS Indigo"/>
                <a:ea typeface="DS Indigo"/>
                <a:cs typeface="DS Indigo"/>
                <a:sym typeface="DS Indigo"/>
              </a:endParaRPr>
            </a:p>
          </p:txBody>
        </p:sp>
        <p:sp>
          <p:nvSpPr>
            <p:cNvPr id="1866" name="Google Shape;1866;p175"/>
            <p:cNvSpPr/>
            <p:nvPr/>
          </p:nvSpPr>
          <p:spPr>
            <a:xfrm>
              <a:off x="6500854" y="1423021"/>
              <a:ext cx="1930200" cy="1930200"/>
            </a:xfrm>
            <a:prstGeom prst="arc">
              <a:avLst>
                <a:gd name="adj1" fmla="val 16200000"/>
                <a:gd name="adj2" fmla="val 18273520"/>
              </a:avLst>
            </a:prstGeom>
            <a:noFill/>
            <a:ln w="152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grpSp>
      <p:sp>
        <p:nvSpPr>
          <p:cNvPr id="1867" name="Google Shape;1867;p175"/>
          <p:cNvSpPr txBox="1">
            <a:spLocks noGrp="1"/>
          </p:cNvSpPr>
          <p:nvPr>
            <p:ph type="subTitle" idx="4294967295"/>
          </p:nvPr>
        </p:nvSpPr>
        <p:spPr>
          <a:xfrm>
            <a:off x="4184550" y="2203150"/>
            <a:ext cx="774900" cy="4482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400" b="1"/>
              <a:t>67%</a:t>
            </a:r>
            <a:endParaRPr sz="2400" b="1"/>
          </a:p>
        </p:txBody>
      </p:sp>
      <p:sp>
        <p:nvSpPr>
          <p:cNvPr id="1868" name="Google Shape;1868;p175"/>
          <p:cNvSpPr txBox="1">
            <a:spLocks noGrp="1"/>
          </p:cNvSpPr>
          <p:nvPr>
            <p:ph type="subTitle" idx="4294967295"/>
          </p:nvPr>
        </p:nvSpPr>
        <p:spPr>
          <a:xfrm>
            <a:off x="7078500" y="2203150"/>
            <a:ext cx="774900" cy="4482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400" b="1"/>
              <a:t>87%</a:t>
            </a:r>
            <a:endParaRPr sz="2400" b="1"/>
          </a:p>
        </p:txBody>
      </p:sp>
      <p:sp>
        <p:nvSpPr>
          <p:cNvPr id="1869" name="Google Shape;1869;p175"/>
          <p:cNvSpPr txBox="1">
            <a:spLocks noGrp="1"/>
          </p:cNvSpPr>
          <p:nvPr>
            <p:ph type="title"/>
          </p:nvPr>
        </p:nvSpPr>
        <p:spPr>
          <a:xfrm>
            <a:off x="339050" y="1240600"/>
            <a:ext cx="2694300" cy="3128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Inspire and Inform through interesting details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17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42</a:t>
            </a:fld>
            <a:endParaRPr/>
          </a:p>
        </p:txBody>
      </p:sp>
      <p:sp>
        <p:nvSpPr>
          <p:cNvPr id="1875" name="Google Shape;1875;p176"/>
          <p:cNvSpPr txBox="1">
            <a:spLocks noGrp="1"/>
          </p:cNvSpPr>
          <p:nvPr>
            <p:ph type="title"/>
          </p:nvPr>
        </p:nvSpPr>
        <p:spPr>
          <a:xfrm>
            <a:off x="339050" y="863075"/>
            <a:ext cx="6348000" cy="377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Case Study</a:t>
            </a:r>
            <a:endParaRPr/>
          </a:p>
        </p:txBody>
      </p:sp>
      <p:sp>
        <p:nvSpPr>
          <p:cNvPr id="1876" name="Google Shape;1876;p176"/>
          <p:cNvSpPr txBox="1">
            <a:spLocks noGrp="1"/>
          </p:cNvSpPr>
          <p:nvPr>
            <p:ph type="subTitle" idx="1"/>
          </p:nvPr>
        </p:nvSpPr>
        <p:spPr>
          <a:xfrm>
            <a:off x="346875" y="1977754"/>
            <a:ext cx="19071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Opportunity</a:t>
            </a:r>
            <a:endParaRPr/>
          </a:p>
        </p:txBody>
      </p:sp>
      <p:sp>
        <p:nvSpPr>
          <p:cNvPr id="1877" name="Google Shape;1877;p176"/>
          <p:cNvSpPr txBox="1">
            <a:spLocks noGrp="1"/>
          </p:cNvSpPr>
          <p:nvPr>
            <p:ph type="subTitle" idx="2"/>
          </p:nvPr>
        </p:nvSpPr>
        <p:spPr>
          <a:xfrm>
            <a:off x="348450" y="2743150"/>
            <a:ext cx="1907100" cy="176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a:t>
            </a:r>
            <a:endParaRPr/>
          </a:p>
        </p:txBody>
      </p:sp>
      <p:sp>
        <p:nvSpPr>
          <p:cNvPr id="1878" name="Google Shape;1878;p176"/>
          <p:cNvSpPr txBox="1">
            <a:spLocks noGrp="1"/>
          </p:cNvSpPr>
          <p:nvPr>
            <p:ph type="subTitle" idx="3"/>
          </p:nvPr>
        </p:nvSpPr>
        <p:spPr>
          <a:xfrm>
            <a:off x="2527950" y="1977754"/>
            <a:ext cx="19071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Approach</a:t>
            </a:r>
            <a:endParaRPr/>
          </a:p>
        </p:txBody>
      </p:sp>
      <p:sp>
        <p:nvSpPr>
          <p:cNvPr id="1879" name="Google Shape;1879;p176"/>
          <p:cNvSpPr txBox="1">
            <a:spLocks noGrp="1"/>
          </p:cNvSpPr>
          <p:nvPr>
            <p:ph type="subTitle" idx="4"/>
          </p:nvPr>
        </p:nvSpPr>
        <p:spPr>
          <a:xfrm>
            <a:off x="2537282" y="2743150"/>
            <a:ext cx="1907100" cy="176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a:t>
            </a:r>
            <a:endParaRPr sz="1600"/>
          </a:p>
        </p:txBody>
      </p:sp>
      <p:sp>
        <p:nvSpPr>
          <p:cNvPr id="1880" name="Google Shape;1880;p176"/>
          <p:cNvSpPr txBox="1">
            <a:spLocks noGrp="1"/>
          </p:cNvSpPr>
          <p:nvPr>
            <p:ph type="subTitle" idx="5"/>
          </p:nvPr>
        </p:nvSpPr>
        <p:spPr>
          <a:xfrm>
            <a:off x="4707100" y="1977754"/>
            <a:ext cx="18996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Value Prop</a:t>
            </a:r>
            <a:endParaRPr/>
          </a:p>
        </p:txBody>
      </p:sp>
      <p:sp>
        <p:nvSpPr>
          <p:cNvPr id="1881" name="Google Shape;1881;p176"/>
          <p:cNvSpPr txBox="1">
            <a:spLocks noGrp="1"/>
          </p:cNvSpPr>
          <p:nvPr>
            <p:ph type="subTitle" idx="6"/>
          </p:nvPr>
        </p:nvSpPr>
        <p:spPr>
          <a:xfrm>
            <a:off x="4716398" y="2743150"/>
            <a:ext cx="1899600" cy="176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a:t>
            </a:r>
            <a:endParaRPr/>
          </a:p>
        </p:txBody>
      </p:sp>
      <p:sp>
        <p:nvSpPr>
          <p:cNvPr id="1882" name="Google Shape;1882;p176"/>
          <p:cNvSpPr txBox="1">
            <a:spLocks noGrp="1"/>
          </p:cNvSpPr>
          <p:nvPr>
            <p:ph type="subTitle" idx="7"/>
          </p:nvPr>
        </p:nvSpPr>
        <p:spPr>
          <a:xfrm>
            <a:off x="7346425" y="1885950"/>
            <a:ext cx="14580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a:t>+XX%</a:t>
            </a:r>
            <a:endParaRPr sz="2400"/>
          </a:p>
        </p:txBody>
      </p:sp>
      <p:sp>
        <p:nvSpPr>
          <p:cNvPr id="1883" name="Google Shape;1883;p176"/>
          <p:cNvSpPr txBox="1">
            <a:spLocks noGrp="1"/>
          </p:cNvSpPr>
          <p:nvPr>
            <p:ph type="subTitle" idx="9"/>
          </p:nvPr>
        </p:nvSpPr>
        <p:spPr>
          <a:xfrm>
            <a:off x="7346425" y="2904250"/>
            <a:ext cx="14580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a:t>+XX%</a:t>
            </a:r>
            <a:endParaRPr sz="2400"/>
          </a:p>
        </p:txBody>
      </p:sp>
      <p:sp>
        <p:nvSpPr>
          <p:cNvPr id="1884" name="Google Shape;1884;p176"/>
          <p:cNvSpPr txBox="1">
            <a:spLocks noGrp="1"/>
          </p:cNvSpPr>
          <p:nvPr>
            <p:ph type="subTitle" idx="8"/>
          </p:nvPr>
        </p:nvSpPr>
        <p:spPr>
          <a:xfrm>
            <a:off x="342875" y="1275550"/>
            <a:ext cx="6286500" cy="448200"/>
          </a:xfrm>
          <a:prstGeom prst="rect">
            <a:avLst/>
          </a:prstGeom>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a:t>Lorem ipsum dolor sit amet, consectetur adipiscing elit.</a:t>
            </a:r>
            <a:endParaRPr/>
          </a:p>
        </p:txBody>
      </p:sp>
      <p:sp>
        <p:nvSpPr>
          <p:cNvPr id="1885" name="Google Shape;1885;p176"/>
          <p:cNvSpPr txBox="1">
            <a:spLocks noGrp="1"/>
          </p:cNvSpPr>
          <p:nvPr>
            <p:ph type="subTitle" idx="13"/>
          </p:nvPr>
        </p:nvSpPr>
        <p:spPr>
          <a:xfrm>
            <a:off x="7346425" y="3970300"/>
            <a:ext cx="14580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a:t>+XX%</a:t>
            </a:r>
            <a:endParaRPr sz="2400"/>
          </a:p>
        </p:txBody>
      </p:sp>
      <p:sp>
        <p:nvSpPr>
          <p:cNvPr id="1886" name="Google Shape;1886;p176"/>
          <p:cNvSpPr txBox="1">
            <a:spLocks noGrp="1"/>
          </p:cNvSpPr>
          <p:nvPr>
            <p:ph type="subTitle" idx="14"/>
          </p:nvPr>
        </p:nvSpPr>
        <p:spPr>
          <a:xfrm>
            <a:off x="7346425" y="2437254"/>
            <a:ext cx="1458000" cy="205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Insert statistic detail</a:t>
            </a:r>
            <a:endParaRPr/>
          </a:p>
        </p:txBody>
      </p:sp>
      <p:sp>
        <p:nvSpPr>
          <p:cNvPr id="1887" name="Google Shape;1887;p176"/>
          <p:cNvSpPr txBox="1">
            <a:spLocks noGrp="1"/>
          </p:cNvSpPr>
          <p:nvPr>
            <p:ph type="subTitle" idx="15"/>
          </p:nvPr>
        </p:nvSpPr>
        <p:spPr>
          <a:xfrm>
            <a:off x="7346425" y="3424100"/>
            <a:ext cx="1458000" cy="205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Insert statistic detail</a:t>
            </a:r>
            <a:endParaRPr/>
          </a:p>
        </p:txBody>
      </p:sp>
      <p:sp>
        <p:nvSpPr>
          <p:cNvPr id="1888" name="Google Shape;1888;p176"/>
          <p:cNvSpPr txBox="1">
            <a:spLocks noGrp="1"/>
          </p:cNvSpPr>
          <p:nvPr>
            <p:ph type="subTitle" idx="16"/>
          </p:nvPr>
        </p:nvSpPr>
        <p:spPr>
          <a:xfrm>
            <a:off x="7346425" y="4506950"/>
            <a:ext cx="1458000" cy="205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Insert statistic detail</a:t>
            </a:r>
            <a:endParaRPr/>
          </a:p>
        </p:txBody>
      </p:sp>
      <p:sp>
        <p:nvSpPr>
          <p:cNvPr id="1889" name="Google Shape;1889;p176"/>
          <p:cNvSpPr txBox="1">
            <a:spLocks noGrp="1"/>
          </p:cNvSpPr>
          <p:nvPr>
            <p:ph type="subTitle" idx="14"/>
          </p:nvPr>
        </p:nvSpPr>
        <p:spPr>
          <a:xfrm>
            <a:off x="7346425" y="1450404"/>
            <a:ext cx="1458000" cy="205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RESULTS</a:t>
            </a:r>
            <a:endParaRPr b="1"/>
          </a:p>
        </p:txBody>
      </p:sp>
      <p:sp>
        <p:nvSpPr>
          <p:cNvPr id="1890" name="Google Shape;1890;p176"/>
          <p:cNvSpPr txBox="1"/>
          <p:nvPr/>
        </p:nvSpPr>
        <p:spPr>
          <a:xfrm>
            <a:off x="6799200" y="342900"/>
            <a:ext cx="1908000" cy="4482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lnSpc>
                <a:spcPct val="120000"/>
              </a:lnSpc>
              <a:spcBef>
                <a:spcPts val="0"/>
              </a:spcBef>
              <a:spcAft>
                <a:spcPts val="0"/>
              </a:spcAft>
              <a:buNone/>
            </a:pPr>
            <a:r>
              <a:rPr lang="en" sz="800">
                <a:solidFill>
                  <a:srgbClr val="191823"/>
                </a:solidFill>
                <a:latin typeface="DS Indigo"/>
                <a:ea typeface="DS Indigo"/>
                <a:cs typeface="DS Indigo"/>
                <a:sym typeface="DS Indigo"/>
              </a:rPr>
              <a:t>Insert company logo (delete me)</a:t>
            </a:r>
            <a:endParaRPr sz="800">
              <a:solidFill>
                <a:srgbClr val="191823"/>
              </a:solidFill>
              <a:latin typeface="DS Indigo"/>
              <a:ea typeface="DS Indigo"/>
              <a:cs typeface="DS Indigo"/>
              <a:sym typeface="DS Indig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177"/>
          <p:cNvSpPr txBox="1">
            <a:spLocks noGrp="1"/>
          </p:cNvSpPr>
          <p:nvPr>
            <p:ph type="subTitle" idx="5"/>
          </p:nvPr>
        </p:nvSpPr>
        <p:spPr>
          <a:xfrm>
            <a:off x="3414675" y="1380738"/>
            <a:ext cx="27456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solidFill>
                  <a:srgbClr val="000000"/>
                </a:solidFill>
              </a:rPr>
              <a:t>Solution</a:t>
            </a:r>
            <a:endParaRPr/>
          </a:p>
        </p:txBody>
      </p:sp>
      <p:sp>
        <p:nvSpPr>
          <p:cNvPr id="1896" name="Google Shape;1896;p177"/>
          <p:cNvSpPr txBox="1">
            <a:spLocks noGrp="1"/>
          </p:cNvSpPr>
          <p:nvPr>
            <p:ph type="subTitle" idx="2"/>
          </p:nvPr>
        </p:nvSpPr>
        <p:spPr>
          <a:xfrm>
            <a:off x="348450" y="2146150"/>
            <a:ext cx="2633700" cy="11727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400"/>
              </a:spcAft>
              <a:buNone/>
            </a:pPr>
            <a:r>
              <a:rPr lang="en">
                <a:solidFill>
                  <a:srgbClr val="000000"/>
                </a:solidFill>
              </a:rPr>
              <a:t>Lorem ipsum dolor sit amet, consectetur adipiscing elit. Ut porta euismod ante, sed gravida arcu cursus eget. Vivamus sit amet purus nibh. Pellentesque habitant morbi tristique senectus et netus et malesuada fames ac turpis egestas.</a:t>
            </a:r>
            <a:endParaRPr/>
          </a:p>
        </p:txBody>
      </p:sp>
      <p:sp>
        <p:nvSpPr>
          <p:cNvPr id="1897" name="Google Shape;1897;p177"/>
          <p:cNvSpPr txBox="1">
            <a:spLocks noGrp="1"/>
          </p:cNvSpPr>
          <p:nvPr>
            <p:ph type="subTitle" idx="1"/>
          </p:nvPr>
        </p:nvSpPr>
        <p:spPr>
          <a:xfrm>
            <a:off x="346875" y="1380738"/>
            <a:ext cx="2745600" cy="448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solidFill>
                  <a:srgbClr val="000000"/>
                </a:solidFill>
              </a:rPr>
              <a:t>Challenge</a:t>
            </a:r>
            <a:endParaRPr/>
          </a:p>
        </p:txBody>
      </p:sp>
      <p:sp>
        <p:nvSpPr>
          <p:cNvPr id="1898" name="Google Shape;1898;p177"/>
          <p:cNvSpPr txBox="1">
            <a:spLocks noGrp="1"/>
          </p:cNvSpPr>
          <p:nvPr>
            <p:ph type="subTitle" idx="7"/>
          </p:nvPr>
        </p:nvSpPr>
        <p:spPr>
          <a:xfrm>
            <a:off x="7744500" y="2413438"/>
            <a:ext cx="962700" cy="448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solidFill>
                  <a:srgbClr val="000000"/>
                </a:solidFill>
              </a:rPr>
              <a:t>Product 3 (optional)</a:t>
            </a:r>
            <a:endParaRPr>
              <a:solidFill>
                <a:srgbClr val="000000"/>
              </a:solidFill>
            </a:endParaRPr>
          </a:p>
          <a:p>
            <a:pPr marL="0" lvl="0" indent="0" algn="l" rtl="0">
              <a:spcBef>
                <a:spcPts val="400"/>
              </a:spcBef>
              <a:spcAft>
                <a:spcPts val="400"/>
              </a:spcAft>
              <a:buNone/>
            </a:pPr>
            <a:r>
              <a:rPr lang="en">
                <a:solidFill>
                  <a:srgbClr val="000000"/>
                </a:solidFill>
              </a:rPr>
              <a:t>Product 4 (optional)</a:t>
            </a:r>
            <a:endParaRPr/>
          </a:p>
        </p:txBody>
      </p:sp>
      <p:sp>
        <p:nvSpPr>
          <p:cNvPr id="1899" name="Google Shape;1899;p177"/>
          <p:cNvSpPr txBox="1">
            <a:spLocks noGrp="1"/>
          </p:cNvSpPr>
          <p:nvPr>
            <p:ph type="subTitle" idx="3"/>
          </p:nvPr>
        </p:nvSpPr>
        <p:spPr>
          <a:xfrm>
            <a:off x="6484050" y="2146138"/>
            <a:ext cx="2228700" cy="2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200">
                <a:solidFill>
                  <a:srgbClr val="000000"/>
                </a:solidFill>
              </a:rPr>
              <a:t>Products</a:t>
            </a:r>
            <a:endParaRPr/>
          </a:p>
        </p:txBody>
      </p:sp>
      <p:sp>
        <p:nvSpPr>
          <p:cNvPr id="1900" name="Google Shape;1900;p177"/>
          <p:cNvSpPr txBox="1">
            <a:spLocks noGrp="1"/>
          </p:cNvSpPr>
          <p:nvPr>
            <p:ph type="subTitle" idx="4"/>
          </p:nvPr>
        </p:nvSpPr>
        <p:spPr>
          <a:xfrm>
            <a:off x="6484050" y="2413438"/>
            <a:ext cx="962700" cy="448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solidFill>
                  <a:srgbClr val="000000"/>
                </a:solidFill>
              </a:rPr>
              <a:t>Product 1</a:t>
            </a:r>
            <a:endParaRPr>
              <a:solidFill>
                <a:srgbClr val="000000"/>
              </a:solidFill>
            </a:endParaRPr>
          </a:p>
          <a:p>
            <a:pPr marL="0" lvl="0" indent="0" algn="l" rtl="0">
              <a:spcBef>
                <a:spcPts val="400"/>
              </a:spcBef>
              <a:spcAft>
                <a:spcPts val="400"/>
              </a:spcAft>
              <a:buNone/>
            </a:pPr>
            <a:r>
              <a:rPr lang="en">
                <a:solidFill>
                  <a:srgbClr val="000000"/>
                </a:solidFill>
              </a:rPr>
              <a:t>Product 2 (optional)</a:t>
            </a:r>
            <a:endParaRPr/>
          </a:p>
        </p:txBody>
      </p:sp>
      <p:sp>
        <p:nvSpPr>
          <p:cNvPr id="1901" name="Google Shape;1901;p177"/>
          <p:cNvSpPr txBox="1">
            <a:spLocks noGrp="1"/>
          </p:cNvSpPr>
          <p:nvPr>
            <p:ph type="title"/>
          </p:nvPr>
        </p:nvSpPr>
        <p:spPr>
          <a:xfrm>
            <a:off x="339050" y="863075"/>
            <a:ext cx="6059100" cy="377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Customer Story Headline</a:t>
            </a:r>
            <a:endParaRPr/>
          </a:p>
        </p:txBody>
      </p:sp>
      <p:sp>
        <p:nvSpPr>
          <p:cNvPr id="1902" name="Google Shape;1902;p177"/>
          <p:cNvSpPr txBox="1">
            <a:spLocks noGrp="1"/>
          </p:cNvSpPr>
          <p:nvPr>
            <p:ph type="subTitle" idx="6"/>
          </p:nvPr>
        </p:nvSpPr>
        <p:spPr>
          <a:xfrm>
            <a:off x="3416250" y="2146150"/>
            <a:ext cx="2475300" cy="11727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a:solidFill>
                  <a:srgbClr val="000000"/>
                </a:solidFill>
              </a:rPr>
              <a:t>Lorem ipsum dolor sit amet, consectetur adipiscing elit. Ut porta euismod ante, sed gravida arcu cursus eget. Vivamus sit amet purus nibh. Pellentesque habitant morbi tristique senectus et netus et malesuada fames ac turpis egestas.</a:t>
            </a:r>
            <a:endParaRPr/>
          </a:p>
          <a:p>
            <a:pPr marL="0" lvl="0" indent="0" algn="l" rtl="0">
              <a:spcBef>
                <a:spcPts val="400"/>
              </a:spcBef>
              <a:spcAft>
                <a:spcPts val="0"/>
              </a:spcAft>
              <a:buNone/>
            </a:pPr>
            <a:endParaRPr/>
          </a:p>
        </p:txBody>
      </p:sp>
      <p:sp>
        <p:nvSpPr>
          <p:cNvPr id="1903" name="Google Shape;1903;p177"/>
          <p:cNvSpPr txBox="1">
            <a:spLocks noGrp="1"/>
          </p:cNvSpPr>
          <p:nvPr>
            <p:ph type="subTitle" idx="8"/>
          </p:nvPr>
        </p:nvSpPr>
        <p:spPr>
          <a:xfrm>
            <a:off x="6484050" y="3030888"/>
            <a:ext cx="2228700" cy="2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200">
                <a:solidFill>
                  <a:srgbClr val="000000"/>
                </a:solidFill>
              </a:rPr>
              <a:t>Services</a:t>
            </a:r>
            <a:endParaRPr/>
          </a:p>
        </p:txBody>
      </p:sp>
      <p:sp>
        <p:nvSpPr>
          <p:cNvPr id="1904" name="Google Shape;1904;p177"/>
          <p:cNvSpPr txBox="1">
            <a:spLocks noGrp="1"/>
          </p:cNvSpPr>
          <p:nvPr>
            <p:ph type="subTitle" idx="9"/>
          </p:nvPr>
        </p:nvSpPr>
        <p:spPr>
          <a:xfrm>
            <a:off x="6484050" y="3298188"/>
            <a:ext cx="2228700" cy="597000"/>
          </a:xfrm>
          <a:prstGeom prst="rect">
            <a:avLst/>
          </a:prstGeom>
        </p:spPr>
        <p:txBody>
          <a:bodyPr spcFirstLastPara="1" wrap="square" lIns="0" tIns="0" rIns="0" bIns="0" anchor="t" anchorCtr="0">
            <a:noAutofit/>
          </a:bodyPr>
          <a:lstStyle/>
          <a:p>
            <a:pPr marL="0" lvl="0" indent="0" algn="l" rtl="0">
              <a:spcBef>
                <a:spcPts val="1000"/>
              </a:spcBef>
              <a:spcAft>
                <a:spcPts val="0"/>
              </a:spcAft>
              <a:buNone/>
            </a:pPr>
            <a:r>
              <a:rPr lang="en">
                <a:solidFill>
                  <a:srgbClr val="000000"/>
                </a:solidFill>
              </a:rPr>
              <a:t>Lorem ipsum dolor sit amet, consectetur adipiscing elit. Ut porta euismod ante, sed gravida arcu cursus eget.</a:t>
            </a:r>
            <a:endParaRPr/>
          </a:p>
        </p:txBody>
      </p:sp>
      <p:sp>
        <p:nvSpPr>
          <p:cNvPr id="1905" name="Google Shape;1905;p177"/>
          <p:cNvSpPr txBox="1">
            <a:spLocks noGrp="1"/>
          </p:cNvSpPr>
          <p:nvPr>
            <p:ph type="subTitle" idx="13"/>
          </p:nvPr>
        </p:nvSpPr>
        <p:spPr>
          <a:xfrm>
            <a:off x="352475" y="3325950"/>
            <a:ext cx="1935300" cy="7032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3200"/>
              <a:t>XX%</a:t>
            </a:r>
            <a:endParaRPr sz="3200"/>
          </a:p>
        </p:txBody>
      </p:sp>
      <p:sp>
        <p:nvSpPr>
          <p:cNvPr id="1906" name="Google Shape;1906;p177"/>
          <p:cNvSpPr txBox="1">
            <a:spLocks noGrp="1"/>
          </p:cNvSpPr>
          <p:nvPr>
            <p:ph type="subTitle" idx="14"/>
          </p:nvPr>
        </p:nvSpPr>
        <p:spPr>
          <a:xfrm>
            <a:off x="348450" y="4266175"/>
            <a:ext cx="1185000" cy="5334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800">
                <a:solidFill>
                  <a:srgbClr val="000000"/>
                </a:solidFill>
              </a:rPr>
              <a:t>Lorem ipsum dolor sit amet, consectetur.</a:t>
            </a:r>
            <a:endParaRPr/>
          </a:p>
        </p:txBody>
      </p:sp>
      <p:sp>
        <p:nvSpPr>
          <p:cNvPr id="1907" name="Google Shape;1907;p177"/>
          <p:cNvSpPr txBox="1">
            <a:spLocks noGrp="1"/>
          </p:cNvSpPr>
          <p:nvPr>
            <p:ph type="subTitle" idx="15"/>
          </p:nvPr>
        </p:nvSpPr>
        <p:spPr>
          <a:xfrm>
            <a:off x="2362938" y="3325950"/>
            <a:ext cx="1935300" cy="7032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3200"/>
              <a:t>XX%</a:t>
            </a:r>
            <a:endParaRPr/>
          </a:p>
        </p:txBody>
      </p:sp>
      <p:sp>
        <p:nvSpPr>
          <p:cNvPr id="1908" name="Google Shape;1908;p177"/>
          <p:cNvSpPr txBox="1">
            <a:spLocks noGrp="1"/>
          </p:cNvSpPr>
          <p:nvPr>
            <p:ph type="subTitle" idx="16"/>
          </p:nvPr>
        </p:nvSpPr>
        <p:spPr>
          <a:xfrm>
            <a:off x="2358913" y="4266175"/>
            <a:ext cx="1185000" cy="5334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800">
                <a:solidFill>
                  <a:srgbClr val="000000"/>
                </a:solidFill>
              </a:rPr>
              <a:t>Lorem ipsum dolor sit amet, consectetur.</a:t>
            </a:r>
            <a:endParaRPr/>
          </a:p>
        </p:txBody>
      </p:sp>
      <p:sp>
        <p:nvSpPr>
          <p:cNvPr id="1909" name="Google Shape;1909;p177"/>
          <p:cNvSpPr txBox="1">
            <a:spLocks noGrp="1"/>
          </p:cNvSpPr>
          <p:nvPr>
            <p:ph type="subTitle" idx="17"/>
          </p:nvPr>
        </p:nvSpPr>
        <p:spPr>
          <a:xfrm>
            <a:off x="4406642" y="3325950"/>
            <a:ext cx="1935300" cy="703200"/>
          </a:xfrm>
          <a:prstGeom prst="rect">
            <a:avLst/>
          </a:prstGeom>
        </p:spPr>
        <p:txBody>
          <a:bodyPr spcFirstLastPara="1" wrap="square" lIns="0" tIns="0" rIns="0" bIns="0" anchor="b" anchorCtr="0">
            <a:noAutofit/>
          </a:bodyPr>
          <a:lstStyle/>
          <a:p>
            <a:pPr marL="0" lvl="0" indent="0" algn="l" rtl="0">
              <a:lnSpc>
                <a:spcPct val="75000"/>
              </a:lnSpc>
              <a:spcBef>
                <a:spcPts val="0"/>
              </a:spcBef>
              <a:spcAft>
                <a:spcPts val="0"/>
              </a:spcAft>
              <a:buNone/>
            </a:pPr>
            <a:r>
              <a:rPr lang="en" sz="3200"/>
              <a:t>XX%</a:t>
            </a:r>
            <a:endParaRPr/>
          </a:p>
        </p:txBody>
      </p:sp>
      <p:sp>
        <p:nvSpPr>
          <p:cNvPr id="1910" name="Google Shape;1910;p177"/>
          <p:cNvSpPr txBox="1">
            <a:spLocks noGrp="1"/>
          </p:cNvSpPr>
          <p:nvPr>
            <p:ph type="subTitle" idx="18"/>
          </p:nvPr>
        </p:nvSpPr>
        <p:spPr>
          <a:xfrm>
            <a:off x="4402617" y="4266175"/>
            <a:ext cx="1185000" cy="5334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800">
                <a:solidFill>
                  <a:srgbClr val="000000"/>
                </a:solidFill>
              </a:rPr>
              <a:t>Lorem ipsum dolor sit amet, consectetur.</a:t>
            </a:r>
            <a:endParaRPr/>
          </a:p>
        </p:txBody>
      </p:sp>
      <p:grpSp>
        <p:nvGrpSpPr>
          <p:cNvPr id="1911" name="Google Shape;1911;p177"/>
          <p:cNvGrpSpPr/>
          <p:nvPr/>
        </p:nvGrpSpPr>
        <p:grpSpPr>
          <a:xfrm>
            <a:off x="6482479" y="1590581"/>
            <a:ext cx="1185231" cy="238469"/>
            <a:chOff x="238125" y="2139750"/>
            <a:chExt cx="7144250" cy="1437425"/>
          </a:xfrm>
        </p:grpSpPr>
        <p:sp>
          <p:nvSpPr>
            <p:cNvPr id="1912" name="Google Shape;1912;p177"/>
            <p:cNvSpPr/>
            <p:nvPr/>
          </p:nvSpPr>
          <p:spPr>
            <a:xfrm>
              <a:off x="6548850" y="2501700"/>
              <a:ext cx="650150" cy="759225"/>
            </a:xfrm>
            <a:custGeom>
              <a:avLst/>
              <a:gdLst/>
              <a:ahLst/>
              <a:cxnLst/>
              <a:rect l="l" t="t" r="r" b="b"/>
              <a:pathLst>
                <a:path w="26006" h="30369" extrusionOk="0">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177"/>
            <p:cNvSpPr/>
            <p:nvPr/>
          </p:nvSpPr>
          <p:spPr>
            <a:xfrm>
              <a:off x="5702975" y="2502650"/>
              <a:ext cx="722550" cy="1074525"/>
            </a:xfrm>
            <a:custGeom>
              <a:avLst/>
              <a:gdLst/>
              <a:ahLst/>
              <a:cxnLst/>
              <a:rect l="l" t="t" r="r" b="b"/>
              <a:pathLst>
                <a:path w="28902" h="42981" extrusionOk="0">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177"/>
            <p:cNvSpPr/>
            <p:nvPr/>
          </p:nvSpPr>
          <p:spPr>
            <a:xfrm>
              <a:off x="4720400" y="2503150"/>
              <a:ext cx="623000" cy="772525"/>
            </a:xfrm>
            <a:custGeom>
              <a:avLst/>
              <a:gdLst/>
              <a:ahLst/>
              <a:cxnLst/>
              <a:rect l="l" t="t" r="r" b="b"/>
              <a:pathLst>
                <a:path w="24920" h="30901" extrusionOk="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177"/>
            <p:cNvSpPr/>
            <p:nvPr/>
          </p:nvSpPr>
          <p:spPr>
            <a:xfrm>
              <a:off x="2466150" y="2501700"/>
              <a:ext cx="723025" cy="773975"/>
            </a:xfrm>
            <a:custGeom>
              <a:avLst/>
              <a:gdLst/>
              <a:ahLst/>
              <a:cxnLst/>
              <a:rect l="l" t="t" r="r" b="b"/>
              <a:pathLst>
                <a:path w="28921" h="30959" extrusionOk="0">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177"/>
            <p:cNvSpPr/>
            <p:nvPr/>
          </p:nvSpPr>
          <p:spPr>
            <a:xfrm>
              <a:off x="3250125" y="2501700"/>
              <a:ext cx="684900" cy="775400"/>
            </a:xfrm>
            <a:custGeom>
              <a:avLst/>
              <a:gdLst/>
              <a:ahLst/>
              <a:cxnLst/>
              <a:rect l="l" t="t" r="r" b="b"/>
              <a:pathLst>
                <a:path w="27396" h="31016" extrusionOk="0">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177"/>
            <p:cNvSpPr/>
            <p:nvPr/>
          </p:nvSpPr>
          <p:spPr>
            <a:xfrm>
              <a:off x="1653625" y="2170700"/>
              <a:ext cx="723500" cy="1104975"/>
            </a:xfrm>
            <a:custGeom>
              <a:avLst/>
              <a:gdLst/>
              <a:ahLst/>
              <a:cxnLst/>
              <a:rect l="l" t="t" r="r" b="b"/>
              <a:pathLst>
                <a:path w="28940" h="44199" extrusionOk="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177"/>
            <p:cNvSpPr/>
            <p:nvPr/>
          </p:nvSpPr>
          <p:spPr>
            <a:xfrm>
              <a:off x="5434350" y="2516000"/>
              <a:ext cx="171950" cy="744925"/>
            </a:xfrm>
            <a:custGeom>
              <a:avLst/>
              <a:gdLst/>
              <a:ahLst/>
              <a:cxnLst/>
              <a:rect l="l" t="t" r="r" b="b"/>
              <a:pathLst>
                <a:path w="6878" h="29797" extrusionOk="0">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177"/>
            <p:cNvSpPr/>
            <p:nvPr/>
          </p:nvSpPr>
          <p:spPr>
            <a:xfrm>
              <a:off x="5416725" y="2188800"/>
              <a:ext cx="207200" cy="207200"/>
            </a:xfrm>
            <a:custGeom>
              <a:avLst/>
              <a:gdLst/>
              <a:ahLst/>
              <a:cxnLst/>
              <a:rect l="l" t="t" r="r" b="b"/>
              <a:pathLst>
                <a:path w="8288" h="8288" extrusionOk="0">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177"/>
            <p:cNvSpPr/>
            <p:nvPr/>
          </p:nvSpPr>
          <p:spPr>
            <a:xfrm>
              <a:off x="4009800" y="2516000"/>
              <a:ext cx="648700" cy="759200"/>
            </a:xfrm>
            <a:custGeom>
              <a:avLst/>
              <a:gdLst/>
              <a:ahLst/>
              <a:cxnLst/>
              <a:rect l="l" t="t" r="r" b="b"/>
              <a:pathLst>
                <a:path w="25948" h="30368" extrusionOk="0">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177"/>
            <p:cNvSpPr/>
            <p:nvPr/>
          </p:nvSpPr>
          <p:spPr>
            <a:xfrm>
              <a:off x="7236600" y="3184700"/>
              <a:ext cx="145775" cy="75750"/>
            </a:xfrm>
            <a:custGeom>
              <a:avLst/>
              <a:gdLst/>
              <a:ahLst/>
              <a:cxnLst/>
              <a:rect l="l" t="t" r="r" b="b"/>
              <a:pathLst>
                <a:path w="5831" h="3030" extrusionOk="0">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177"/>
            <p:cNvSpPr/>
            <p:nvPr/>
          </p:nvSpPr>
          <p:spPr>
            <a:xfrm>
              <a:off x="238125" y="2462650"/>
              <a:ext cx="830650" cy="829700"/>
            </a:xfrm>
            <a:custGeom>
              <a:avLst/>
              <a:gdLst/>
              <a:ahLst/>
              <a:cxnLst/>
              <a:rect l="l" t="t" r="r" b="b"/>
              <a:pathLst>
                <a:path w="33226" h="33188" extrusionOk="0">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177"/>
            <p:cNvSpPr/>
            <p:nvPr/>
          </p:nvSpPr>
          <p:spPr>
            <a:xfrm>
              <a:off x="561025" y="2139750"/>
              <a:ext cx="830200" cy="830175"/>
            </a:xfrm>
            <a:custGeom>
              <a:avLst/>
              <a:gdLst/>
              <a:ahLst/>
              <a:cxnLst/>
              <a:rect l="l" t="t" r="r" b="b"/>
              <a:pathLst>
                <a:path w="33208" h="33207" extrusionOk="0">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177"/>
            <p:cNvSpPr/>
            <p:nvPr/>
          </p:nvSpPr>
          <p:spPr>
            <a:xfrm>
              <a:off x="561025" y="2462175"/>
              <a:ext cx="507750" cy="507250"/>
            </a:xfrm>
            <a:custGeom>
              <a:avLst/>
              <a:gdLst/>
              <a:ahLst/>
              <a:cxnLst/>
              <a:rect l="l" t="t" r="r" b="b"/>
              <a:pathLst>
                <a:path w="20310" h="20290" extrusionOk="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5" name="Google Shape;1925;p177"/>
          <p:cNvSpPr txBox="1"/>
          <p:nvPr/>
        </p:nvSpPr>
        <p:spPr>
          <a:xfrm>
            <a:off x="6799200" y="342900"/>
            <a:ext cx="1908000" cy="4482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lnSpc>
                <a:spcPct val="120000"/>
              </a:lnSpc>
              <a:spcBef>
                <a:spcPts val="0"/>
              </a:spcBef>
              <a:spcAft>
                <a:spcPts val="0"/>
              </a:spcAft>
              <a:buNone/>
            </a:pPr>
            <a:r>
              <a:rPr lang="en" sz="800">
                <a:solidFill>
                  <a:srgbClr val="191823"/>
                </a:solidFill>
                <a:latin typeface="DS Indigo"/>
                <a:ea typeface="DS Indigo"/>
                <a:cs typeface="DS Indigo"/>
                <a:sym typeface="DS Indigo"/>
              </a:rPr>
              <a:t>Insert company logo (delete me)</a:t>
            </a:r>
            <a:endParaRPr sz="800">
              <a:solidFill>
                <a:srgbClr val="191823"/>
              </a:solidFill>
              <a:latin typeface="DS Indigo"/>
              <a:ea typeface="DS Indigo"/>
              <a:cs typeface="DS Indigo"/>
              <a:sym typeface="DS Indigo"/>
            </a:endParaRPr>
          </a:p>
        </p:txBody>
      </p:sp>
      <p:sp>
        <p:nvSpPr>
          <p:cNvPr id="1926" name="Google Shape;1926;p17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30"/>
        <p:cNvGrpSpPr/>
        <p:nvPr/>
      </p:nvGrpSpPr>
      <p:grpSpPr>
        <a:xfrm>
          <a:off x="0" y="0"/>
          <a:ext cx="0" cy="0"/>
          <a:chOff x="0" y="0"/>
          <a:chExt cx="0" cy="0"/>
        </a:xfrm>
      </p:grpSpPr>
      <p:sp>
        <p:nvSpPr>
          <p:cNvPr id="1931" name="Google Shape;1931;p17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44</a:t>
            </a:fld>
            <a:endParaRPr/>
          </a:p>
        </p:txBody>
      </p:sp>
      <p:sp>
        <p:nvSpPr>
          <p:cNvPr id="1932" name="Google Shape;1932;p178"/>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Competitor Analysis 1</a:t>
            </a:r>
            <a:endParaRPr/>
          </a:p>
        </p:txBody>
      </p:sp>
      <p:sp>
        <p:nvSpPr>
          <p:cNvPr id="1933" name="Google Shape;1933;p178"/>
          <p:cNvSpPr txBox="1">
            <a:spLocks noGrp="1"/>
          </p:cNvSpPr>
          <p:nvPr>
            <p:ph type="subTitle" idx="1"/>
          </p:nvPr>
        </p:nvSpPr>
        <p:spPr>
          <a:xfrm>
            <a:off x="2525000" y="2651350"/>
            <a:ext cx="1911900" cy="1841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a:t>
            </a:r>
            <a:endParaRPr/>
          </a:p>
        </p:txBody>
      </p:sp>
      <p:sp>
        <p:nvSpPr>
          <p:cNvPr id="1934" name="Google Shape;1934;p178"/>
          <p:cNvSpPr txBox="1">
            <a:spLocks noGrp="1"/>
          </p:cNvSpPr>
          <p:nvPr>
            <p:ph type="subTitle" idx="3"/>
          </p:nvPr>
        </p:nvSpPr>
        <p:spPr>
          <a:xfrm>
            <a:off x="6889300" y="2651350"/>
            <a:ext cx="1911900" cy="1841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a:t>
            </a:r>
            <a:endParaRPr sz="1600"/>
          </a:p>
        </p:txBody>
      </p:sp>
      <p:sp>
        <p:nvSpPr>
          <p:cNvPr id="1935" name="Google Shape;1935;p178"/>
          <p:cNvSpPr txBox="1">
            <a:spLocks noGrp="1"/>
          </p:cNvSpPr>
          <p:nvPr>
            <p:ph type="subTitle" idx="1"/>
          </p:nvPr>
        </p:nvSpPr>
        <p:spPr>
          <a:xfrm>
            <a:off x="342875" y="1883600"/>
            <a:ext cx="1907700" cy="6105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sz="800"/>
              <a:t>Insert company logo</a:t>
            </a:r>
            <a:endParaRPr sz="800"/>
          </a:p>
          <a:p>
            <a:pPr marL="0" lvl="0" indent="0" algn="l" rtl="0">
              <a:spcBef>
                <a:spcPts val="0"/>
              </a:spcBef>
              <a:spcAft>
                <a:spcPts val="0"/>
              </a:spcAft>
              <a:buNone/>
            </a:pPr>
            <a:r>
              <a:rPr lang="en" sz="800"/>
              <a:t>(delete me)</a:t>
            </a:r>
            <a:endParaRPr sz="800"/>
          </a:p>
        </p:txBody>
      </p:sp>
      <p:sp>
        <p:nvSpPr>
          <p:cNvPr id="1936" name="Google Shape;1936;p178"/>
          <p:cNvSpPr txBox="1">
            <a:spLocks noGrp="1"/>
          </p:cNvSpPr>
          <p:nvPr>
            <p:ph type="subTitle" idx="5"/>
          </p:nvPr>
        </p:nvSpPr>
        <p:spPr>
          <a:xfrm>
            <a:off x="342875" y="1275550"/>
            <a:ext cx="6286500" cy="448200"/>
          </a:xfrm>
          <a:prstGeom prst="rect">
            <a:avLst/>
          </a:prstGeom>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a:t>Lorem ipsum dolor sit amet, consectetur adipiscing elit.</a:t>
            </a:r>
            <a:endParaRPr/>
          </a:p>
        </p:txBody>
      </p:sp>
      <p:sp>
        <p:nvSpPr>
          <p:cNvPr id="1937" name="Google Shape;1937;p178"/>
          <p:cNvSpPr txBox="1">
            <a:spLocks noGrp="1"/>
          </p:cNvSpPr>
          <p:nvPr>
            <p:ph type="subTitle" idx="1"/>
          </p:nvPr>
        </p:nvSpPr>
        <p:spPr>
          <a:xfrm>
            <a:off x="4707100" y="1883600"/>
            <a:ext cx="1907700" cy="610500"/>
          </a:xfrm>
          <a:prstGeom prst="rect">
            <a:avLst/>
          </a:prstGeom>
          <a:solidFill>
            <a:schemeClr val="lt2"/>
          </a:solidFill>
        </p:spPr>
        <p:txBody>
          <a:bodyPr spcFirstLastPara="1" wrap="square" lIns="91425" tIns="91425" rIns="91425" bIns="91425" anchor="t" anchorCtr="0">
            <a:noAutofit/>
          </a:bodyPr>
          <a:lstStyle/>
          <a:p>
            <a:pPr marL="0" lvl="0" indent="0" algn="l" rtl="0">
              <a:spcBef>
                <a:spcPts val="0"/>
              </a:spcBef>
              <a:spcAft>
                <a:spcPts val="0"/>
              </a:spcAft>
              <a:buNone/>
            </a:pPr>
            <a:r>
              <a:rPr lang="en" sz="800"/>
              <a:t>Insert company logo</a:t>
            </a:r>
            <a:endParaRPr sz="800"/>
          </a:p>
          <a:p>
            <a:pPr marL="0" lvl="0" indent="0" algn="l" rtl="0">
              <a:spcBef>
                <a:spcPts val="0"/>
              </a:spcBef>
              <a:spcAft>
                <a:spcPts val="0"/>
              </a:spcAft>
              <a:buNone/>
            </a:pPr>
            <a:r>
              <a:rPr lang="en" sz="800"/>
              <a:t>(delete me)</a:t>
            </a:r>
            <a:endParaRPr sz="800"/>
          </a:p>
        </p:txBody>
      </p:sp>
      <p:pic>
        <p:nvPicPr>
          <p:cNvPr id="1938" name="Google Shape;1938;p178"/>
          <p:cNvPicPr preferRelativeResize="0">
            <a:picLocks noGrp="1"/>
          </p:cNvPicPr>
          <p:nvPr>
            <p:ph type="pic" idx="4"/>
          </p:nvPr>
        </p:nvPicPr>
        <p:blipFill rotWithShape="1">
          <a:blip r:embed="rId3">
            <a:alphaModFix/>
          </a:blip>
          <a:srcRect l="-471" r="34084"/>
          <a:stretch/>
        </p:blipFill>
        <p:spPr>
          <a:xfrm>
            <a:off x="347250" y="2651350"/>
            <a:ext cx="1907700" cy="1859700"/>
          </a:xfrm>
          <a:prstGeom prst="roundRect">
            <a:avLst>
              <a:gd name="adj" fmla="val 16667"/>
            </a:avLst>
          </a:prstGeom>
        </p:spPr>
      </p:pic>
      <p:pic>
        <p:nvPicPr>
          <p:cNvPr id="1939" name="Google Shape;1939;p178"/>
          <p:cNvPicPr preferRelativeResize="0">
            <a:picLocks noGrp="1"/>
          </p:cNvPicPr>
          <p:nvPr>
            <p:ph type="pic" idx="2"/>
          </p:nvPr>
        </p:nvPicPr>
        <p:blipFill rotWithShape="1">
          <a:blip r:embed="rId4">
            <a:alphaModFix/>
          </a:blip>
          <a:srcRect t="15983" b="15976"/>
          <a:stretch/>
        </p:blipFill>
        <p:spPr>
          <a:xfrm>
            <a:off x="4709250" y="2651350"/>
            <a:ext cx="1907700" cy="1859700"/>
          </a:xfrm>
          <a:prstGeom prst="roundRect">
            <a:avLst>
              <a:gd name="adj" fmla="val 16667"/>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43"/>
        <p:cNvGrpSpPr/>
        <p:nvPr/>
      </p:nvGrpSpPr>
      <p:grpSpPr>
        <a:xfrm>
          <a:off x="0" y="0"/>
          <a:ext cx="0" cy="0"/>
          <a:chOff x="0" y="0"/>
          <a:chExt cx="0" cy="0"/>
        </a:xfrm>
      </p:grpSpPr>
      <p:sp>
        <p:nvSpPr>
          <p:cNvPr id="1944" name="Google Shape;1944;p17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45</a:t>
            </a:fld>
            <a:endParaRPr/>
          </a:p>
        </p:txBody>
      </p:sp>
      <p:sp>
        <p:nvSpPr>
          <p:cNvPr id="1945" name="Google Shape;1945;p179"/>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Competitor Analysis 2</a:t>
            </a:r>
            <a:endParaRPr/>
          </a:p>
        </p:txBody>
      </p:sp>
      <p:sp>
        <p:nvSpPr>
          <p:cNvPr id="1946" name="Google Shape;1946;p179"/>
          <p:cNvSpPr txBox="1">
            <a:spLocks noGrp="1"/>
          </p:cNvSpPr>
          <p:nvPr>
            <p:ph type="subTitle" idx="1"/>
          </p:nvPr>
        </p:nvSpPr>
        <p:spPr>
          <a:xfrm>
            <a:off x="3252375" y="1883600"/>
            <a:ext cx="2639400" cy="2634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000" b="1"/>
              <a:t>Topic One</a:t>
            </a:r>
            <a:endParaRPr sz="1000" b="1"/>
          </a:p>
          <a:p>
            <a:pPr marL="0" lvl="0" indent="0" algn="l" rtl="0">
              <a:spcBef>
                <a:spcPts val="0"/>
              </a:spcBef>
              <a:spcAft>
                <a:spcPts val="0"/>
              </a:spcAft>
              <a:buNone/>
            </a:pPr>
            <a:r>
              <a:rPr lang="en" sz="1000"/>
              <a:t>Lorem ipsum dolor sit amet, consectetur adipiscing elit. Ut porta euismod ante, sed gravida arcu cursus eget. Vivamus sit amet purus nibh. Pellentesque habitant morbi tristique senectus et netus et malesuada fames ac turpis egestas.</a:t>
            </a:r>
            <a:endParaRPr sz="1000"/>
          </a:p>
        </p:txBody>
      </p:sp>
      <p:sp>
        <p:nvSpPr>
          <p:cNvPr id="1947" name="Google Shape;1947;p179"/>
          <p:cNvSpPr txBox="1">
            <a:spLocks noGrp="1"/>
          </p:cNvSpPr>
          <p:nvPr>
            <p:ph type="subTitle" idx="4"/>
          </p:nvPr>
        </p:nvSpPr>
        <p:spPr>
          <a:xfrm>
            <a:off x="342875" y="1275550"/>
            <a:ext cx="6286500" cy="448200"/>
          </a:xfrm>
          <a:prstGeom prst="rect">
            <a:avLst/>
          </a:prstGeom>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a:t>Lorem ipsum dolor sit amet, consectetur adipiscing elit.</a:t>
            </a:r>
            <a:endParaRPr/>
          </a:p>
        </p:txBody>
      </p:sp>
      <p:sp>
        <p:nvSpPr>
          <p:cNvPr id="1948" name="Google Shape;1948;p179"/>
          <p:cNvSpPr txBox="1">
            <a:spLocks noGrp="1"/>
          </p:cNvSpPr>
          <p:nvPr>
            <p:ph type="subTitle" idx="2"/>
          </p:nvPr>
        </p:nvSpPr>
        <p:spPr>
          <a:xfrm>
            <a:off x="6162000" y="1883600"/>
            <a:ext cx="2634900" cy="2634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Topic Two</a:t>
            </a:r>
            <a:endParaRPr b="1"/>
          </a:p>
          <a:p>
            <a:pPr marL="0" lvl="0" indent="0" algn="l" rtl="0">
              <a:spcBef>
                <a:spcPts val="0"/>
              </a:spcBef>
              <a:spcAft>
                <a:spcPts val="0"/>
              </a:spcAft>
              <a:buNone/>
            </a:pPr>
            <a:r>
              <a:rPr lang="en"/>
              <a:t>Lorem ipsum dolor sit amet, consectetur adipiscing elit. Ut porta euismod ante, sed gravida arcu cursus eget. Vivamus sit amet purus nibh. Pellentesque habitant morbi tristique senectus et netus et malesuada fames ac turpis egestas.</a:t>
            </a:r>
            <a:endParaRPr/>
          </a:p>
        </p:txBody>
      </p:sp>
      <p:pic>
        <p:nvPicPr>
          <p:cNvPr id="1949" name="Google Shape;1949;p179"/>
          <p:cNvPicPr preferRelativeResize="0">
            <a:picLocks noGrp="1"/>
          </p:cNvPicPr>
          <p:nvPr>
            <p:ph type="pic" idx="3"/>
          </p:nvPr>
        </p:nvPicPr>
        <p:blipFill rotWithShape="1">
          <a:blip r:embed="rId3">
            <a:alphaModFix/>
          </a:blip>
          <a:srcRect t="15292" b="15292"/>
          <a:stretch/>
        </p:blipFill>
        <p:spPr>
          <a:xfrm>
            <a:off x="342750" y="1885950"/>
            <a:ext cx="2639400" cy="2625000"/>
          </a:xfrm>
          <a:prstGeom prst="roundRect">
            <a:avLst>
              <a:gd name="adj" fmla="val 16667"/>
            </a:avLst>
          </a:prstGeom>
        </p:spPr>
      </p:pic>
      <p:sp>
        <p:nvSpPr>
          <p:cNvPr id="1950" name="Google Shape;1950;p179"/>
          <p:cNvSpPr txBox="1"/>
          <p:nvPr/>
        </p:nvSpPr>
        <p:spPr>
          <a:xfrm>
            <a:off x="6889225" y="342900"/>
            <a:ext cx="1908000" cy="4482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lnSpc>
                <a:spcPct val="120000"/>
              </a:lnSpc>
              <a:spcBef>
                <a:spcPts val="0"/>
              </a:spcBef>
              <a:spcAft>
                <a:spcPts val="0"/>
              </a:spcAft>
              <a:buNone/>
            </a:pPr>
            <a:r>
              <a:rPr lang="en" sz="800">
                <a:solidFill>
                  <a:srgbClr val="191823"/>
                </a:solidFill>
                <a:latin typeface="DS Indigo"/>
                <a:ea typeface="DS Indigo"/>
                <a:cs typeface="DS Indigo"/>
                <a:sym typeface="DS Indigo"/>
              </a:rPr>
              <a:t>Insert company logo (delete me)</a:t>
            </a:r>
            <a:endParaRPr sz="800">
              <a:solidFill>
                <a:srgbClr val="191823"/>
              </a:solidFill>
              <a:latin typeface="DS Indigo"/>
              <a:ea typeface="DS Indigo"/>
              <a:cs typeface="DS Indigo"/>
              <a:sym typeface="DS Indig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954"/>
        <p:cNvGrpSpPr/>
        <p:nvPr/>
      </p:nvGrpSpPr>
      <p:grpSpPr>
        <a:xfrm>
          <a:off x="0" y="0"/>
          <a:ext cx="0" cy="0"/>
          <a:chOff x="0" y="0"/>
          <a:chExt cx="0" cy="0"/>
        </a:xfrm>
      </p:grpSpPr>
      <p:sp>
        <p:nvSpPr>
          <p:cNvPr id="1955" name="Google Shape;1955;p18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46</a:t>
            </a:fld>
            <a:endParaRPr/>
          </a:p>
        </p:txBody>
      </p:sp>
      <p:sp>
        <p:nvSpPr>
          <p:cNvPr id="1956" name="Google Shape;1956;p180"/>
          <p:cNvSpPr txBox="1"/>
          <p:nvPr/>
        </p:nvSpPr>
        <p:spPr>
          <a:xfrm>
            <a:off x="12095550" y="1982175"/>
            <a:ext cx="4167000" cy="4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1957" name="Google Shape;1957;p180"/>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Roadmap</a:t>
            </a:r>
            <a:endParaRPr/>
          </a:p>
        </p:txBody>
      </p:sp>
      <p:sp>
        <p:nvSpPr>
          <p:cNvPr id="1958" name="Google Shape;1958;p180"/>
          <p:cNvSpPr/>
          <p:nvPr/>
        </p:nvSpPr>
        <p:spPr>
          <a:xfrm>
            <a:off x="5313524"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Aug ‘24</a:t>
            </a:r>
            <a:endParaRPr sz="800" b="1">
              <a:solidFill>
                <a:schemeClr val="dk1"/>
              </a:solidFill>
              <a:latin typeface="DS Indigo"/>
              <a:ea typeface="DS Indigo"/>
              <a:cs typeface="DS Indigo"/>
              <a:sym typeface="DS Indigo"/>
            </a:endParaRPr>
          </a:p>
        </p:txBody>
      </p:sp>
      <p:sp>
        <p:nvSpPr>
          <p:cNvPr id="1959" name="Google Shape;1959;p180"/>
          <p:cNvSpPr/>
          <p:nvPr/>
        </p:nvSpPr>
        <p:spPr>
          <a:xfrm>
            <a:off x="4256248"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July ‘24</a:t>
            </a:r>
            <a:endParaRPr sz="800" b="1">
              <a:solidFill>
                <a:schemeClr val="dk1"/>
              </a:solidFill>
              <a:latin typeface="DS Indigo"/>
              <a:ea typeface="DS Indigo"/>
              <a:cs typeface="DS Indigo"/>
              <a:sym typeface="DS Indigo"/>
            </a:endParaRPr>
          </a:p>
        </p:txBody>
      </p:sp>
      <p:sp>
        <p:nvSpPr>
          <p:cNvPr id="1960" name="Google Shape;1960;p180"/>
          <p:cNvSpPr/>
          <p:nvPr/>
        </p:nvSpPr>
        <p:spPr>
          <a:xfrm>
            <a:off x="3198972"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June ‘24</a:t>
            </a:r>
            <a:endParaRPr sz="800" b="1">
              <a:solidFill>
                <a:schemeClr val="dk1"/>
              </a:solidFill>
              <a:latin typeface="DS Indigo"/>
              <a:ea typeface="DS Indigo"/>
              <a:cs typeface="DS Indigo"/>
              <a:sym typeface="DS Indigo"/>
            </a:endParaRPr>
          </a:p>
        </p:txBody>
      </p:sp>
      <p:sp>
        <p:nvSpPr>
          <p:cNvPr id="1961" name="Google Shape;1961;p180"/>
          <p:cNvSpPr/>
          <p:nvPr/>
        </p:nvSpPr>
        <p:spPr>
          <a:xfrm>
            <a:off x="2141696"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May ‘24</a:t>
            </a:r>
            <a:endParaRPr sz="800" b="1">
              <a:solidFill>
                <a:schemeClr val="dk1"/>
              </a:solidFill>
              <a:latin typeface="DS Indigo"/>
              <a:ea typeface="DS Indigo"/>
              <a:cs typeface="DS Indigo"/>
              <a:sym typeface="DS Indigo"/>
            </a:endParaRPr>
          </a:p>
        </p:txBody>
      </p:sp>
      <p:sp>
        <p:nvSpPr>
          <p:cNvPr id="1962" name="Google Shape;1962;p180"/>
          <p:cNvSpPr/>
          <p:nvPr/>
        </p:nvSpPr>
        <p:spPr>
          <a:xfrm>
            <a:off x="1084421"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Apr ‘24</a:t>
            </a:r>
            <a:endParaRPr sz="800" b="1">
              <a:solidFill>
                <a:schemeClr val="dk1"/>
              </a:solidFill>
              <a:latin typeface="DS Indigo"/>
              <a:ea typeface="DS Indigo"/>
              <a:cs typeface="DS Indigo"/>
              <a:sym typeface="DS Indigo"/>
            </a:endParaRPr>
          </a:p>
        </p:txBody>
      </p:sp>
      <p:sp>
        <p:nvSpPr>
          <p:cNvPr id="1963" name="Google Shape;1963;p180"/>
          <p:cNvSpPr/>
          <p:nvPr/>
        </p:nvSpPr>
        <p:spPr>
          <a:xfrm>
            <a:off x="27145"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Mar ‘24</a:t>
            </a:r>
            <a:endParaRPr sz="800" b="1">
              <a:solidFill>
                <a:schemeClr val="dk1"/>
              </a:solidFill>
              <a:latin typeface="DS Indigo"/>
              <a:ea typeface="DS Indigo"/>
              <a:cs typeface="DS Indigo"/>
              <a:sym typeface="DS Indigo"/>
            </a:endParaRPr>
          </a:p>
        </p:txBody>
      </p:sp>
      <p:sp>
        <p:nvSpPr>
          <p:cNvPr id="1964" name="Google Shape;1964;p180"/>
          <p:cNvSpPr/>
          <p:nvPr/>
        </p:nvSpPr>
        <p:spPr>
          <a:xfrm>
            <a:off x="6370799"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Sept ‘24</a:t>
            </a:r>
            <a:endParaRPr sz="800" b="1">
              <a:solidFill>
                <a:schemeClr val="dk1"/>
              </a:solidFill>
              <a:latin typeface="DS Indigo"/>
              <a:ea typeface="DS Indigo"/>
              <a:cs typeface="DS Indigo"/>
              <a:sym typeface="DS Indigo"/>
            </a:endParaRPr>
          </a:p>
        </p:txBody>
      </p:sp>
      <p:sp>
        <p:nvSpPr>
          <p:cNvPr id="1965" name="Google Shape;1965;p180"/>
          <p:cNvSpPr/>
          <p:nvPr/>
        </p:nvSpPr>
        <p:spPr>
          <a:xfrm>
            <a:off x="7428075"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Oct ‘24</a:t>
            </a:r>
            <a:endParaRPr sz="800" b="1">
              <a:solidFill>
                <a:schemeClr val="dk1"/>
              </a:solidFill>
              <a:latin typeface="DS Indigo"/>
              <a:ea typeface="DS Indigo"/>
              <a:cs typeface="DS Indigo"/>
              <a:sym typeface="DS Indigo"/>
            </a:endParaRPr>
          </a:p>
        </p:txBody>
      </p:sp>
      <p:sp>
        <p:nvSpPr>
          <p:cNvPr id="1966" name="Google Shape;1966;p180"/>
          <p:cNvSpPr/>
          <p:nvPr/>
        </p:nvSpPr>
        <p:spPr>
          <a:xfrm>
            <a:off x="8485351" y="410554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Nov ‘24</a:t>
            </a:r>
            <a:endParaRPr sz="800" b="1">
              <a:solidFill>
                <a:schemeClr val="dk1"/>
              </a:solidFill>
              <a:latin typeface="DS Indigo"/>
              <a:ea typeface="DS Indigo"/>
              <a:cs typeface="DS Indigo"/>
              <a:sym typeface="DS Indigo"/>
            </a:endParaRPr>
          </a:p>
        </p:txBody>
      </p:sp>
      <p:cxnSp>
        <p:nvCxnSpPr>
          <p:cNvPr id="1967" name="Google Shape;1967;p180"/>
          <p:cNvCxnSpPr/>
          <p:nvPr/>
        </p:nvCxnSpPr>
        <p:spPr>
          <a:xfrm>
            <a:off x="-8780" y="4081450"/>
            <a:ext cx="9172200" cy="0"/>
          </a:xfrm>
          <a:prstGeom prst="straightConnector1">
            <a:avLst/>
          </a:prstGeom>
          <a:noFill/>
          <a:ln w="9525" cap="flat" cmpd="sng">
            <a:solidFill>
              <a:srgbClr val="BCBBC8"/>
            </a:solidFill>
            <a:prstDash val="solid"/>
            <a:round/>
            <a:headEnd type="none" w="med" len="med"/>
            <a:tailEnd type="none" w="med" len="med"/>
          </a:ln>
        </p:spPr>
      </p:cxnSp>
      <p:grpSp>
        <p:nvGrpSpPr>
          <p:cNvPr id="1968" name="Google Shape;1968;p180"/>
          <p:cNvGrpSpPr/>
          <p:nvPr/>
        </p:nvGrpSpPr>
        <p:grpSpPr>
          <a:xfrm>
            <a:off x="342895" y="1446019"/>
            <a:ext cx="8458200" cy="2631000"/>
            <a:chOff x="342895" y="1446019"/>
            <a:chExt cx="8458200" cy="2631000"/>
          </a:xfrm>
        </p:grpSpPr>
        <p:cxnSp>
          <p:nvCxnSpPr>
            <p:cNvPr id="1969" name="Google Shape;1969;p180"/>
            <p:cNvCxnSpPr/>
            <p:nvPr/>
          </p:nvCxnSpPr>
          <p:spPr>
            <a:xfrm rot="10800000">
              <a:off x="342895"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0" name="Google Shape;1970;p180"/>
            <p:cNvCxnSpPr/>
            <p:nvPr/>
          </p:nvCxnSpPr>
          <p:spPr>
            <a:xfrm rot="10800000">
              <a:off x="1400170"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1" name="Google Shape;1971;p180"/>
            <p:cNvCxnSpPr/>
            <p:nvPr/>
          </p:nvCxnSpPr>
          <p:spPr>
            <a:xfrm rot="10800000">
              <a:off x="2457445"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2" name="Google Shape;1972;p180"/>
            <p:cNvCxnSpPr/>
            <p:nvPr/>
          </p:nvCxnSpPr>
          <p:spPr>
            <a:xfrm rot="10800000">
              <a:off x="3514720"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3" name="Google Shape;1973;p180"/>
            <p:cNvCxnSpPr/>
            <p:nvPr/>
          </p:nvCxnSpPr>
          <p:spPr>
            <a:xfrm rot="10800000">
              <a:off x="4577320"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4" name="Google Shape;1974;p180"/>
            <p:cNvCxnSpPr/>
            <p:nvPr/>
          </p:nvCxnSpPr>
          <p:spPr>
            <a:xfrm rot="10800000">
              <a:off x="5629270"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5" name="Google Shape;1975;p180"/>
            <p:cNvCxnSpPr/>
            <p:nvPr/>
          </p:nvCxnSpPr>
          <p:spPr>
            <a:xfrm rot="10800000">
              <a:off x="6686545"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6" name="Google Shape;1976;p180"/>
            <p:cNvCxnSpPr/>
            <p:nvPr/>
          </p:nvCxnSpPr>
          <p:spPr>
            <a:xfrm rot="10800000">
              <a:off x="7743820" y="1446019"/>
              <a:ext cx="0" cy="2631000"/>
            </a:xfrm>
            <a:prstGeom prst="straightConnector1">
              <a:avLst/>
            </a:prstGeom>
            <a:noFill/>
            <a:ln w="9525" cap="flat" cmpd="sng">
              <a:solidFill>
                <a:srgbClr val="BCBBC8"/>
              </a:solidFill>
              <a:prstDash val="solid"/>
              <a:round/>
              <a:headEnd type="none" w="med" len="med"/>
              <a:tailEnd type="none" w="med" len="med"/>
            </a:ln>
          </p:spPr>
        </p:cxnSp>
        <p:cxnSp>
          <p:nvCxnSpPr>
            <p:cNvPr id="1977" name="Google Shape;1977;p180"/>
            <p:cNvCxnSpPr/>
            <p:nvPr/>
          </p:nvCxnSpPr>
          <p:spPr>
            <a:xfrm rot="10800000">
              <a:off x="8801095" y="1446019"/>
              <a:ext cx="0" cy="2631000"/>
            </a:xfrm>
            <a:prstGeom prst="straightConnector1">
              <a:avLst/>
            </a:prstGeom>
            <a:noFill/>
            <a:ln w="9525" cap="flat" cmpd="sng">
              <a:solidFill>
                <a:srgbClr val="BCBBC8"/>
              </a:solidFill>
              <a:prstDash val="solid"/>
              <a:round/>
              <a:headEnd type="none" w="med" len="med"/>
              <a:tailEnd type="none" w="med" len="med"/>
            </a:ln>
          </p:spPr>
        </p:cxnSp>
      </p:grpSp>
      <p:grpSp>
        <p:nvGrpSpPr>
          <p:cNvPr id="1978" name="Google Shape;1978;p180"/>
          <p:cNvGrpSpPr/>
          <p:nvPr/>
        </p:nvGrpSpPr>
        <p:grpSpPr>
          <a:xfrm>
            <a:off x="286375" y="1650199"/>
            <a:ext cx="8574152" cy="2218058"/>
            <a:chOff x="286375" y="2170700"/>
            <a:chExt cx="8574152" cy="1697450"/>
          </a:xfrm>
        </p:grpSpPr>
        <p:sp>
          <p:nvSpPr>
            <p:cNvPr id="1979" name="Google Shape;1979;p180"/>
            <p:cNvSpPr/>
            <p:nvPr/>
          </p:nvSpPr>
          <p:spPr>
            <a:xfrm>
              <a:off x="286375" y="2170700"/>
              <a:ext cx="3300300" cy="205200"/>
            </a:xfrm>
            <a:prstGeom prst="roundRect">
              <a:avLst>
                <a:gd name="adj" fmla="val 50000"/>
              </a:avLst>
            </a:prstGeom>
            <a:solidFill>
              <a:schemeClr val="lt2"/>
            </a:solidFill>
            <a:ln>
              <a:noFill/>
            </a:ln>
          </p:spPr>
          <p:txBody>
            <a:bodyPr spcFirstLastPara="1" wrap="square" lIns="91425" tIns="0" rIns="0" bIns="0" anchor="ctr" anchorCtr="0">
              <a:noAutofit/>
            </a:bodyPr>
            <a:lstStyle/>
            <a:p>
              <a:pPr marL="0" lvl="0" indent="0" algn="l" rtl="0">
                <a:lnSpc>
                  <a:spcPct val="120000"/>
                </a:lnSpc>
                <a:spcBef>
                  <a:spcPts val="300"/>
                </a:spcBef>
                <a:spcAft>
                  <a:spcPts val="0"/>
                </a:spcAft>
                <a:buNone/>
              </a:pPr>
              <a:r>
                <a:rPr lang="en" sz="800" b="1">
                  <a:solidFill>
                    <a:schemeClr val="dk1"/>
                  </a:solidFill>
                  <a:latin typeface="DS Indigo"/>
                  <a:ea typeface="DS Indigo"/>
                  <a:cs typeface="DS Indigo"/>
                  <a:sym typeface="DS Indigo"/>
                </a:rPr>
                <a:t>Insert Milestone 1</a:t>
              </a:r>
              <a:endParaRPr sz="800" b="1">
                <a:solidFill>
                  <a:schemeClr val="dk1"/>
                </a:solidFill>
                <a:latin typeface="DS Indigo"/>
                <a:ea typeface="DS Indigo"/>
                <a:cs typeface="DS Indigo"/>
                <a:sym typeface="DS Indigo"/>
              </a:endParaRPr>
            </a:p>
          </p:txBody>
        </p:sp>
        <p:sp>
          <p:nvSpPr>
            <p:cNvPr id="1980" name="Google Shape;1980;p180"/>
            <p:cNvSpPr/>
            <p:nvPr/>
          </p:nvSpPr>
          <p:spPr>
            <a:xfrm>
              <a:off x="1335938" y="2469150"/>
              <a:ext cx="3300300" cy="205200"/>
            </a:xfrm>
            <a:prstGeom prst="roundRect">
              <a:avLst>
                <a:gd name="adj" fmla="val 50000"/>
              </a:avLst>
            </a:prstGeom>
            <a:solidFill>
              <a:schemeClr val="dk2"/>
            </a:solidFill>
            <a:ln>
              <a:noFill/>
            </a:ln>
          </p:spPr>
          <p:txBody>
            <a:bodyPr spcFirstLastPara="1" wrap="square" lIns="91425" tIns="0" rIns="0" bIns="0" anchor="ctr" anchorCtr="0">
              <a:noAutofit/>
            </a:bodyPr>
            <a:lstStyle/>
            <a:p>
              <a:pPr marL="0" lvl="0" indent="0" algn="l" rtl="0">
                <a:lnSpc>
                  <a:spcPct val="120000"/>
                </a:lnSpc>
                <a:spcBef>
                  <a:spcPts val="300"/>
                </a:spcBef>
                <a:spcAft>
                  <a:spcPts val="0"/>
                </a:spcAft>
                <a:buClr>
                  <a:schemeClr val="dk1"/>
                </a:buClr>
                <a:buSzPts val="1100"/>
                <a:buFont typeface="Arial"/>
                <a:buNone/>
              </a:pPr>
              <a:r>
                <a:rPr lang="en" sz="800" b="1">
                  <a:solidFill>
                    <a:schemeClr val="dk1"/>
                  </a:solidFill>
                  <a:latin typeface="DS Indigo"/>
                  <a:ea typeface="DS Indigo"/>
                  <a:cs typeface="DS Indigo"/>
                  <a:sym typeface="DS Indigo"/>
                </a:rPr>
                <a:t>Insert Milestone 2</a:t>
              </a:r>
              <a:endParaRPr sz="800" b="1">
                <a:solidFill>
                  <a:schemeClr val="dk1"/>
                </a:solidFill>
                <a:latin typeface="DS Indigo"/>
                <a:ea typeface="DS Indigo"/>
                <a:cs typeface="DS Indigo"/>
                <a:sym typeface="DS Indigo"/>
              </a:endParaRPr>
            </a:p>
          </p:txBody>
        </p:sp>
        <p:sp>
          <p:nvSpPr>
            <p:cNvPr id="1981" name="Google Shape;1981;p180"/>
            <p:cNvSpPr/>
            <p:nvPr/>
          </p:nvSpPr>
          <p:spPr>
            <a:xfrm>
              <a:off x="2393200" y="2767600"/>
              <a:ext cx="2771100" cy="205200"/>
            </a:xfrm>
            <a:prstGeom prst="roundRect">
              <a:avLst>
                <a:gd name="adj" fmla="val 50000"/>
              </a:avLst>
            </a:prstGeom>
            <a:solidFill>
              <a:srgbClr val="4C00FF"/>
            </a:solidFill>
            <a:ln>
              <a:noFill/>
            </a:ln>
          </p:spPr>
          <p:txBody>
            <a:bodyPr spcFirstLastPara="1" wrap="square" lIns="91425" tIns="0" rIns="0" bIns="0" anchor="ctr" anchorCtr="0">
              <a:noAutofit/>
            </a:bodyPr>
            <a:lstStyle/>
            <a:p>
              <a:pPr marL="0" lvl="0" indent="0" algn="l" rtl="0">
                <a:lnSpc>
                  <a:spcPct val="120000"/>
                </a:lnSpc>
                <a:spcBef>
                  <a:spcPts val="300"/>
                </a:spcBef>
                <a:spcAft>
                  <a:spcPts val="0"/>
                </a:spcAft>
                <a:buClr>
                  <a:schemeClr val="dk1"/>
                </a:buClr>
                <a:buSzPts val="1100"/>
                <a:buFont typeface="Arial"/>
                <a:buNone/>
              </a:pPr>
              <a:r>
                <a:rPr lang="en" sz="800" b="1">
                  <a:solidFill>
                    <a:schemeClr val="lt1"/>
                  </a:solidFill>
                  <a:latin typeface="DS Indigo"/>
                  <a:ea typeface="DS Indigo"/>
                  <a:cs typeface="DS Indigo"/>
                  <a:sym typeface="DS Indigo"/>
                </a:rPr>
                <a:t>Insert Milestone 3</a:t>
              </a:r>
              <a:endParaRPr sz="800" b="1">
                <a:solidFill>
                  <a:schemeClr val="lt1"/>
                </a:solidFill>
                <a:latin typeface="DS Indigo"/>
                <a:ea typeface="DS Indigo"/>
                <a:cs typeface="DS Indigo"/>
                <a:sym typeface="DS Indigo"/>
              </a:endParaRPr>
            </a:p>
          </p:txBody>
        </p:sp>
        <p:sp>
          <p:nvSpPr>
            <p:cNvPr id="1982" name="Google Shape;1982;p180"/>
            <p:cNvSpPr/>
            <p:nvPr/>
          </p:nvSpPr>
          <p:spPr>
            <a:xfrm>
              <a:off x="4507725" y="3066050"/>
              <a:ext cx="3300300" cy="205200"/>
            </a:xfrm>
            <a:prstGeom prst="roundRect">
              <a:avLst>
                <a:gd name="adj" fmla="val 50000"/>
              </a:avLst>
            </a:prstGeom>
            <a:solidFill>
              <a:srgbClr val="2E009B"/>
            </a:solidFill>
            <a:ln>
              <a:noFill/>
            </a:ln>
          </p:spPr>
          <p:txBody>
            <a:bodyPr spcFirstLastPara="1" wrap="square" lIns="91425" tIns="0" rIns="0" bIns="0" anchor="ctr" anchorCtr="0">
              <a:noAutofit/>
            </a:bodyPr>
            <a:lstStyle/>
            <a:p>
              <a:pPr marL="0" lvl="0" indent="0" algn="l" rtl="0">
                <a:lnSpc>
                  <a:spcPct val="120000"/>
                </a:lnSpc>
                <a:spcBef>
                  <a:spcPts val="300"/>
                </a:spcBef>
                <a:spcAft>
                  <a:spcPts val="0"/>
                </a:spcAft>
                <a:buClr>
                  <a:schemeClr val="dk1"/>
                </a:buClr>
                <a:buSzPts val="1100"/>
                <a:buFont typeface="Arial"/>
                <a:buNone/>
              </a:pPr>
              <a:r>
                <a:rPr lang="en" sz="800" b="1">
                  <a:solidFill>
                    <a:schemeClr val="lt1"/>
                  </a:solidFill>
                  <a:latin typeface="DS Indigo"/>
                  <a:ea typeface="DS Indigo"/>
                  <a:cs typeface="DS Indigo"/>
                  <a:sym typeface="DS Indigo"/>
                </a:rPr>
                <a:t>Insert Milestone 4</a:t>
              </a:r>
              <a:endParaRPr sz="800" b="1">
                <a:solidFill>
                  <a:schemeClr val="lt1"/>
                </a:solidFill>
                <a:latin typeface="DS Indigo"/>
                <a:ea typeface="DS Indigo"/>
                <a:cs typeface="DS Indigo"/>
                <a:sym typeface="DS Indigo"/>
              </a:endParaRPr>
            </a:p>
          </p:txBody>
        </p:sp>
        <p:sp>
          <p:nvSpPr>
            <p:cNvPr id="1983" name="Google Shape;1983;p180"/>
            <p:cNvSpPr/>
            <p:nvPr/>
          </p:nvSpPr>
          <p:spPr>
            <a:xfrm>
              <a:off x="4046125" y="3364500"/>
              <a:ext cx="3300300" cy="205200"/>
            </a:xfrm>
            <a:prstGeom prst="roundRect">
              <a:avLst>
                <a:gd name="adj" fmla="val 50000"/>
              </a:avLst>
            </a:prstGeom>
            <a:solidFill>
              <a:schemeClr val="accent3"/>
            </a:solidFill>
            <a:ln>
              <a:noFill/>
            </a:ln>
          </p:spPr>
          <p:txBody>
            <a:bodyPr spcFirstLastPara="1" wrap="square" lIns="91425" tIns="0" rIns="0" bIns="0" anchor="ctr" anchorCtr="0">
              <a:noAutofit/>
            </a:bodyPr>
            <a:lstStyle/>
            <a:p>
              <a:pPr marL="0" lvl="0" indent="0" algn="l" rtl="0">
                <a:lnSpc>
                  <a:spcPct val="120000"/>
                </a:lnSpc>
                <a:spcBef>
                  <a:spcPts val="300"/>
                </a:spcBef>
                <a:spcAft>
                  <a:spcPts val="0"/>
                </a:spcAft>
                <a:buClr>
                  <a:schemeClr val="dk1"/>
                </a:buClr>
                <a:buSzPts val="1100"/>
                <a:buFont typeface="Arial"/>
                <a:buNone/>
              </a:pPr>
              <a:r>
                <a:rPr lang="en" sz="800" b="1">
                  <a:solidFill>
                    <a:schemeClr val="lt1"/>
                  </a:solidFill>
                  <a:latin typeface="DS Indigo"/>
                  <a:ea typeface="DS Indigo"/>
                  <a:cs typeface="DS Indigo"/>
                  <a:sym typeface="DS Indigo"/>
                </a:rPr>
                <a:t>Insert Milestone 5</a:t>
              </a:r>
              <a:endParaRPr sz="800" b="1">
                <a:solidFill>
                  <a:schemeClr val="lt1"/>
                </a:solidFill>
                <a:latin typeface="DS Indigo"/>
                <a:ea typeface="DS Indigo"/>
                <a:cs typeface="DS Indigo"/>
                <a:sym typeface="DS Indigo"/>
              </a:endParaRPr>
            </a:p>
          </p:txBody>
        </p:sp>
        <p:sp>
          <p:nvSpPr>
            <p:cNvPr id="1984" name="Google Shape;1984;p180"/>
            <p:cNvSpPr/>
            <p:nvPr/>
          </p:nvSpPr>
          <p:spPr>
            <a:xfrm>
              <a:off x="5560227" y="3662950"/>
              <a:ext cx="3300300" cy="205200"/>
            </a:xfrm>
            <a:prstGeom prst="roundRect">
              <a:avLst>
                <a:gd name="adj" fmla="val 50000"/>
              </a:avLst>
            </a:prstGeom>
            <a:solidFill>
              <a:schemeClr val="accent2"/>
            </a:solidFill>
            <a:ln>
              <a:noFill/>
            </a:ln>
          </p:spPr>
          <p:txBody>
            <a:bodyPr spcFirstLastPara="1" wrap="square" lIns="91425" tIns="0" rIns="0" bIns="0" anchor="ctr" anchorCtr="0">
              <a:noAutofit/>
            </a:bodyPr>
            <a:lstStyle/>
            <a:p>
              <a:pPr marL="0" lvl="0" indent="0" algn="l" rtl="0">
                <a:lnSpc>
                  <a:spcPct val="120000"/>
                </a:lnSpc>
                <a:spcBef>
                  <a:spcPts val="300"/>
                </a:spcBef>
                <a:spcAft>
                  <a:spcPts val="0"/>
                </a:spcAft>
                <a:buClr>
                  <a:schemeClr val="dk1"/>
                </a:buClr>
                <a:buSzPts val="1100"/>
                <a:buFont typeface="Arial"/>
                <a:buNone/>
              </a:pPr>
              <a:r>
                <a:rPr lang="en" sz="800" b="1">
                  <a:solidFill>
                    <a:schemeClr val="lt1"/>
                  </a:solidFill>
                  <a:latin typeface="DS Indigo"/>
                  <a:ea typeface="DS Indigo"/>
                  <a:cs typeface="DS Indigo"/>
                  <a:sym typeface="DS Indigo"/>
                </a:rPr>
                <a:t>Insert Milestone 6</a:t>
              </a:r>
              <a:endParaRPr sz="800" b="1">
                <a:solidFill>
                  <a:schemeClr val="lt1"/>
                </a:solidFill>
                <a:latin typeface="DS Indigo"/>
                <a:ea typeface="DS Indigo"/>
                <a:cs typeface="DS Indigo"/>
                <a:sym typeface="DS Indigo"/>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88"/>
        <p:cNvGrpSpPr/>
        <p:nvPr/>
      </p:nvGrpSpPr>
      <p:grpSpPr>
        <a:xfrm>
          <a:off x="0" y="0"/>
          <a:ext cx="0" cy="0"/>
          <a:chOff x="0" y="0"/>
          <a:chExt cx="0" cy="0"/>
        </a:xfrm>
      </p:grpSpPr>
      <p:sp>
        <p:nvSpPr>
          <p:cNvPr id="1989" name="Google Shape;1989;p18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47</a:t>
            </a:fld>
            <a:endParaRPr/>
          </a:p>
        </p:txBody>
      </p:sp>
      <p:sp>
        <p:nvSpPr>
          <p:cNvPr id="1990" name="Google Shape;1990;p181"/>
          <p:cNvSpPr txBox="1"/>
          <p:nvPr/>
        </p:nvSpPr>
        <p:spPr>
          <a:xfrm>
            <a:off x="12095550" y="1982175"/>
            <a:ext cx="4167000" cy="4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grpSp>
        <p:nvGrpSpPr>
          <p:cNvPr id="1991" name="Google Shape;1991;p181"/>
          <p:cNvGrpSpPr/>
          <p:nvPr/>
        </p:nvGrpSpPr>
        <p:grpSpPr>
          <a:xfrm>
            <a:off x="324757" y="1413150"/>
            <a:ext cx="1536781" cy="2997900"/>
            <a:chOff x="324750" y="947950"/>
            <a:chExt cx="1473000" cy="2997900"/>
          </a:xfrm>
        </p:grpSpPr>
        <p:sp>
          <p:nvSpPr>
            <p:cNvPr id="1992" name="Google Shape;1992;p181"/>
            <p:cNvSpPr/>
            <p:nvPr/>
          </p:nvSpPr>
          <p:spPr>
            <a:xfrm>
              <a:off x="324750" y="947950"/>
              <a:ext cx="1473000" cy="2997900"/>
            </a:xfrm>
            <a:prstGeom prst="roundRect">
              <a:avLst>
                <a:gd name="adj" fmla="val 9013"/>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DS Indigo SemiBold"/>
                  <a:ea typeface="DS Indigo SemiBold"/>
                  <a:cs typeface="DS Indigo SemiBold"/>
                  <a:sym typeface="DS Indigo SemiBold"/>
                </a:rPr>
                <a:t>Milestone 1</a:t>
              </a:r>
              <a:endParaRPr sz="1200">
                <a:latin typeface="DS Indigo SemiBold"/>
                <a:ea typeface="DS Indigo SemiBold"/>
                <a:cs typeface="DS Indigo SemiBold"/>
                <a:sym typeface="DS Indigo SemiBold"/>
              </a:endParaRPr>
            </a:p>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Clr>
                  <a:schemeClr val="dk1"/>
                </a:buClr>
                <a:buSzPts val="1100"/>
                <a:buFont typeface="Arial"/>
                <a:buNone/>
              </a:pPr>
              <a:r>
                <a:rPr lang="en" sz="800">
                  <a:solidFill>
                    <a:schemeClr val="dk1"/>
                  </a:solidFill>
                  <a:latin typeface="DS Indigo"/>
                  <a:ea typeface="DS Indigo"/>
                  <a:cs typeface="DS Indigo"/>
                  <a:sym typeface="DS Indigo"/>
                </a:rPr>
                <a:t>Lorem ipsum dolor sit amet, consectetur adipiscing elit. Ut porta euismod ante, sed gravida arcu cursus eget.</a:t>
              </a:r>
              <a:endParaRPr sz="800">
                <a:solidFill>
                  <a:schemeClr val="dk1"/>
                </a:solidFill>
                <a:latin typeface="DS Indigo"/>
                <a:ea typeface="DS Indigo"/>
                <a:cs typeface="DS Indigo"/>
                <a:sym typeface="DS Indigo"/>
              </a:endParaRPr>
            </a:p>
          </p:txBody>
        </p:sp>
        <p:sp>
          <p:nvSpPr>
            <p:cNvPr id="1993" name="Google Shape;1993;p181"/>
            <p:cNvSpPr/>
            <p:nvPr/>
          </p:nvSpPr>
          <p:spPr>
            <a:xfrm>
              <a:off x="324750" y="2861350"/>
              <a:ext cx="1473000" cy="1084500"/>
            </a:xfrm>
            <a:prstGeom prst="roundRect">
              <a:avLst>
                <a:gd name="adj" fmla="val 9013"/>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Completed</a:t>
              </a:r>
              <a:endParaRPr sz="80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01/01/22</a:t>
              </a:r>
              <a:endParaRPr sz="1200" b="1">
                <a:solidFill>
                  <a:schemeClr val="dk1"/>
                </a:solidFill>
                <a:latin typeface="DS Indigo"/>
                <a:ea typeface="DS Indigo"/>
                <a:cs typeface="DS Indigo"/>
                <a:sym typeface="DS Indigo"/>
              </a:endParaRPr>
            </a:p>
          </p:txBody>
        </p:sp>
        <p:grpSp>
          <p:nvGrpSpPr>
            <p:cNvPr id="1994" name="Google Shape;1994;p181"/>
            <p:cNvGrpSpPr/>
            <p:nvPr/>
          </p:nvGrpSpPr>
          <p:grpSpPr>
            <a:xfrm>
              <a:off x="441079" y="3149977"/>
              <a:ext cx="246001" cy="246001"/>
              <a:chOff x="441069" y="3258581"/>
              <a:chExt cx="137400" cy="137400"/>
            </a:xfrm>
          </p:grpSpPr>
          <p:sp>
            <p:nvSpPr>
              <p:cNvPr id="1995" name="Google Shape;1995;p181"/>
              <p:cNvSpPr/>
              <p:nvPr/>
            </p:nvSpPr>
            <p:spPr>
              <a:xfrm>
                <a:off x="441069" y="3258581"/>
                <a:ext cx="137400" cy="137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181"/>
              <p:cNvSpPr/>
              <p:nvPr/>
            </p:nvSpPr>
            <p:spPr>
              <a:xfrm>
                <a:off x="479576" y="3305775"/>
                <a:ext cx="60220" cy="40672"/>
              </a:xfrm>
              <a:custGeom>
                <a:avLst/>
                <a:gdLst/>
                <a:ahLst/>
                <a:cxnLst/>
                <a:rect l="l" t="t" r="r" b="b"/>
                <a:pathLst>
                  <a:path w="5992" h="4048" fill="none" extrusionOk="0">
                    <a:moveTo>
                      <a:pt x="0" y="2150"/>
                    </a:moveTo>
                    <a:lnTo>
                      <a:pt x="1967" y="4048"/>
                    </a:lnTo>
                    <a:lnTo>
                      <a:pt x="5991" y="0"/>
                    </a:lnTo>
                  </a:path>
                </a:pathLst>
              </a:custGeom>
              <a:noFill/>
              <a:ln w="28575" cap="flat" cmpd="sng">
                <a:solidFill>
                  <a:srgbClr val="000000"/>
                </a:solidFill>
                <a:prstDash val="solid"/>
                <a:miter lim="22867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97" name="Google Shape;1997;p181"/>
          <p:cNvGrpSpPr/>
          <p:nvPr/>
        </p:nvGrpSpPr>
        <p:grpSpPr>
          <a:xfrm>
            <a:off x="2062665" y="1413150"/>
            <a:ext cx="1536900" cy="2997900"/>
            <a:chOff x="260963" y="947950"/>
            <a:chExt cx="1536900" cy="2997900"/>
          </a:xfrm>
        </p:grpSpPr>
        <p:sp>
          <p:nvSpPr>
            <p:cNvPr id="1998" name="Google Shape;1998;p181"/>
            <p:cNvSpPr/>
            <p:nvPr/>
          </p:nvSpPr>
          <p:spPr>
            <a:xfrm>
              <a:off x="260963" y="947950"/>
              <a:ext cx="1536900" cy="2997900"/>
            </a:xfrm>
            <a:prstGeom prst="roundRect">
              <a:avLst>
                <a:gd name="adj" fmla="val 9013"/>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DS Indigo SemiBold"/>
                  <a:ea typeface="DS Indigo SemiBold"/>
                  <a:cs typeface="DS Indigo SemiBold"/>
                  <a:sym typeface="DS Indigo SemiBold"/>
                </a:rPr>
                <a:t>Milestone 2</a:t>
              </a:r>
              <a:endParaRPr sz="1200">
                <a:latin typeface="DS Indigo SemiBold"/>
                <a:ea typeface="DS Indigo SemiBold"/>
                <a:cs typeface="DS Indigo SemiBold"/>
                <a:sym typeface="DS Indigo SemiBold"/>
              </a:endParaRPr>
            </a:p>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Lorem ipsum dolor sit amet, consectetur adipiscing elit. Ut porta euismod ante, sed gravida arcu cursus eget.</a:t>
              </a:r>
              <a:endParaRPr sz="800">
                <a:solidFill>
                  <a:schemeClr val="dk1"/>
                </a:solidFill>
                <a:latin typeface="DS Indigo"/>
                <a:ea typeface="DS Indigo"/>
                <a:cs typeface="DS Indigo"/>
                <a:sym typeface="DS Indigo"/>
              </a:endParaRPr>
            </a:p>
          </p:txBody>
        </p:sp>
        <p:sp>
          <p:nvSpPr>
            <p:cNvPr id="1999" name="Google Shape;1999;p181"/>
            <p:cNvSpPr/>
            <p:nvPr/>
          </p:nvSpPr>
          <p:spPr>
            <a:xfrm>
              <a:off x="324750" y="2861350"/>
              <a:ext cx="1473000" cy="1084500"/>
            </a:xfrm>
            <a:prstGeom prst="roundRect">
              <a:avLst>
                <a:gd name="adj" fmla="val 9013"/>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Completed</a:t>
              </a:r>
              <a:endParaRPr sz="80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02/01/22</a:t>
              </a:r>
              <a:endParaRPr sz="1200" b="1">
                <a:solidFill>
                  <a:schemeClr val="dk1"/>
                </a:solidFill>
                <a:latin typeface="DS Indigo"/>
                <a:ea typeface="DS Indigo"/>
                <a:cs typeface="DS Indigo"/>
                <a:sym typeface="DS Indigo"/>
              </a:endParaRPr>
            </a:p>
          </p:txBody>
        </p:sp>
        <p:grpSp>
          <p:nvGrpSpPr>
            <p:cNvPr id="2000" name="Google Shape;2000;p181"/>
            <p:cNvGrpSpPr/>
            <p:nvPr/>
          </p:nvGrpSpPr>
          <p:grpSpPr>
            <a:xfrm>
              <a:off x="441079" y="3149977"/>
              <a:ext cx="246001" cy="246001"/>
              <a:chOff x="441069" y="3258581"/>
              <a:chExt cx="137400" cy="137400"/>
            </a:xfrm>
          </p:grpSpPr>
          <p:sp>
            <p:nvSpPr>
              <p:cNvPr id="2001" name="Google Shape;2001;p181"/>
              <p:cNvSpPr/>
              <p:nvPr/>
            </p:nvSpPr>
            <p:spPr>
              <a:xfrm>
                <a:off x="441069" y="3258581"/>
                <a:ext cx="137400" cy="137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181"/>
              <p:cNvSpPr/>
              <p:nvPr/>
            </p:nvSpPr>
            <p:spPr>
              <a:xfrm>
                <a:off x="479576" y="3305775"/>
                <a:ext cx="60220" cy="40672"/>
              </a:xfrm>
              <a:custGeom>
                <a:avLst/>
                <a:gdLst/>
                <a:ahLst/>
                <a:cxnLst/>
                <a:rect l="l" t="t" r="r" b="b"/>
                <a:pathLst>
                  <a:path w="5992" h="4048" fill="none" extrusionOk="0">
                    <a:moveTo>
                      <a:pt x="0" y="2150"/>
                    </a:moveTo>
                    <a:lnTo>
                      <a:pt x="1967" y="4048"/>
                    </a:lnTo>
                    <a:lnTo>
                      <a:pt x="5991" y="0"/>
                    </a:lnTo>
                  </a:path>
                </a:pathLst>
              </a:custGeom>
              <a:noFill/>
              <a:ln w="28575" cap="flat" cmpd="sng">
                <a:solidFill>
                  <a:srgbClr val="000000"/>
                </a:solidFill>
                <a:prstDash val="solid"/>
                <a:miter lim="22867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03" name="Google Shape;2003;p181"/>
          <p:cNvGrpSpPr/>
          <p:nvPr/>
        </p:nvGrpSpPr>
        <p:grpSpPr>
          <a:xfrm>
            <a:off x="7276775" y="1413150"/>
            <a:ext cx="1537025" cy="2997900"/>
            <a:chOff x="260825" y="947950"/>
            <a:chExt cx="1537025" cy="2997900"/>
          </a:xfrm>
        </p:grpSpPr>
        <p:sp>
          <p:nvSpPr>
            <p:cNvPr id="2004" name="Google Shape;2004;p181"/>
            <p:cNvSpPr/>
            <p:nvPr/>
          </p:nvSpPr>
          <p:spPr>
            <a:xfrm>
              <a:off x="260825" y="947950"/>
              <a:ext cx="1536900" cy="2997900"/>
            </a:xfrm>
            <a:prstGeom prst="roundRect">
              <a:avLst>
                <a:gd name="adj" fmla="val 9013"/>
              </a:avLst>
            </a:prstGeom>
            <a:solidFill>
              <a:schemeClr val="accent1"/>
            </a:solid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DS Indigo SemiBold"/>
                  <a:ea typeface="DS Indigo SemiBold"/>
                  <a:cs typeface="DS Indigo SemiBold"/>
                  <a:sym typeface="DS Indigo SemiBold"/>
                </a:rPr>
                <a:t>Launch</a:t>
              </a:r>
              <a:endParaRPr sz="1200">
                <a:solidFill>
                  <a:schemeClr val="lt1"/>
                </a:solidFill>
                <a:latin typeface="DS Indigo SemiBold"/>
                <a:ea typeface="DS Indigo SemiBold"/>
                <a:cs typeface="DS Indigo SemiBold"/>
                <a:sym typeface="DS Indigo SemiBold"/>
              </a:endParaRPr>
            </a:p>
            <a:p>
              <a:pPr marL="0" lvl="0" indent="0" algn="l" rtl="0">
                <a:spcBef>
                  <a:spcPts val="0"/>
                </a:spcBef>
                <a:spcAft>
                  <a:spcPts val="0"/>
                </a:spcAft>
                <a:buNone/>
              </a:pPr>
              <a:endParaRPr sz="1200">
                <a:solidFill>
                  <a:schemeClr val="lt1"/>
                </a:solidFill>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800">
                  <a:solidFill>
                    <a:schemeClr val="lt1"/>
                  </a:solidFill>
                  <a:latin typeface="DS Indigo"/>
                  <a:ea typeface="DS Indigo"/>
                  <a:cs typeface="DS Indigo"/>
                  <a:sym typeface="DS Indigo"/>
                </a:rPr>
                <a:t>Lorem ipsum dolor sit amet, consectetur adipiscing elit. Ut porta euismod ante, sed gravida arcu cursus eget.</a:t>
              </a:r>
              <a:endParaRPr sz="800">
                <a:solidFill>
                  <a:schemeClr val="lt1"/>
                </a:solidFill>
                <a:latin typeface="DS Indigo"/>
                <a:ea typeface="DS Indigo"/>
                <a:cs typeface="DS Indigo"/>
                <a:sym typeface="DS Indigo"/>
              </a:endParaRPr>
            </a:p>
          </p:txBody>
        </p:sp>
        <p:sp>
          <p:nvSpPr>
            <p:cNvPr id="2005" name="Google Shape;2005;p181"/>
            <p:cNvSpPr/>
            <p:nvPr/>
          </p:nvSpPr>
          <p:spPr>
            <a:xfrm>
              <a:off x="260950" y="2861350"/>
              <a:ext cx="1536900" cy="1084500"/>
            </a:xfrm>
            <a:prstGeom prst="roundRect">
              <a:avLst>
                <a:gd name="adj" fmla="val 9013"/>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1200">
                <a:solidFill>
                  <a:schemeClr val="lt1"/>
                </a:solidFill>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endParaRPr sz="800">
                <a:solidFill>
                  <a:schemeClr val="lt1"/>
                </a:solidFill>
                <a:latin typeface="DS Indigo"/>
                <a:ea typeface="DS Indigo"/>
                <a:cs typeface="DS Indigo"/>
                <a:sym typeface="DS Indigo"/>
              </a:endParaRPr>
            </a:p>
            <a:p>
              <a:pPr marL="0" lvl="0" indent="0" algn="l" rtl="0">
                <a:lnSpc>
                  <a:spcPct val="120000"/>
                </a:lnSpc>
                <a:spcBef>
                  <a:spcPts val="0"/>
                </a:spcBef>
                <a:spcAft>
                  <a:spcPts val="0"/>
                </a:spcAft>
                <a:buNone/>
              </a:pPr>
              <a:r>
                <a:rPr lang="en" sz="1200" b="1">
                  <a:solidFill>
                    <a:schemeClr val="lt1"/>
                  </a:solidFill>
                  <a:latin typeface="DS Indigo"/>
                  <a:ea typeface="DS Indigo"/>
                  <a:cs typeface="DS Indigo"/>
                  <a:sym typeface="DS Indigo"/>
                </a:rPr>
                <a:t>05/01/22</a:t>
              </a:r>
              <a:endParaRPr sz="1200" b="1">
                <a:solidFill>
                  <a:schemeClr val="lt1"/>
                </a:solidFill>
                <a:latin typeface="DS Indigo"/>
                <a:ea typeface="DS Indigo"/>
                <a:cs typeface="DS Indigo"/>
                <a:sym typeface="DS Indigo"/>
              </a:endParaRPr>
            </a:p>
          </p:txBody>
        </p:sp>
      </p:grpSp>
      <p:sp>
        <p:nvSpPr>
          <p:cNvPr id="2006" name="Google Shape;2006;p181"/>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Project Timeline</a:t>
            </a:r>
            <a:endParaRPr/>
          </a:p>
        </p:txBody>
      </p:sp>
      <p:grpSp>
        <p:nvGrpSpPr>
          <p:cNvPr id="2007" name="Google Shape;2007;p181"/>
          <p:cNvGrpSpPr/>
          <p:nvPr/>
        </p:nvGrpSpPr>
        <p:grpSpPr>
          <a:xfrm>
            <a:off x="5538720" y="1413150"/>
            <a:ext cx="1536928" cy="2997900"/>
            <a:chOff x="324750" y="947950"/>
            <a:chExt cx="1473000" cy="2997900"/>
          </a:xfrm>
        </p:grpSpPr>
        <p:sp>
          <p:nvSpPr>
            <p:cNvPr id="2008" name="Google Shape;2008;p181"/>
            <p:cNvSpPr/>
            <p:nvPr/>
          </p:nvSpPr>
          <p:spPr>
            <a:xfrm>
              <a:off x="324750" y="947950"/>
              <a:ext cx="1473000" cy="2997900"/>
            </a:xfrm>
            <a:prstGeom prst="roundRect">
              <a:avLst>
                <a:gd name="adj" fmla="val 9013"/>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DS Indigo SemiBold"/>
                  <a:ea typeface="DS Indigo SemiBold"/>
                  <a:cs typeface="DS Indigo SemiBold"/>
                  <a:sym typeface="DS Indigo SemiBold"/>
                </a:rPr>
                <a:t>Milestone 4</a:t>
              </a:r>
              <a:endParaRPr sz="1200">
                <a:latin typeface="DS Indigo SemiBold"/>
                <a:ea typeface="DS Indigo SemiBold"/>
                <a:cs typeface="DS Indigo SemiBold"/>
                <a:sym typeface="DS Indigo SemiBold"/>
              </a:endParaRPr>
            </a:p>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Lorem ipsum dolor sit amet, consectetur adipiscing elit. Ut porta euismod ante, sed gravida arcu cursus eget.</a:t>
              </a:r>
              <a:endParaRPr sz="800">
                <a:solidFill>
                  <a:schemeClr val="dk1"/>
                </a:solidFill>
                <a:latin typeface="DS Indigo"/>
                <a:ea typeface="DS Indigo"/>
                <a:cs typeface="DS Indigo"/>
                <a:sym typeface="DS Indigo"/>
              </a:endParaRPr>
            </a:p>
          </p:txBody>
        </p:sp>
        <p:sp>
          <p:nvSpPr>
            <p:cNvPr id="2009" name="Google Shape;2009;p181"/>
            <p:cNvSpPr/>
            <p:nvPr/>
          </p:nvSpPr>
          <p:spPr>
            <a:xfrm>
              <a:off x="324750" y="2861350"/>
              <a:ext cx="1473000" cy="1084500"/>
            </a:xfrm>
            <a:prstGeom prst="roundRect">
              <a:avLst>
                <a:gd name="adj" fmla="val 9013"/>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endParaRPr sz="80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04/01/22</a:t>
              </a:r>
              <a:endParaRPr sz="1200" b="1">
                <a:solidFill>
                  <a:schemeClr val="dk1"/>
                </a:solidFill>
                <a:latin typeface="DS Indigo"/>
                <a:ea typeface="DS Indigo"/>
                <a:cs typeface="DS Indigo"/>
                <a:sym typeface="DS Indigo"/>
              </a:endParaRPr>
            </a:p>
          </p:txBody>
        </p:sp>
      </p:grpSp>
      <p:grpSp>
        <p:nvGrpSpPr>
          <p:cNvPr id="2010" name="Google Shape;2010;p181"/>
          <p:cNvGrpSpPr/>
          <p:nvPr/>
        </p:nvGrpSpPr>
        <p:grpSpPr>
          <a:xfrm>
            <a:off x="3800692" y="1413150"/>
            <a:ext cx="1536900" cy="2997900"/>
            <a:chOff x="260850" y="947950"/>
            <a:chExt cx="1536900" cy="2997900"/>
          </a:xfrm>
        </p:grpSpPr>
        <p:sp>
          <p:nvSpPr>
            <p:cNvPr id="2011" name="Google Shape;2011;p181"/>
            <p:cNvSpPr/>
            <p:nvPr/>
          </p:nvSpPr>
          <p:spPr>
            <a:xfrm>
              <a:off x="260850" y="947950"/>
              <a:ext cx="1536900" cy="2997900"/>
            </a:xfrm>
            <a:prstGeom prst="roundRect">
              <a:avLst>
                <a:gd name="adj" fmla="val 9013"/>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DS Indigo SemiBold"/>
                  <a:ea typeface="DS Indigo SemiBold"/>
                  <a:cs typeface="DS Indigo SemiBold"/>
                  <a:sym typeface="DS Indigo SemiBold"/>
                </a:rPr>
                <a:t>Milestone 3</a:t>
              </a:r>
              <a:endParaRPr sz="1200">
                <a:latin typeface="DS Indigo SemiBold"/>
                <a:ea typeface="DS Indigo SemiBold"/>
                <a:cs typeface="DS Indigo SemiBold"/>
                <a:sym typeface="DS Indigo SemiBold"/>
              </a:endParaRPr>
            </a:p>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Lorem ipsum dolor sit amet, consectetur adipiscing elit. Ut porta euismod ante, sed gravida arcu cursus eget.</a:t>
              </a:r>
              <a:endParaRPr sz="800">
                <a:solidFill>
                  <a:schemeClr val="dk1"/>
                </a:solidFill>
                <a:latin typeface="DS Indigo"/>
                <a:ea typeface="DS Indigo"/>
                <a:cs typeface="DS Indigo"/>
                <a:sym typeface="DS Indigo"/>
              </a:endParaRPr>
            </a:p>
          </p:txBody>
        </p:sp>
        <p:sp>
          <p:nvSpPr>
            <p:cNvPr id="2012" name="Google Shape;2012;p181"/>
            <p:cNvSpPr/>
            <p:nvPr/>
          </p:nvSpPr>
          <p:spPr>
            <a:xfrm>
              <a:off x="324750" y="2861350"/>
              <a:ext cx="1473000" cy="1084500"/>
            </a:xfrm>
            <a:prstGeom prst="roundRect">
              <a:avLst>
                <a:gd name="adj" fmla="val 9013"/>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1200">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800">
                  <a:solidFill>
                    <a:schemeClr val="dk1"/>
                  </a:solidFill>
                  <a:latin typeface="DS Indigo"/>
                  <a:ea typeface="DS Indigo"/>
                  <a:cs typeface="DS Indigo"/>
                  <a:sym typeface="DS Indigo"/>
                </a:rPr>
                <a:t>Completed</a:t>
              </a:r>
              <a:endParaRPr sz="80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1200" b="1">
                  <a:solidFill>
                    <a:schemeClr val="dk1"/>
                  </a:solidFill>
                  <a:latin typeface="DS Indigo"/>
                  <a:ea typeface="DS Indigo"/>
                  <a:cs typeface="DS Indigo"/>
                  <a:sym typeface="DS Indigo"/>
                </a:rPr>
                <a:t>03/01/22</a:t>
              </a:r>
              <a:endParaRPr sz="1200" b="1">
                <a:solidFill>
                  <a:schemeClr val="dk1"/>
                </a:solidFill>
                <a:latin typeface="DS Indigo"/>
                <a:ea typeface="DS Indigo"/>
                <a:cs typeface="DS Indigo"/>
                <a:sym typeface="DS Indigo"/>
              </a:endParaRPr>
            </a:p>
          </p:txBody>
        </p:sp>
        <p:grpSp>
          <p:nvGrpSpPr>
            <p:cNvPr id="2013" name="Google Shape;2013;p181"/>
            <p:cNvGrpSpPr/>
            <p:nvPr/>
          </p:nvGrpSpPr>
          <p:grpSpPr>
            <a:xfrm>
              <a:off x="441079" y="3149977"/>
              <a:ext cx="246001" cy="246001"/>
              <a:chOff x="441069" y="3258581"/>
              <a:chExt cx="137400" cy="137400"/>
            </a:xfrm>
          </p:grpSpPr>
          <p:sp>
            <p:nvSpPr>
              <p:cNvPr id="2014" name="Google Shape;2014;p181"/>
              <p:cNvSpPr/>
              <p:nvPr/>
            </p:nvSpPr>
            <p:spPr>
              <a:xfrm>
                <a:off x="441069" y="3258581"/>
                <a:ext cx="137400" cy="137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181"/>
              <p:cNvSpPr/>
              <p:nvPr/>
            </p:nvSpPr>
            <p:spPr>
              <a:xfrm>
                <a:off x="479576" y="3305775"/>
                <a:ext cx="60220" cy="40672"/>
              </a:xfrm>
              <a:custGeom>
                <a:avLst/>
                <a:gdLst/>
                <a:ahLst/>
                <a:cxnLst/>
                <a:rect l="l" t="t" r="r" b="b"/>
                <a:pathLst>
                  <a:path w="5992" h="4048" fill="none" extrusionOk="0">
                    <a:moveTo>
                      <a:pt x="0" y="2150"/>
                    </a:moveTo>
                    <a:lnTo>
                      <a:pt x="1967" y="4048"/>
                    </a:lnTo>
                    <a:lnTo>
                      <a:pt x="5991" y="0"/>
                    </a:lnTo>
                  </a:path>
                </a:pathLst>
              </a:custGeom>
              <a:noFill/>
              <a:ln w="28575" cap="flat" cmpd="sng">
                <a:solidFill>
                  <a:srgbClr val="000000"/>
                </a:solidFill>
                <a:prstDash val="solid"/>
                <a:miter lim="22867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19"/>
        <p:cNvGrpSpPr/>
        <p:nvPr/>
      </p:nvGrpSpPr>
      <p:grpSpPr>
        <a:xfrm>
          <a:off x="0" y="0"/>
          <a:ext cx="0" cy="0"/>
          <a:chOff x="0" y="0"/>
          <a:chExt cx="0" cy="0"/>
        </a:xfrm>
      </p:grpSpPr>
      <p:sp>
        <p:nvSpPr>
          <p:cNvPr id="2020" name="Google Shape;2020;p18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48</a:t>
            </a:fld>
            <a:endParaRPr/>
          </a:p>
        </p:txBody>
      </p:sp>
      <p:sp>
        <p:nvSpPr>
          <p:cNvPr id="2021" name="Google Shape;2021;p182"/>
          <p:cNvSpPr txBox="1"/>
          <p:nvPr/>
        </p:nvSpPr>
        <p:spPr>
          <a:xfrm>
            <a:off x="12095550" y="1982175"/>
            <a:ext cx="4167000" cy="4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DS Indigo"/>
              <a:ea typeface="DS Indigo"/>
              <a:cs typeface="DS Indigo"/>
              <a:sym typeface="DS Indigo"/>
            </a:endParaRPr>
          </a:p>
        </p:txBody>
      </p:sp>
      <p:sp>
        <p:nvSpPr>
          <p:cNvPr id="2022" name="Google Shape;2022;p182"/>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Timeline</a:t>
            </a:r>
            <a:endParaRPr/>
          </a:p>
        </p:txBody>
      </p:sp>
      <p:sp>
        <p:nvSpPr>
          <p:cNvPr id="2023" name="Google Shape;2023;p182"/>
          <p:cNvSpPr/>
          <p:nvPr/>
        </p:nvSpPr>
        <p:spPr>
          <a:xfrm>
            <a:off x="799396" y="428829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2021</a:t>
            </a:r>
            <a:endParaRPr sz="800" b="1">
              <a:solidFill>
                <a:schemeClr val="dk1"/>
              </a:solidFill>
              <a:latin typeface="DS Indigo"/>
              <a:ea typeface="DS Indigo"/>
              <a:cs typeface="DS Indigo"/>
              <a:sym typeface="DS Indigo"/>
            </a:endParaRPr>
          </a:p>
        </p:txBody>
      </p:sp>
      <p:sp>
        <p:nvSpPr>
          <p:cNvPr id="2024" name="Google Shape;2024;p182"/>
          <p:cNvSpPr/>
          <p:nvPr/>
        </p:nvSpPr>
        <p:spPr>
          <a:xfrm>
            <a:off x="4256241" y="428829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2022</a:t>
            </a:r>
            <a:endParaRPr sz="800" b="1">
              <a:solidFill>
                <a:schemeClr val="dk1"/>
              </a:solidFill>
              <a:latin typeface="DS Indigo"/>
              <a:ea typeface="DS Indigo"/>
              <a:cs typeface="DS Indigo"/>
              <a:sym typeface="DS Indigo"/>
            </a:endParaRPr>
          </a:p>
        </p:txBody>
      </p:sp>
      <p:sp>
        <p:nvSpPr>
          <p:cNvPr id="2025" name="Google Shape;2025;p182"/>
          <p:cNvSpPr/>
          <p:nvPr/>
        </p:nvSpPr>
        <p:spPr>
          <a:xfrm>
            <a:off x="2527819" y="428829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2021</a:t>
            </a:r>
            <a:endParaRPr sz="800" b="1">
              <a:solidFill>
                <a:schemeClr val="dk1"/>
              </a:solidFill>
              <a:latin typeface="DS Indigo"/>
              <a:ea typeface="DS Indigo"/>
              <a:cs typeface="DS Indigo"/>
              <a:sym typeface="DS Indigo"/>
            </a:endParaRPr>
          </a:p>
        </p:txBody>
      </p:sp>
      <p:sp>
        <p:nvSpPr>
          <p:cNvPr id="2026" name="Google Shape;2026;p182"/>
          <p:cNvSpPr/>
          <p:nvPr/>
        </p:nvSpPr>
        <p:spPr>
          <a:xfrm>
            <a:off x="5984652" y="428829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2023</a:t>
            </a:r>
            <a:endParaRPr sz="800" b="1">
              <a:solidFill>
                <a:schemeClr val="dk1"/>
              </a:solidFill>
              <a:latin typeface="DS Indigo"/>
              <a:ea typeface="DS Indigo"/>
              <a:cs typeface="DS Indigo"/>
              <a:sym typeface="DS Indigo"/>
            </a:endParaRPr>
          </a:p>
        </p:txBody>
      </p:sp>
      <p:sp>
        <p:nvSpPr>
          <p:cNvPr id="2027" name="Google Shape;2027;p182"/>
          <p:cNvSpPr/>
          <p:nvPr/>
        </p:nvSpPr>
        <p:spPr>
          <a:xfrm>
            <a:off x="7713087" y="4288291"/>
            <a:ext cx="631500" cy="375900"/>
          </a:xfrm>
          <a:prstGeom prst="roundRect">
            <a:avLst>
              <a:gd name="adj" fmla="val 5874"/>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800" b="1">
                <a:solidFill>
                  <a:schemeClr val="dk1"/>
                </a:solidFill>
                <a:latin typeface="DS Indigo"/>
                <a:ea typeface="DS Indigo"/>
                <a:cs typeface="DS Indigo"/>
                <a:sym typeface="DS Indigo"/>
              </a:rPr>
              <a:t>2024</a:t>
            </a:r>
            <a:endParaRPr sz="800" b="1">
              <a:solidFill>
                <a:schemeClr val="dk1"/>
              </a:solidFill>
              <a:latin typeface="DS Indigo"/>
              <a:ea typeface="DS Indigo"/>
              <a:cs typeface="DS Indigo"/>
              <a:sym typeface="DS Indigo"/>
            </a:endParaRPr>
          </a:p>
        </p:txBody>
      </p:sp>
      <p:cxnSp>
        <p:nvCxnSpPr>
          <p:cNvPr id="2028" name="Google Shape;2028;p182"/>
          <p:cNvCxnSpPr/>
          <p:nvPr/>
        </p:nvCxnSpPr>
        <p:spPr>
          <a:xfrm>
            <a:off x="-8780" y="4233850"/>
            <a:ext cx="9172200" cy="0"/>
          </a:xfrm>
          <a:prstGeom prst="straightConnector1">
            <a:avLst/>
          </a:prstGeom>
          <a:noFill/>
          <a:ln w="9525" cap="flat" cmpd="sng">
            <a:solidFill>
              <a:schemeClr val="dk1"/>
            </a:solidFill>
            <a:prstDash val="solid"/>
            <a:round/>
            <a:headEnd type="none" w="med" len="med"/>
            <a:tailEnd type="none" w="med" len="med"/>
          </a:ln>
        </p:spPr>
      </p:cxnSp>
      <p:cxnSp>
        <p:nvCxnSpPr>
          <p:cNvPr id="2029" name="Google Shape;2029;p182"/>
          <p:cNvCxnSpPr/>
          <p:nvPr/>
        </p:nvCxnSpPr>
        <p:spPr>
          <a:xfrm rot="10800000">
            <a:off x="1115150" y="2860822"/>
            <a:ext cx="0" cy="1368600"/>
          </a:xfrm>
          <a:prstGeom prst="straightConnector1">
            <a:avLst/>
          </a:prstGeom>
          <a:noFill/>
          <a:ln w="9525" cap="flat" cmpd="sng">
            <a:solidFill>
              <a:schemeClr val="dk1"/>
            </a:solidFill>
            <a:prstDash val="solid"/>
            <a:round/>
            <a:headEnd type="none" w="med" len="med"/>
            <a:tailEnd type="none" w="med" len="med"/>
          </a:ln>
        </p:spPr>
      </p:cxnSp>
      <p:cxnSp>
        <p:nvCxnSpPr>
          <p:cNvPr id="2030" name="Google Shape;2030;p182"/>
          <p:cNvCxnSpPr/>
          <p:nvPr/>
        </p:nvCxnSpPr>
        <p:spPr>
          <a:xfrm rot="10800000">
            <a:off x="2843575" y="2860822"/>
            <a:ext cx="0" cy="1368600"/>
          </a:xfrm>
          <a:prstGeom prst="straightConnector1">
            <a:avLst/>
          </a:prstGeom>
          <a:noFill/>
          <a:ln w="9525" cap="flat" cmpd="sng">
            <a:solidFill>
              <a:schemeClr val="dk1"/>
            </a:solidFill>
            <a:prstDash val="solid"/>
            <a:round/>
            <a:headEnd type="none" w="med" len="med"/>
            <a:tailEnd type="none" w="med" len="med"/>
          </a:ln>
        </p:spPr>
      </p:cxnSp>
      <p:cxnSp>
        <p:nvCxnSpPr>
          <p:cNvPr id="2031" name="Google Shape;2031;p182"/>
          <p:cNvCxnSpPr/>
          <p:nvPr/>
        </p:nvCxnSpPr>
        <p:spPr>
          <a:xfrm rot="10800000">
            <a:off x="4577325" y="2860822"/>
            <a:ext cx="0" cy="1368600"/>
          </a:xfrm>
          <a:prstGeom prst="straightConnector1">
            <a:avLst/>
          </a:prstGeom>
          <a:noFill/>
          <a:ln w="9525" cap="flat" cmpd="sng">
            <a:solidFill>
              <a:schemeClr val="dk1"/>
            </a:solidFill>
            <a:prstDash val="solid"/>
            <a:round/>
            <a:headEnd type="none" w="med" len="med"/>
            <a:tailEnd type="none" w="med" len="med"/>
          </a:ln>
        </p:spPr>
      </p:cxnSp>
      <p:cxnSp>
        <p:nvCxnSpPr>
          <p:cNvPr id="2032" name="Google Shape;2032;p182"/>
          <p:cNvCxnSpPr/>
          <p:nvPr/>
        </p:nvCxnSpPr>
        <p:spPr>
          <a:xfrm rot="10800000">
            <a:off x="6300425" y="2860822"/>
            <a:ext cx="0" cy="1368600"/>
          </a:xfrm>
          <a:prstGeom prst="straightConnector1">
            <a:avLst/>
          </a:prstGeom>
          <a:noFill/>
          <a:ln w="9525" cap="flat" cmpd="sng">
            <a:solidFill>
              <a:schemeClr val="dk1"/>
            </a:solidFill>
            <a:prstDash val="solid"/>
            <a:round/>
            <a:headEnd type="none" w="med" len="med"/>
            <a:tailEnd type="none" w="med" len="med"/>
          </a:ln>
        </p:spPr>
      </p:cxnSp>
      <p:cxnSp>
        <p:nvCxnSpPr>
          <p:cNvPr id="2033" name="Google Shape;2033;p182"/>
          <p:cNvCxnSpPr/>
          <p:nvPr/>
        </p:nvCxnSpPr>
        <p:spPr>
          <a:xfrm rot="10800000">
            <a:off x="8028825" y="2860822"/>
            <a:ext cx="0" cy="1368600"/>
          </a:xfrm>
          <a:prstGeom prst="straightConnector1">
            <a:avLst/>
          </a:prstGeom>
          <a:noFill/>
          <a:ln w="9525" cap="flat" cmpd="sng">
            <a:solidFill>
              <a:schemeClr val="dk1"/>
            </a:solidFill>
            <a:prstDash val="solid"/>
            <a:round/>
            <a:headEnd type="none" w="med" len="med"/>
            <a:tailEnd type="none" w="med" len="med"/>
          </a:ln>
        </p:spPr>
      </p:cxnSp>
      <p:sp>
        <p:nvSpPr>
          <p:cNvPr id="2034" name="Google Shape;2034;p182"/>
          <p:cNvSpPr/>
          <p:nvPr/>
        </p:nvSpPr>
        <p:spPr>
          <a:xfrm>
            <a:off x="342900" y="1416550"/>
            <a:ext cx="1473000" cy="2646300"/>
          </a:xfrm>
          <a:prstGeom prst="roundRect">
            <a:avLst>
              <a:gd name="adj" fmla="val 9013"/>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800" b="1">
                <a:solidFill>
                  <a:schemeClr val="dk1"/>
                </a:solidFill>
                <a:latin typeface="DS Indigo"/>
                <a:ea typeface="DS Indigo"/>
                <a:cs typeface="DS Indigo"/>
                <a:sym typeface="DS Indigo"/>
              </a:rPr>
              <a:t>April 2021</a:t>
            </a:r>
            <a:endParaRPr sz="800" b="1">
              <a:solidFill>
                <a:schemeClr val="dk1"/>
              </a:solidFill>
              <a:latin typeface="DS Indigo"/>
              <a:ea typeface="DS Indigo"/>
              <a:cs typeface="DS Indigo"/>
              <a:sym typeface="DS Indigo"/>
            </a:endParaRPr>
          </a:p>
          <a:p>
            <a:pPr marL="0" lvl="0" indent="0" algn="l" rtl="0">
              <a:spcBef>
                <a:spcPts val="300"/>
              </a:spcBef>
              <a:spcAft>
                <a:spcPts val="0"/>
              </a:spcAft>
              <a:buClr>
                <a:schemeClr val="dk1"/>
              </a:buClr>
              <a:buSzPts val="1100"/>
              <a:buFont typeface="Arial"/>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None/>
            </a:pPr>
            <a:r>
              <a:rPr lang="en" sz="800">
                <a:solidFill>
                  <a:schemeClr val="dk1"/>
                </a:solidFill>
                <a:latin typeface="DS Indigo"/>
                <a:ea typeface="DS Indigo"/>
                <a:cs typeface="DS Indigo"/>
                <a:sym typeface="DS Indigo"/>
              </a:rPr>
              <a:t>Lorem ipsum dolor sit amet, consectetur adipiscing elit.</a:t>
            </a:r>
            <a:endParaRPr sz="800">
              <a:solidFill>
                <a:schemeClr val="dk1"/>
              </a:solidFill>
              <a:latin typeface="DS Indigo"/>
              <a:ea typeface="DS Indigo"/>
              <a:cs typeface="DS Indigo"/>
              <a:sym typeface="DS Indigo"/>
            </a:endParaRPr>
          </a:p>
          <a:p>
            <a:pPr marL="0" lvl="0" indent="0" algn="l" rtl="0">
              <a:lnSpc>
                <a:spcPct val="120000"/>
              </a:lnSpc>
              <a:spcBef>
                <a:spcPts val="300"/>
              </a:spcBef>
              <a:spcAft>
                <a:spcPts val="0"/>
              </a:spcAft>
              <a:buNone/>
            </a:pPr>
            <a:endParaRPr sz="800">
              <a:solidFill>
                <a:schemeClr val="dk1"/>
              </a:solidFill>
              <a:latin typeface="DS Indigo"/>
              <a:ea typeface="DS Indigo"/>
              <a:cs typeface="DS Indigo"/>
              <a:sym typeface="DS Indigo"/>
            </a:endParaRPr>
          </a:p>
          <a:p>
            <a:pPr marL="0" lvl="0" indent="0" algn="l" rtl="0">
              <a:spcBef>
                <a:spcPts val="0"/>
              </a:spcBef>
              <a:spcAft>
                <a:spcPts val="0"/>
              </a:spcAft>
              <a:buNone/>
            </a:pPr>
            <a:r>
              <a:rPr lang="en" sz="800" b="1">
                <a:solidFill>
                  <a:schemeClr val="dk1"/>
                </a:solidFill>
                <a:latin typeface="DS Indigo"/>
                <a:ea typeface="DS Indigo"/>
                <a:cs typeface="DS Indigo"/>
                <a:sym typeface="DS Indigo"/>
              </a:rPr>
              <a:t>October 2021</a:t>
            </a:r>
            <a:endParaRPr sz="800" b="1">
              <a:solidFill>
                <a:schemeClr val="dk1"/>
              </a:solidFill>
              <a:latin typeface="DS Indigo"/>
              <a:ea typeface="DS Indigo"/>
              <a:cs typeface="DS Indigo"/>
              <a:sym typeface="DS Indigo"/>
            </a:endParaRPr>
          </a:p>
          <a:p>
            <a:pPr marL="0" lvl="0" indent="0" algn="l" rtl="0">
              <a:spcBef>
                <a:spcPts val="300"/>
              </a:spcBef>
              <a:spcAft>
                <a:spcPts val="0"/>
              </a:spcAft>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Clr>
                <a:schemeClr val="dk1"/>
              </a:buClr>
              <a:buSzPts val="1100"/>
              <a:buFont typeface="Arial"/>
              <a:buNone/>
            </a:pPr>
            <a:r>
              <a:rPr lang="en" sz="800">
                <a:solidFill>
                  <a:schemeClr val="dk1"/>
                </a:solidFill>
                <a:latin typeface="DS Indigo"/>
                <a:ea typeface="DS Indigo"/>
                <a:cs typeface="DS Indigo"/>
                <a:sym typeface="DS Indigo"/>
              </a:rPr>
              <a:t>Lorem ipsum dolor sit amet, consectetur adipiscing elit.</a:t>
            </a:r>
            <a:endParaRPr sz="800">
              <a:solidFill>
                <a:schemeClr val="dk1"/>
              </a:solidFill>
              <a:latin typeface="DS Indigo"/>
              <a:ea typeface="DS Indigo"/>
              <a:cs typeface="DS Indigo"/>
              <a:sym typeface="DS Indigo"/>
            </a:endParaRPr>
          </a:p>
        </p:txBody>
      </p:sp>
      <p:sp>
        <p:nvSpPr>
          <p:cNvPr id="2035" name="Google Shape;2035;p182"/>
          <p:cNvSpPr/>
          <p:nvPr/>
        </p:nvSpPr>
        <p:spPr>
          <a:xfrm>
            <a:off x="2073991" y="1416550"/>
            <a:ext cx="1473000" cy="2646300"/>
          </a:xfrm>
          <a:prstGeom prst="roundRect">
            <a:avLst>
              <a:gd name="adj" fmla="val 9013"/>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DS Indigo"/>
                <a:ea typeface="DS Indigo"/>
                <a:cs typeface="DS Indigo"/>
                <a:sym typeface="DS Indigo"/>
              </a:rPr>
              <a:t>September 2022</a:t>
            </a:r>
            <a:endParaRPr sz="800" b="1">
              <a:solidFill>
                <a:schemeClr val="dk1"/>
              </a:solidFill>
              <a:latin typeface="DS Indigo"/>
              <a:ea typeface="DS Indigo"/>
              <a:cs typeface="DS Indigo"/>
              <a:sym typeface="DS Indigo"/>
            </a:endParaRPr>
          </a:p>
          <a:p>
            <a:pPr marL="0" lvl="0" indent="0" algn="l" rtl="0">
              <a:spcBef>
                <a:spcPts val="300"/>
              </a:spcBef>
              <a:spcAft>
                <a:spcPts val="0"/>
              </a:spcAft>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None/>
            </a:pPr>
            <a:r>
              <a:rPr lang="en" sz="800">
                <a:solidFill>
                  <a:schemeClr val="dk1"/>
                </a:solidFill>
                <a:latin typeface="DS Indigo"/>
                <a:ea typeface="DS Indigo"/>
                <a:cs typeface="DS Indigo"/>
                <a:sym typeface="DS Indigo"/>
              </a:rPr>
              <a:t>Lorem ipsum dolor sit amet, consectetur adipiscing elit.</a:t>
            </a:r>
            <a:endParaRPr sz="800" b="1">
              <a:solidFill>
                <a:schemeClr val="dk1"/>
              </a:solidFill>
              <a:latin typeface="DS Indigo"/>
              <a:ea typeface="DS Indigo"/>
              <a:cs typeface="DS Indigo"/>
              <a:sym typeface="DS Indigo"/>
            </a:endParaRPr>
          </a:p>
        </p:txBody>
      </p:sp>
      <p:sp>
        <p:nvSpPr>
          <p:cNvPr id="2036" name="Google Shape;2036;p182"/>
          <p:cNvSpPr/>
          <p:nvPr/>
        </p:nvSpPr>
        <p:spPr>
          <a:xfrm>
            <a:off x="3799744" y="1416550"/>
            <a:ext cx="1473000" cy="2646300"/>
          </a:xfrm>
          <a:prstGeom prst="roundRect">
            <a:avLst>
              <a:gd name="adj" fmla="val 9013"/>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DS Indigo"/>
                <a:ea typeface="DS Indigo"/>
                <a:cs typeface="DS Indigo"/>
                <a:sym typeface="DS Indigo"/>
              </a:rPr>
              <a:t>February 2022</a:t>
            </a:r>
            <a:endParaRPr sz="800" b="1">
              <a:solidFill>
                <a:schemeClr val="dk1"/>
              </a:solidFill>
              <a:latin typeface="DS Indigo"/>
              <a:ea typeface="DS Indigo"/>
              <a:cs typeface="DS Indigo"/>
              <a:sym typeface="DS Indigo"/>
            </a:endParaRPr>
          </a:p>
          <a:p>
            <a:pPr marL="0" lvl="0" indent="0" algn="l" rtl="0">
              <a:spcBef>
                <a:spcPts val="300"/>
              </a:spcBef>
              <a:spcAft>
                <a:spcPts val="0"/>
              </a:spcAft>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None/>
            </a:pPr>
            <a:r>
              <a:rPr lang="en" sz="800">
                <a:solidFill>
                  <a:schemeClr val="dk1"/>
                </a:solidFill>
                <a:latin typeface="DS Indigo"/>
                <a:ea typeface="DS Indigo"/>
                <a:cs typeface="DS Indigo"/>
                <a:sym typeface="DS Indigo"/>
              </a:rPr>
              <a:t>Lorem ipsum dolor sit amet, consectetur adipiscing elit.</a:t>
            </a:r>
            <a:endParaRPr sz="800">
              <a:solidFill>
                <a:schemeClr val="dk1"/>
              </a:solidFill>
              <a:latin typeface="DS Indigo"/>
              <a:ea typeface="DS Indigo"/>
              <a:cs typeface="DS Indigo"/>
              <a:sym typeface="DS Indigo"/>
            </a:endParaRPr>
          </a:p>
          <a:p>
            <a:pPr marL="0" lvl="0" indent="0" algn="l" rtl="0">
              <a:lnSpc>
                <a:spcPct val="120000"/>
              </a:lnSpc>
              <a:spcBef>
                <a:spcPts val="300"/>
              </a:spcBef>
              <a:spcAft>
                <a:spcPts val="0"/>
              </a:spcAft>
              <a:buNone/>
            </a:pPr>
            <a:endParaRPr sz="800">
              <a:solidFill>
                <a:schemeClr val="dk1"/>
              </a:solidFill>
              <a:latin typeface="DS Indigo"/>
              <a:ea typeface="DS Indigo"/>
              <a:cs typeface="DS Indigo"/>
              <a:sym typeface="DS Indigo"/>
            </a:endParaRPr>
          </a:p>
          <a:p>
            <a:pPr marL="0" lvl="0" indent="0" algn="l" rtl="0">
              <a:spcBef>
                <a:spcPts val="0"/>
              </a:spcBef>
              <a:spcAft>
                <a:spcPts val="0"/>
              </a:spcAft>
              <a:buNone/>
            </a:pPr>
            <a:r>
              <a:rPr lang="en" sz="800" b="1">
                <a:solidFill>
                  <a:schemeClr val="dk1"/>
                </a:solidFill>
                <a:latin typeface="DS Indigo"/>
                <a:ea typeface="DS Indigo"/>
                <a:cs typeface="DS Indigo"/>
                <a:sym typeface="DS Indigo"/>
              </a:rPr>
              <a:t>August 2022</a:t>
            </a:r>
            <a:endParaRPr sz="800" b="1">
              <a:solidFill>
                <a:schemeClr val="dk1"/>
              </a:solidFill>
              <a:latin typeface="DS Indigo"/>
              <a:ea typeface="DS Indigo"/>
              <a:cs typeface="DS Indigo"/>
              <a:sym typeface="DS Indigo"/>
            </a:endParaRPr>
          </a:p>
          <a:p>
            <a:pPr marL="0" lvl="0" indent="0" algn="l" rtl="0">
              <a:spcBef>
                <a:spcPts val="300"/>
              </a:spcBef>
              <a:spcAft>
                <a:spcPts val="0"/>
              </a:spcAft>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None/>
            </a:pPr>
            <a:r>
              <a:rPr lang="en" sz="800">
                <a:solidFill>
                  <a:schemeClr val="dk1"/>
                </a:solidFill>
                <a:latin typeface="DS Indigo"/>
                <a:ea typeface="DS Indigo"/>
                <a:cs typeface="DS Indigo"/>
                <a:sym typeface="DS Indigo"/>
              </a:rPr>
              <a:t>Lorem ipsum dolor sit amet, consectetur adipiscing elit.</a:t>
            </a:r>
            <a:endParaRPr sz="800">
              <a:solidFill>
                <a:schemeClr val="dk1"/>
              </a:solidFill>
              <a:latin typeface="DS Indigo"/>
              <a:ea typeface="DS Indigo"/>
              <a:cs typeface="DS Indigo"/>
              <a:sym typeface="DS Indigo"/>
            </a:endParaRPr>
          </a:p>
        </p:txBody>
      </p:sp>
      <p:sp>
        <p:nvSpPr>
          <p:cNvPr id="2037" name="Google Shape;2037;p182"/>
          <p:cNvSpPr/>
          <p:nvPr/>
        </p:nvSpPr>
        <p:spPr>
          <a:xfrm>
            <a:off x="5530822" y="1416550"/>
            <a:ext cx="1473000" cy="2646300"/>
          </a:xfrm>
          <a:prstGeom prst="roundRect">
            <a:avLst>
              <a:gd name="adj" fmla="val 9013"/>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DS Indigo"/>
                <a:ea typeface="DS Indigo"/>
                <a:cs typeface="DS Indigo"/>
                <a:sym typeface="DS Indigo"/>
              </a:rPr>
              <a:t>January 2023</a:t>
            </a:r>
            <a:endParaRPr sz="800" b="1">
              <a:solidFill>
                <a:schemeClr val="dk1"/>
              </a:solidFill>
              <a:latin typeface="DS Indigo"/>
              <a:ea typeface="DS Indigo"/>
              <a:cs typeface="DS Indigo"/>
              <a:sym typeface="DS Indigo"/>
            </a:endParaRPr>
          </a:p>
          <a:p>
            <a:pPr marL="0" lvl="0" indent="0" algn="l" rtl="0">
              <a:spcBef>
                <a:spcPts val="300"/>
              </a:spcBef>
              <a:spcAft>
                <a:spcPts val="0"/>
              </a:spcAft>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None/>
            </a:pPr>
            <a:r>
              <a:rPr lang="en" sz="800">
                <a:solidFill>
                  <a:schemeClr val="dk1"/>
                </a:solidFill>
                <a:latin typeface="DS Indigo"/>
                <a:ea typeface="DS Indigo"/>
                <a:cs typeface="DS Indigo"/>
                <a:sym typeface="DS Indigo"/>
              </a:rPr>
              <a:t>Lorem ipsum dolor sit amet, consectetur adipiscing elit.</a:t>
            </a:r>
            <a:endParaRPr sz="800">
              <a:solidFill>
                <a:schemeClr val="dk1"/>
              </a:solidFill>
              <a:latin typeface="DS Indigo"/>
              <a:ea typeface="DS Indigo"/>
              <a:cs typeface="DS Indigo"/>
              <a:sym typeface="DS Indigo"/>
            </a:endParaRPr>
          </a:p>
          <a:p>
            <a:pPr marL="0" lvl="0" indent="0" algn="l" rtl="0">
              <a:lnSpc>
                <a:spcPct val="120000"/>
              </a:lnSpc>
              <a:spcBef>
                <a:spcPts val="300"/>
              </a:spcBef>
              <a:spcAft>
                <a:spcPts val="0"/>
              </a:spcAft>
              <a:buNone/>
            </a:pPr>
            <a:endParaRPr sz="800">
              <a:solidFill>
                <a:schemeClr val="dk1"/>
              </a:solidFill>
              <a:latin typeface="DS Indigo"/>
              <a:ea typeface="DS Indigo"/>
              <a:cs typeface="DS Indigo"/>
              <a:sym typeface="DS Indigo"/>
            </a:endParaRPr>
          </a:p>
          <a:p>
            <a:pPr marL="0" lvl="0" indent="0" algn="l" rtl="0">
              <a:spcBef>
                <a:spcPts val="0"/>
              </a:spcBef>
              <a:spcAft>
                <a:spcPts val="0"/>
              </a:spcAft>
              <a:buNone/>
            </a:pPr>
            <a:r>
              <a:rPr lang="en" sz="800" b="1">
                <a:solidFill>
                  <a:schemeClr val="dk1"/>
                </a:solidFill>
                <a:latin typeface="DS Indigo"/>
                <a:ea typeface="DS Indigo"/>
                <a:cs typeface="DS Indigo"/>
                <a:sym typeface="DS Indigo"/>
              </a:rPr>
              <a:t>August 2023</a:t>
            </a:r>
            <a:endParaRPr sz="800" b="1">
              <a:solidFill>
                <a:schemeClr val="dk1"/>
              </a:solidFill>
              <a:latin typeface="DS Indigo"/>
              <a:ea typeface="DS Indigo"/>
              <a:cs typeface="DS Indigo"/>
              <a:sym typeface="DS Indigo"/>
            </a:endParaRPr>
          </a:p>
          <a:p>
            <a:pPr marL="0" lvl="0" indent="0" algn="l" rtl="0">
              <a:spcBef>
                <a:spcPts val="300"/>
              </a:spcBef>
              <a:spcAft>
                <a:spcPts val="0"/>
              </a:spcAft>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None/>
            </a:pPr>
            <a:r>
              <a:rPr lang="en" sz="800">
                <a:solidFill>
                  <a:schemeClr val="dk1"/>
                </a:solidFill>
                <a:latin typeface="DS Indigo"/>
                <a:ea typeface="DS Indigo"/>
                <a:cs typeface="DS Indigo"/>
                <a:sym typeface="DS Indigo"/>
              </a:rPr>
              <a:t>Lorem ipsum dolor sit amet, consectetur adipiscing elit.</a:t>
            </a:r>
            <a:endParaRPr sz="800">
              <a:solidFill>
                <a:schemeClr val="dk1"/>
              </a:solidFill>
              <a:latin typeface="DS Indigo"/>
              <a:ea typeface="DS Indigo"/>
              <a:cs typeface="DS Indigo"/>
              <a:sym typeface="DS Indigo"/>
            </a:endParaRPr>
          </a:p>
        </p:txBody>
      </p:sp>
      <p:sp>
        <p:nvSpPr>
          <p:cNvPr id="2038" name="Google Shape;2038;p182"/>
          <p:cNvSpPr/>
          <p:nvPr/>
        </p:nvSpPr>
        <p:spPr>
          <a:xfrm>
            <a:off x="7303000" y="1416550"/>
            <a:ext cx="1473000" cy="2646300"/>
          </a:xfrm>
          <a:prstGeom prst="roundRect">
            <a:avLst>
              <a:gd name="adj" fmla="val 9013"/>
            </a:avLst>
          </a:prstGeom>
          <a:solidFill>
            <a:schemeClr val="lt1"/>
          </a:solidFill>
          <a:ln w="19050" cap="flat" cmpd="sng">
            <a:solidFill>
              <a:schemeClr val="accent1"/>
            </a:solidFill>
            <a:prstDash val="dot"/>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800" b="1">
                <a:solidFill>
                  <a:schemeClr val="dk1"/>
                </a:solidFill>
                <a:latin typeface="DS Indigo"/>
                <a:ea typeface="DS Indigo"/>
                <a:cs typeface="DS Indigo"/>
                <a:sym typeface="DS Indigo"/>
              </a:rPr>
              <a:t>July 2024</a:t>
            </a:r>
            <a:endParaRPr sz="800" b="1">
              <a:solidFill>
                <a:schemeClr val="dk1"/>
              </a:solidFill>
              <a:latin typeface="DS Indigo"/>
              <a:ea typeface="DS Indigo"/>
              <a:cs typeface="DS Indigo"/>
              <a:sym typeface="DS Indigo"/>
            </a:endParaRPr>
          </a:p>
          <a:p>
            <a:pPr marL="0" lvl="0" indent="0" algn="l" rtl="0">
              <a:spcBef>
                <a:spcPts val="300"/>
              </a:spcBef>
              <a:spcAft>
                <a:spcPts val="0"/>
              </a:spcAft>
              <a:buClr>
                <a:schemeClr val="dk1"/>
              </a:buClr>
              <a:buSzPts val="1100"/>
              <a:buFont typeface="Arial"/>
              <a:buNone/>
            </a:pPr>
            <a:r>
              <a:rPr lang="en" sz="1200">
                <a:solidFill>
                  <a:schemeClr val="dk1"/>
                </a:solidFill>
                <a:latin typeface="DS Indigo SemiBold"/>
                <a:ea typeface="DS Indigo SemiBold"/>
                <a:cs typeface="DS Indigo SemiBold"/>
                <a:sym typeface="DS Indigo SemiBold"/>
              </a:rPr>
              <a:t>Milestone(s)</a:t>
            </a:r>
            <a:endParaRPr sz="1200">
              <a:solidFill>
                <a:schemeClr val="dk1"/>
              </a:solidFill>
              <a:latin typeface="DS Indigo SemiBold"/>
              <a:ea typeface="DS Indigo SemiBold"/>
              <a:cs typeface="DS Indigo SemiBold"/>
              <a:sym typeface="DS Indigo SemiBold"/>
            </a:endParaRPr>
          </a:p>
          <a:p>
            <a:pPr marL="0" lvl="0" indent="0" algn="l" rtl="0">
              <a:lnSpc>
                <a:spcPct val="120000"/>
              </a:lnSpc>
              <a:spcBef>
                <a:spcPts val="300"/>
              </a:spcBef>
              <a:spcAft>
                <a:spcPts val="0"/>
              </a:spcAft>
              <a:buNone/>
            </a:pPr>
            <a:r>
              <a:rPr lang="en" sz="800">
                <a:solidFill>
                  <a:schemeClr val="dk1"/>
                </a:solidFill>
                <a:latin typeface="DS Indigo"/>
                <a:ea typeface="DS Indigo"/>
                <a:cs typeface="DS Indigo"/>
                <a:sym typeface="DS Indigo"/>
              </a:rPr>
              <a:t>Lorem ipsum dolor sit amet, consectetur adipiscing elit. Ut porta euismod ante, sed gravida arcu cursus eget.</a:t>
            </a:r>
            <a:endParaRPr sz="1200">
              <a:latin typeface="DS Indigo SemiBold"/>
              <a:ea typeface="DS Indigo SemiBold"/>
              <a:cs typeface="DS Indigo SemiBold"/>
              <a:sym typeface="DS Indigo SemiBo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42"/>
        <p:cNvGrpSpPr/>
        <p:nvPr/>
      </p:nvGrpSpPr>
      <p:grpSpPr>
        <a:xfrm>
          <a:off x="0" y="0"/>
          <a:ext cx="0" cy="0"/>
          <a:chOff x="0" y="0"/>
          <a:chExt cx="0" cy="0"/>
        </a:xfrm>
      </p:grpSpPr>
      <p:sp>
        <p:nvSpPr>
          <p:cNvPr id="2043" name="Google Shape;2043;p18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49</a:t>
            </a:fld>
            <a:endParaRPr/>
          </a:p>
        </p:txBody>
      </p:sp>
      <p:sp>
        <p:nvSpPr>
          <p:cNvPr id="2044" name="Google Shape;2044;p183"/>
          <p:cNvSpPr txBox="1">
            <a:spLocks noGrp="1"/>
          </p:cNvSpPr>
          <p:nvPr>
            <p:ph type="title"/>
          </p:nvPr>
        </p:nvSpPr>
        <p:spPr>
          <a:xfrm>
            <a:off x="1066825" y="1025625"/>
            <a:ext cx="6930300" cy="22071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A chip on the shoulder is too heavy a piece of baggage to carry through life.</a:t>
            </a:r>
            <a:endParaRPr/>
          </a:p>
        </p:txBody>
      </p:sp>
      <p:sp>
        <p:nvSpPr>
          <p:cNvPr id="2045" name="Google Shape;2045;p183"/>
          <p:cNvSpPr txBox="1">
            <a:spLocks noGrp="1"/>
          </p:cNvSpPr>
          <p:nvPr>
            <p:ph type="subTitle" idx="1"/>
          </p:nvPr>
        </p:nvSpPr>
        <p:spPr>
          <a:xfrm>
            <a:off x="1066825" y="3780938"/>
            <a:ext cx="55884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600"/>
              <a:t>John Hancock</a:t>
            </a:r>
            <a:endParaRPr sz="1600"/>
          </a:p>
        </p:txBody>
      </p:sp>
      <p:sp>
        <p:nvSpPr>
          <p:cNvPr id="2046" name="Google Shape;2046;p18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49</a:t>
            </a:fld>
            <a:endParaRPr>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50"/>
        <p:cNvGrpSpPr/>
        <p:nvPr/>
      </p:nvGrpSpPr>
      <p:grpSpPr>
        <a:xfrm>
          <a:off x="0" y="0"/>
          <a:ext cx="0" cy="0"/>
          <a:chOff x="0" y="0"/>
          <a:chExt cx="0" cy="0"/>
        </a:xfrm>
      </p:grpSpPr>
      <p:sp>
        <p:nvSpPr>
          <p:cNvPr id="2051" name="Google Shape;2051;p18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50</a:t>
            </a:fld>
            <a:endParaRPr/>
          </a:p>
        </p:txBody>
      </p:sp>
      <p:sp>
        <p:nvSpPr>
          <p:cNvPr id="2052" name="Google Shape;2052;p184"/>
          <p:cNvSpPr txBox="1">
            <a:spLocks noGrp="1"/>
          </p:cNvSpPr>
          <p:nvPr>
            <p:ph type="title"/>
          </p:nvPr>
        </p:nvSpPr>
        <p:spPr>
          <a:xfrm>
            <a:off x="807850" y="1645072"/>
            <a:ext cx="7258200" cy="15381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A chip on the shoulder is too heavy a piece of baggage to carry through life.</a:t>
            </a:r>
            <a:endParaRPr>
              <a:solidFill>
                <a:schemeClr val="accent3"/>
              </a:solidFill>
            </a:endParaRPr>
          </a:p>
        </p:txBody>
      </p:sp>
      <p:sp>
        <p:nvSpPr>
          <p:cNvPr id="2053" name="Google Shape;2053;p184"/>
          <p:cNvSpPr txBox="1">
            <a:spLocks noGrp="1"/>
          </p:cNvSpPr>
          <p:nvPr>
            <p:ph type="subTitle" idx="1"/>
          </p:nvPr>
        </p:nvSpPr>
        <p:spPr>
          <a:xfrm>
            <a:off x="807850" y="3684400"/>
            <a:ext cx="7258200" cy="271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600"/>
              <a:t>John Hancock</a:t>
            </a:r>
            <a:endParaRPr sz="1600"/>
          </a:p>
        </p:txBody>
      </p:sp>
      <p:sp>
        <p:nvSpPr>
          <p:cNvPr id="2054" name="Google Shape;2054;p18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50</a:t>
            </a:fld>
            <a:endParaRPr>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58"/>
        <p:cNvGrpSpPr/>
        <p:nvPr/>
      </p:nvGrpSpPr>
      <p:grpSpPr>
        <a:xfrm>
          <a:off x="0" y="0"/>
          <a:ext cx="0" cy="0"/>
          <a:chOff x="0" y="0"/>
          <a:chExt cx="0" cy="0"/>
        </a:xfrm>
      </p:grpSpPr>
      <p:sp>
        <p:nvSpPr>
          <p:cNvPr id="2059" name="Google Shape;2059;p18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51</a:t>
            </a:fld>
            <a:endParaRPr/>
          </a:p>
        </p:txBody>
      </p:sp>
      <p:sp>
        <p:nvSpPr>
          <p:cNvPr id="2060" name="Google Shape;2060;p185"/>
          <p:cNvSpPr txBox="1">
            <a:spLocks noGrp="1"/>
          </p:cNvSpPr>
          <p:nvPr>
            <p:ph type="title"/>
          </p:nvPr>
        </p:nvSpPr>
        <p:spPr>
          <a:xfrm>
            <a:off x="807850" y="1645072"/>
            <a:ext cx="7258200" cy="15381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A chip on the shoulder is too heavy a piece of baggage to carry through life.</a:t>
            </a:r>
            <a:endParaRPr>
              <a:solidFill>
                <a:schemeClr val="accent3"/>
              </a:solidFill>
            </a:endParaRPr>
          </a:p>
        </p:txBody>
      </p:sp>
      <p:sp>
        <p:nvSpPr>
          <p:cNvPr id="2061" name="Google Shape;2061;p185"/>
          <p:cNvSpPr txBox="1">
            <a:spLocks noGrp="1"/>
          </p:cNvSpPr>
          <p:nvPr>
            <p:ph type="subTitle" idx="1"/>
          </p:nvPr>
        </p:nvSpPr>
        <p:spPr>
          <a:xfrm>
            <a:off x="807850" y="3684400"/>
            <a:ext cx="7258200" cy="271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600"/>
              <a:t>John Hancock</a:t>
            </a:r>
            <a:endParaRPr sz="1600"/>
          </a:p>
        </p:txBody>
      </p:sp>
      <p:sp>
        <p:nvSpPr>
          <p:cNvPr id="2062" name="Google Shape;2062;p185"/>
          <p:cNvSpPr txBox="1">
            <a:spLocks noGrp="1"/>
          </p:cNvSpPr>
          <p:nvPr>
            <p:ph type="sldNum" idx="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66"/>
        <p:cNvGrpSpPr/>
        <p:nvPr/>
      </p:nvGrpSpPr>
      <p:grpSpPr>
        <a:xfrm>
          <a:off x="0" y="0"/>
          <a:ext cx="0" cy="0"/>
          <a:chOff x="0" y="0"/>
          <a:chExt cx="0" cy="0"/>
        </a:xfrm>
      </p:grpSpPr>
      <p:sp>
        <p:nvSpPr>
          <p:cNvPr id="2067" name="Google Shape;2067;p186"/>
          <p:cNvSpPr txBox="1">
            <a:spLocks noGrp="1"/>
          </p:cNvSpPr>
          <p:nvPr>
            <p:ph type="title"/>
          </p:nvPr>
        </p:nvSpPr>
        <p:spPr>
          <a:xfrm>
            <a:off x="800050" y="2338200"/>
            <a:ext cx="7543800" cy="4671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a:t>Demo</a:t>
            </a:r>
            <a:endParaRPr/>
          </a:p>
        </p:txBody>
      </p:sp>
      <p:sp>
        <p:nvSpPr>
          <p:cNvPr id="2068" name="Google Shape;2068;p18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52</a:t>
            </a:fld>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72"/>
        <p:cNvGrpSpPr/>
        <p:nvPr/>
      </p:nvGrpSpPr>
      <p:grpSpPr>
        <a:xfrm>
          <a:off x="0" y="0"/>
          <a:ext cx="0" cy="0"/>
          <a:chOff x="0" y="0"/>
          <a:chExt cx="0" cy="0"/>
        </a:xfrm>
      </p:grpSpPr>
      <p:sp>
        <p:nvSpPr>
          <p:cNvPr id="2073" name="Google Shape;2073;p18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53</a:t>
            </a:fld>
            <a:endParaRPr>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77"/>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81"/>
        <p:cNvGrpSpPr/>
        <p:nvPr/>
      </p:nvGrpSpPr>
      <p:grpSpPr>
        <a:xfrm>
          <a:off x="0" y="0"/>
          <a:ext cx="0" cy="0"/>
          <a:chOff x="0" y="0"/>
          <a:chExt cx="0" cy="0"/>
        </a:xfrm>
      </p:grpSpPr>
      <p:sp>
        <p:nvSpPr>
          <p:cNvPr id="2082" name="Google Shape;2082;p189"/>
          <p:cNvSpPr txBox="1">
            <a:spLocks noGrp="1"/>
          </p:cNvSpPr>
          <p:nvPr>
            <p:ph type="sldNum" idx="4294967295"/>
          </p:nvPr>
        </p:nvSpPr>
        <p:spPr>
          <a:xfrm>
            <a:off x="8556784" y="4749851"/>
            <a:ext cx="548700" cy="3936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86"/>
        <p:cNvGrpSpPr/>
        <p:nvPr/>
      </p:nvGrpSpPr>
      <p:grpSpPr>
        <a:xfrm>
          <a:off x="0" y="0"/>
          <a:ext cx="0" cy="0"/>
          <a:chOff x="0" y="0"/>
          <a:chExt cx="0" cy="0"/>
        </a:xfrm>
      </p:grpSpPr>
      <p:sp>
        <p:nvSpPr>
          <p:cNvPr id="2087" name="Google Shape;2087;p190"/>
          <p:cNvSpPr txBox="1">
            <a:spLocks noGrp="1"/>
          </p:cNvSpPr>
          <p:nvPr>
            <p:ph type="sldNum" idx="4294967295"/>
          </p:nvPr>
        </p:nvSpPr>
        <p:spPr>
          <a:xfrm>
            <a:off x="8556784" y="4749851"/>
            <a:ext cx="548700" cy="3936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91"/>
        <p:cNvGrpSpPr/>
        <p:nvPr/>
      </p:nvGrpSpPr>
      <p:grpSpPr>
        <a:xfrm>
          <a:off x="0" y="0"/>
          <a:ext cx="0" cy="0"/>
          <a:chOff x="0" y="0"/>
          <a:chExt cx="0" cy="0"/>
        </a:xfrm>
      </p:grpSpPr>
      <p:sp>
        <p:nvSpPr>
          <p:cNvPr id="2092" name="Google Shape;2092;p191"/>
          <p:cNvSpPr txBox="1">
            <a:spLocks noGrp="1"/>
          </p:cNvSpPr>
          <p:nvPr>
            <p:ph type="sldNum" idx="4294967295"/>
          </p:nvPr>
        </p:nvSpPr>
        <p:spPr>
          <a:xfrm>
            <a:off x="8556784" y="4749851"/>
            <a:ext cx="548700" cy="3936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96"/>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00"/>
        <p:cNvGrpSpPr/>
        <p:nvPr/>
      </p:nvGrpSpPr>
      <p:grpSpPr>
        <a:xfrm>
          <a:off x="0" y="0"/>
          <a:ext cx="0" cy="0"/>
          <a:chOff x="0" y="0"/>
          <a:chExt cx="0" cy="0"/>
        </a:xfrm>
      </p:grpSpPr>
      <p:sp>
        <p:nvSpPr>
          <p:cNvPr id="2101" name="Google Shape;2101;p19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59</a:t>
            </a:fld>
            <a:endParaRPr>
              <a:solidFill>
                <a:schemeClr val="dk1"/>
              </a:solidFill>
            </a:endParaRPr>
          </a:p>
        </p:txBody>
      </p:sp>
      <p:sp>
        <p:nvSpPr>
          <p:cNvPr id="2102" name="Google Shape;2102;p193"/>
          <p:cNvSpPr txBox="1">
            <a:spLocks noGrp="1"/>
          </p:cNvSpPr>
          <p:nvPr>
            <p:ph type="title"/>
          </p:nvPr>
        </p:nvSpPr>
        <p:spPr>
          <a:xfrm>
            <a:off x="1533525" y="953400"/>
            <a:ext cx="6083100" cy="23085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Charts</a:t>
            </a:r>
            <a:endParaRPr/>
          </a:p>
        </p:txBody>
      </p:sp>
      <p:sp>
        <p:nvSpPr>
          <p:cNvPr id="2103" name="Google Shape;2103;p193"/>
          <p:cNvSpPr txBox="1">
            <a:spLocks noGrp="1"/>
          </p:cNvSpPr>
          <p:nvPr>
            <p:ph type="subTitle" idx="1"/>
          </p:nvPr>
        </p:nvSpPr>
        <p:spPr>
          <a:xfrm>
            <a:off x="1533525" y="3424100"/>
            <a:ext cx="5548800" cy="610500"/>
          </a:xfrm>
          <a:prstGeom prst="rect">
            <a:avLst/>
          </a:prstGeom>
        </p:spPr>
        <p:txBody>
          <a:bodyPr spcFirstLastPara="1" wrap="square" lIns="0" tIns="0" rIns="0" bIns="0" anchor="t" anchorCtr="0">
            <a:noAutofit/>
          </a:bodyPr>
          <a:lstStyle/>
          <a:p>
            <a:pPr marL="0" lvl="0" indent="0" algn="l" rtl="0">
              <a:lnSpc>
                <a:spcPct val="120000"/>
              </a:lnSpc>
              <a:spcBef>
                <a:spcPts val="0"/>
              </a:spcBef>
              <a:spcAft>
                <a:spcPts val="0"/>
              </a:spcAft>
              <a:buNone/>
            </a:pP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07"/>
        <p:cNvGrpSpPr/>
        <p:nvPr/>
      </p:nvGrpSpPr>
      <p:grpSpPr>
        <a:xfrm>
          <a:off x="0" y="0"/>
          <a:ext cx="0" cy="0"/>
          <a:chOff x="0" y="0"/>
          <a:chExt cx="0" cy="0"/>
        </a:xfrm>
      </p:grpSpPr>
      <p:sp>
        <p:nvSpPr>
          <p:cNvPr id="2108" name="Google Shape;2108;p19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60</a:t>
            </a:fld>
            <a:endParaRPr/>
          </a:p>
        </p:txBody>
      </p:sp>
      <p:sp>
        <p:nvSpPr>
          <p:cNvPr id="2109" name="Google Shape;2109;p194"/>
          <p:cNvSpPr txBox="1">
            <a:spLocks noGrp="1"/>
          </p:cNvSpPr>
          <p:nvPr>
            <p:ph type="title"/>
          </p:nvPr>
        </p:nvSpPr>
        <p:spPr>
          <a:xfrm>
            <a:off x="339050" y="1240600"/>
            <a:ext cx="4094100" cy="522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Column Bar Chart</a:t>
            </a:r>
            <a:endParaRPr/>
          </a:p>
        </p:txBody>
      </p:sp>
      <p:sp>
        <p:nvSpPr>
          <p:cNvPr id="2110" name="Google Shape;2110;p194"/>
          <p:cNvSpPr txBox="1"/>
          <p:nvPr/>
        </p:nvSpPr>
        <p:spPr>
          <a:xfrm>
            <a:off x="342925" y="1959225"/>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one</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000">
              <a:latin typeface="DS Indigo"/>
              <a:ea typeface="DS Indigo"/>
              <a:cs typeface="DS Indigo"/>
              <a:sym typeface="DS Indigo"/>
            </a:endParaRPr>
          </a:p>
        </p:txBody>
      </p:sp>
      <p:sp>
        <p:nvSpPr>
          <p:cNvPr id="2111" name="Google Shape;2111;p194"/>
          <p:cNvSpPr txBox="1"/>
          <p:nvPr/>
        </p:nvSpPr>
        <p:spPr>
          <a:xfrm>
            <a:off x="342925" y="3176500"/>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two</a:t>
            </a:r>
            <a:endParaRPr sz="1600" b="1">
              <a:latin typeface="DS Indigo"/>
              <a:ea typeface="DS Indigo"/>
              <a:cs typeface="DS Indigo"/>
              <a:sym typeface="DS Indigo"/>
            </a:endParaRPr>
          </a:p>
          <a:p>
            <a:pPr marL="0" lvl="0" indent="0" algn="l" rtl="0">
              <a:lnSpc>
                <a:spcPct val="120000"/>
              </a:lnSpc>
              <a:spcBef>
                <a:spcPts val="0"/>
              </a:spcBef>
              <a:spcAft>
                <a:spcPts val="0"/>
              </a:spcAft>
              <a:buClr>
                <a:schemeClr val="dk1"/>
              </a:buClr>
              <a:buSzPts val="1100"/>
              <a:buFont typeface="Arial"/>
              <a:buNone/>
            </a:pPr>
            <a:r>
              <a:rPr lang="en" sz="1000">
                <a:solidFill>
                  <a:schemeClr val="dk1"/>
                </a:solidFill>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600" b="1">
              <a:latin typeface="DS Indigo"/>
              <a:ea typeface="DS Indigo"/>
              <a:cs typeface="DS Indigo"/>
              <a:sym typeface="DS Indigo"/>
            </a:endParaRPr>
          </a:p>
        </p:txBody>
      </p:sp>
      <p:pic>
        <p:nvPicPr>
          <p:cNvPr id="2112" name="Google Shape;2112;p194" title="Chart"/>
          <p:cNvPicPr preferRelativeResize="0"/>
          <p:nvPr/>
        </p:nvPicPr>
        <p:blipFill>
          <a:blip r:embed="rId3">
            <a:alphaModFix/>
          </a:blip>
          <a:stretch>
            <a:fillRect/>
          </a:stretch>
        </p:blipFill>
        <p:spPr>
          <a:xfrm>
            <a:off x="4288512" y="1283900"/>
            <a:ext cx="4389120" cy="27432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6"/>
        <p:cNvGrpSpPr/>
        <p:nvPr/>
      </p:nvGrpSpPr>
      <p:grpSpPr>
        <a:xfrm>
          <a:off x="0" y="0"/>
          <a:ext cx="0" cy="0"/>
          <a:chOff x="0" y="0"/>
          <a:chExt cx="0" cy="0"/>
        </a:xfrm>
      </p:grpSpPr>
      <p:sp>
        <p:nvSpPr>
          <p:cNvPr id="2117" name="Google Shape;2117;p19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61</a:t>
            </a:fld>
            <a:endParaRPr/>
          </a:p>
        </p:txBody>
      </p:sp>
      <p:sp>
        <p:nvSpPr>
          <p:cNvPr id="2118" name="Google Shape;2118;p195"/>
          <p:cNvSpPr txBox="1">
            <a:spLocks noGrp="1"/>
          </p:cNvSpPr>
          <p:nvPr>
            <p:ph type="title"/>
          </p:nvPr>
        </p:nvSpPr>
        <p:spPr>
          <a:xfrm>
            <a:off x="339050" y="1240600"/>
            <a:ext cx="3640800" cy="522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Stacked Bar Chart</a:t>
            </a:r>
            <a:endParaRPr/>
          </a:p>
        </p:txBody>
      </p:sp>
      <p:sp>
        <p:nvSpPr>
          <p:cNvPr id="2119" name="Google Shape;2119;p195"/>
          <p:cNvSpPr txBox="1"/>
          <p:nvPr/>
        </p:nvSpPr>
        <p:spPr>
          <a:xfrm>
            <a:off x="342925" y="1959225"/>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one</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000">
              <a:latin typeface="DS Indigo"/>
              <a:ea typeface="DS Indigo"/>
              <a:cs typeface="DS Indigo"/>
              <a:sym typeface="DS Indigo"/>
            </a:endParaRPr>
          </a:p>
        </p:txBody>
      </p:sp>
      <p:sp>
        <p:nvSpPr>
          <p:cNvPr id="2120" name="Google Shape;2120;p195"/>
          <p:cNvSpPr txBox="1"/>
          <p:nvPr/>
        </p:nvSpPr>
        <p:spPr>
          <a:xfrm>
            <a:off x="342925" y="3176500"/>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two</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600" b="1">
              <a:latin typeface="DS Indigo"/>
              <a:ea typeface="DS Indigo"/>
              <a:cs typeface="DS Indigo"/>
              <a:sym typeface="DS Indigo"/>
            </a:endParaRPr>
          </a:p>
        </p:txBody>
      </p:sp>
      <p:pic>
        <p:nvPicPr>
          <p:cNvPr id="2121" name="Google Shape;2121;p195" title="Chart"/>
          <p:cNvPicPr preferRelativeResize="0"/>
          <p:nvPr/>
        </p:nvPicPr>
        <p:blipFill>
          <a:blip r:embed="rId3">
            <a:alphaModFix/>
          </a:blip>
          <a:stretch>
            <a:fillRect/>
          </a:stretch>
        </p:blipFill>
        <p:spPr>
          <a:xfrm>
            <a:off x="4284550" y="1280150"/>
            <a:ext cx="4389120" cy="27432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25"/>
        <p:cNvGrpSpPr/>
        <p:nvPr/>
      </p:nvGrpSpPr>
      <p:grpSpPr>
        <a:xfrm>
          <a:off x="0" y="0"/>
          <a:ext cx="0" cy="0"/>
          <a:chOff x="0" y="0"/>
          <a:chExt cx="0" cy="0"/>
        </a:xfrm>
      </p:grpSpPr>
      <p:sp>
        <p:nvSpPr>
          <p:cNvPr id="2126" name="Google Shape;2126;p19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62</a:t>
            </a:fld>
            <a:endParaRPr/>
          </a:p>
        </p:txBody>
      </p:sp>
      <p:sp>
        <p:nvSpPr>
          <p:cNvPr id="2127" name="Google Shape;2127;p196"/>
          <p:cNvSpPr txBox="1">
            <a:spLocks noGrp="1"/>
          </p:cNvSpPr>
          <p:nvPr>
            <p:ph type="title"/>
          </p:nvPr>
        </p:nvSpPr>
        <p:spPr>
          <a:xfrm>
            <a:off x="339050" y="1240600"/>
            <a:ext cx="3640800" cy="6162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Donut Pie Chart</a:t>
            </a:r>
            <a:endParaRPr/>
          </a:p>
        </p:txBody>
      </p:sp>
      <p:sp>
        <p:nvSpPr>
          <p:cNvPr id="2128" name="Google Shape;2128;p196"/>
          <p:cNvSpPr txBox="1"/>
          <p:nvPr/>
        </p:nvSpPr>
        <p:spPr>
          <a:xfrm>
            <a:off x="342925" y="1959225"/>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one</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000">
              <a:latin typeface="DS Indigo"/>
              <a:ea typeface="DS Indigo"/>
              <a:cs typeface="DS Indigo"/>
              <a:sym typeface="DS Indigo"/>
            </a:endParaRPr>
          </a:p>
        </p:txBody>
      </p:sp>
      <p:sp>
        <p:nvSpPr>
          <p:cNvPr id="2129" name="Google Shape;2129;p196"/>
          <p:cNvSpPr txBox="1"/>
          <p:nvPr/>
        </p:nvSpPr>
        <p:spPr>
          <a:xfrm>
            <a:off x="342925" y="3176500"/>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two</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600" b="1">
              <a:latin typeface="DS Indigo"/>
              <a:ea typeface="DS Indigo"/>
              <a:cs typeface="DS Indigo"/>
              <a:sym typeface="DS Indigo"/>
            </a:endParaRPr>
          </a:p>
        </p:txBody>
      </p:sp>
      <p:pic>
        <p:nvPicPr>
          <p:cNvPr id="2130" name="Google Shape;2130;p196" title="Chart"/>
          <p:cNvPicPr preferRelativeResize="0"/>
          <p:nvPr/>
        </p:nvPicPr>
        <p:blipFill>
          <a:blip r:embed="rId3">
            <a:alphaModFix/>
          </a:blip>
          <a:stretch>
            <a:fillRect/>
          </a:stretch>
        </p:blipFill>
        <p:spPr>
          <a:xfrm>
            <a:off x="4288536" y="1280160"/>
            <a:ext cx="4389120" cy="27432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34"/>
        <p:cNvGrpSpPr/>
        <p:nvPr/>
      </p:nvGrpSpPr>
      <p:grpSpPr>
        <a:xfrm>
          <a:off x="0" y="0"/>
          <a:ext cx="0" cy="0"/>
          <a:chOff x="0" y="0"/>
          <a:chExt cx="0" cy="0"/>
        </a:xfrm>
      </p:grpSpPr>
      <p:sp>
        <p:nvSpPr>
          <p:cNvPr id="2135" name="Google Shape;2135;p19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63</a:t>
            </a:fld>
            <a:endParaRPr/>
          </a:p>
        </p:txBody>
      </p:sp>
      <p:sp>
        <p:nvSpPr>
          <p:cNvPr id="2136" name="Google Shape;2136;p197"/>
          <p:cNvSpPr txBox="1">
            <a:spLocks noGrp="1"/>
          </p:cNvSpPr>
          <p:nvPr>
            <p:ph type="title"/>
          </p:nvPr>
        </p:nvSpPr>
        <p:spPr>
          <a:xfrm>
            <a:off x="339050" y="1240600"/>
            <a:ext cx="3640800" cy="6552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Line Graph</a:t>
            </a:r>
            <a:endParaRPr/>
          </a:p>
        </p:txBody>
      </p:sp>
      <p:sp>
        <p:nvSpPr>
          <p:cNvPr id="2137" name="Google Shape;2137;p197"/>
          <p:cNvSpPr txBox="1"/>
          <p:nvPr/>
        </p:nvSpPr>
        <p:spPr>
          <a:xfrm>
            <a:off x="342925" y="1959225"/>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one</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000">
              <a:latin typeface="DS Indigo"/>
              <a:ea typeface="DS Indigo"/>
              <a:cs typeface="DS Indigo"/>
              <a:sym typeface="DS Indigo"/>
            </a:endParaRPr>
          </a:p>
        </p:txBody>
      </p:sp>
      <p:sp>
        <p:nvSpPr>
          <p:cNvPr id="2138" name="Google Shape;2138;p197"/>
          <p:cNvSpPr txBox="1"/>
          <p:nvPr/>
        </p:nvSpPr>
        <p:spPr>
          <a:xfrm>
            <a:off x="342925" y="3176500"/>
            <a:ext cx="3366600" cy="1091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Topic two</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auctor. Curabitur sagittis velit a tincidunt semper. In vulputate nisl at varius semper.</a:t>
            </a:r>
            <a:endParaRPr sz="1600" b="1">
              <a:latin typeface="DS Indigo"/>
              <a:ea typeface="DS Indigo"/>
              <a:cs typeface="DS Indigo"/>
              <a:sym typeface="DS Indigo"/>
            </a:endParaRPr>
          </a:p>
        </p:txBody>
      </p:sp>
      <p:pic>
        <p:nvPicPr>
          <p:cNvPr id="2139" name="Google Shape;2139;p197" title="Chart"/>
          <p:cNvPicPr preferRelativeResize="0"/>
          <p:nvPr/>
        </p:nvPicPr>
        <p:blipFill>
          <a:blip r:embed="rId3">
            <a:alphaModFix/>
          </a:blip>
          <a:stretch>
            <a:fillRect/>
          </a:stretch>
        </p:blipFill>
        <p:spPr>
          <a:xfrm>
            <a:off x="4288536" y="1280160"/>
            <a:ext cx="4389120" cy="27432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43"/>
        <p:cNvGrpSpPr/>
        <p:nvPr/>
      </p:nvGrpSpPr>
      <p:grpSpPr>
        <a:xfrm>
          <a:off x="0" y="0"/>
          <a:ext cx="0" cy="0"/>
          <a:chOff x="0" y="0"/>
          <a:chExt cx="0" cy="0"/>
        </a:xfrm>
      </p:grpSpPr>
      <p:sp>
        <p:nvSpPr>
          <p:cNvPr id="2144" name="Google Shape;2144;p19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64</a:t>
            </a:fld>
            <a:endParaRPr>
              <a:solidFill>
                <a:schemeClr val="dk1"/>
              </a:solidFill>
            </a:endParaRPr>
          </a:p>
        </p:txBody>
      </p:sp>
      <p:sp>
        <p:nvSpPr>
          <p:cNvPr id="2145" name="Google Shape;2145;p198"/>
          <p:cNvSpPr txBox="1">
            <a:spLocks noGrp="1"/>
          </p:cNvSpPr>
          <p:nvPr>
            <p:ph type="title"/>
          </p:nvPr>
        </p:nvSpPr>
        <p:spPr>
          <a:xfrm>
            <a:off x="1533525" y="953400"/>
            <a:ext cx="6083100" cy="23085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Tables</a:t>
            </a:r>
            <a:endParaRPr/>
          </a:p>
        </p:txBody>
      </p:sp>
      <p:sp>
        <p:nvSpPr>
          <p:cNvPr id="2146" name="Google Shape;2146;p198"/>
          <p:cNvSpPr txBox="1">
            <a:spLocks noGrp="1"/>
          </p:cNvSpPr>
          <p:nvPr>
            <p:ph type="subTitle" idx="1"/>
          </p:nvPr>
        </p:nvSpPr>
        <p:spPr>
          <a:xfrm>
            <a:off x="1533525" y="3424100"/>
            <a:ext cx="55488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50"/>
        <p:cNvGrpSpPr/>
        <p:nvPr/>
      </p:nvGrpSpPr>
      <p:grpSpPr>
        <a:xfrm>
          <a:off x="0" y="0"/>
          <a:ext cx="0" cy="0"/>
          <a:chOff x="0" y="0"/>
          <a:chExt cx="0" cy="0"/>
        </a:xfrm>
      </p:grpSpPr>
      <p:graphicFrame>
        <p:nvGraphicFramePr>
          <p:cNvPr id="2151" name="Google Shape;2151;p199"/>
          <p:cNvGraphicFramePr/>
          <p:nvPr/>
        </p:nvGraphicFramePr>
        <p:xfrm>
          <a:off x="342875" y="1113250"/>
          <a:ext cx="3000000" cy="3000000"/>
        </p:xfrm>
        <a:graphic>
          <a:graphicData uri="http://schemas.openxmlformats.org/drawingml/2006/table">
            <a:tbl>
              <a:tblPr>
                <a:noFill/>
                <a:tableStyleId>{7113FC07-ED0A-424B-A021-3AF69EE6CE0B}</a:tableStyleId>
              </a:tblPr>
              <a:tblGrid>
                <a:gridCol w="2115525">
                  <a:extLst>
                    <a:ext uri="{9D8B030D-6E8A-4147-A177-3AD203B41FA5}">
                      <a16:colId xmlns:a16="http://schemas.microsoft.com/office/drawing/2014/main" val="20000"/>
                    </a:ext>
                  </a:extLst>
                </a:gridCol>
                <a:gridCol w="2123125">
                  <a:extLst>
                    <a:ext uri="{9D8B030D-6E8A-4147-A177-3AD203B41FA5}">
                      <a16:colId xmlns:a16="http://schemas.microsoft.com/office/drawing/2014/main" val="20001"/>
                    </a:ext>
                  </a:extLst>
                </a:gridCol>
                <a:gridCol w="2107925">
                  <a:extLst>
                    <a:ext uri="{9D8B030D-6E8A-4147-A177-3AD203B41FA5}">
                      <a16:colId xmlns:a16="http://schemas.microsoft.com/office/drawing/2014/main" val="20002"/>
                    </a:ext>
                  </a:extLst>
                </a:gridCol>
                <a:gridCol w="2115525">
                  <a:extLst>
                    <a:ext uri="{9D8B030D-6E8A-4147-A177-3AD203B41FA5}">
                      <a16:colId xmlns:a16="http://schemas.microsoft.com/office/drawing/2014/main" val="20003"/>
                    </a:ext>
                  </a:extLst>
                </a:gridCol>
              </a:tblGrid>
              <a:tr h="613450">
                <a:tc>
                  <a:txBody>
                    <a:bodyPr/>
                    <a:lstStyle/>
                    <a:p>
                      <a:pPr marL="0" lvl="0" indent="0" algn="l" rtl="0">
                        <a:lnSpc>
                          <a:spcPct val="100000"/>
                        </a:lnSpc>
                        <a:spcBef>
                          <a:spcPts val="0"/>
                        </a:spcBef>
                        <a:spcAft>
                          <a:spcPts val="0"/>
                        </a:spcAft>
                        <a:buNone/>
                      </a:pPr>
                      <a:endParaRPr sz="16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lnSpc>
                          <a:spcPct val="100000"/>
                        </a:lnSpc>
                        <a:spcBef>
                          <a:spcPts val="0"/>
                        </a:spcBef>
                        <a:spcAft>
                          <a:spcPts val="0"/>
                        </a:spcAft>
                        <a:buNone/>
                      </a:pPr>
                      <a:r>
                        <a:rPr lang="en" sz="1600">
                          <a:solidFill>
                            <a:schemeClr val="dk1"/>
                          </a:solidFill>
                          <a:latin typeface="DS Indigo SemiBold"/>
                          <a:ea typeface="DS Indigo SemiBold"/>
                          <a:cs typeface="DS Indigo SemiBold"/>
                          <a:sym typeface="DS Indigo SemiBold"/>
                        </a:rPr>
                        <a:t>Column 1</a:t>
                      </a:r>
                      <a:endParaRPr sz="16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lnSpc>
                          <a:spcPct val="100000"/>
                        </a:lnSpc>
                        <a:spcBef>
                          <a:spcPts val="0"/>
                        </a:spcBef>
                        <a:spcAft>
                          <a:spcPts val="0"/>
                        </a:spcAft>
                        <a:buNone/>
                      </a:pPr>
                      <a:r>
                        <a:rPr lang="en" sz="1600">
                          <a:solidFill>
                            <a:schemeClr val="dk1"/>
                          </a:solidFill>
                          <a:latin typeface="DS Indigo SemiBold"/>
                          <a:ea typeface="DS Indigo SemiBold"/>
                          <a:cs typeface="DS Indigo SemiBold"/>
                          <a:sym typeface="DS Indigo SemiBold"/>
                        </a:rPr>
                        <a:t>Column 2</a:t>
                      </a:r>
                      <a:endParaRPr sz="16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lnSpc>
                          <a:spcPct val="100000"/>
                        </a:lnSpc>
                        <a:spcBef>
                          <a:spcPts val="0"/>
                        </a:spcBef>
                        <a:spcAft>
                          <a:spcPts val="0"/>
                        </a:spcAft>
                        <a:buNone/>
                      </a:pPr>
                      <a:r>
                        <a:rPr lang="en" sz="1600">
                          <a:solidFill>
                            <a:schemeClr val="dk1"/>
                          </a:solidFill>
                          <a:latin typeface="DS Indigo SemiBold"/>
                          <a:ea typeface="DS Indigo SemiBold"/>
                          <a:cs typeface="DS Indigo SemiBold"/>
                          <a:sym typeface="DS Indigo SemiBold"/>
                        </a:rPr>
                        <a:t>Column 3</a:t>
                      </a:r>
                      <a:endParaRPr sz="16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extLst>
                  <a:ext uri="{0D108BD9-81ED-4DB2-BD59-A6C34878D82A}">
                    <a16:rowId xmlns:a16="http://schemas.microsoft.com/office/drawing/2014/main" val="10000"/>
                  </a:ext>
                </a:extLst>
              </a:tr>
              <a:tr h="944400">
                <a:tc>
                  <a:txBody>
                    <a:bodyPr/>
                    <a:lstStyle/>
                    <a:p>
                      <a:pPr marL="0" lvl="0" indent="0" algn="l" rtl="0">
                        <a:lnSpc>
                          <a:spcPct val="100000"/>
                        </a:lnSpc>
                        <a:spcBef>
                          <a:spcPts val="0"/>
                        </a:spcBef>
                        <a:spcAft>
                          <a:spcPts val="0"/>
                        </a:spcAft>
                        <a:buNone/>
                      </a:pPr>
                      <a:r>
                        <a:rPr lang="en" sz="1000">
                          <a:latin typeface="DS Indigo SemiBold"/>
                          <a:ea typeface="DS Indigo SemiBold"/>
                          <a:cs typeface="DS Indigo SemiBold"/>
                          <a:sym typeface="DS Indigo SemiBold"/>
                        </a:rPr>
                        <a:t>Product name 1</a:t>
                      </a:r>
                      <a:endParaRPr sz="10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907875">
                <a:tc>
                  <a:txBody>
                    <a:bodyPr/>
                    <a:lstStyle/>
                    <a:p>
                      <a:pPr marL="0" lvl="0" indent="0" algn="l" rtl="0">
                        <a:lnSpc>
                          <a:spcPct val="100000"/>
                        </a:lnSpc>
                        <a:spcBef>
                          <a:spcPts val="0"/>
                        </a:spcBef>
                        <a:spcAft>
                          <a:spcPts val="0"/>
                        </a:spcAft>
                        <a:buNone/>
                      </a:pPr>
                      <a:r>
                        <a:rPr lang="en" sz="1000">
                          <a:latin typeface="DS Indigo SemiBold"/>
                          <a:ea typeface="DS Indigo SemiBold"/>
                          <a:cs typeface="DS Indigo SemiBold"/>
                          <a:sym typeface="DS Indigo SemiBold"/>
                        </a:rPr>
                        <a:t>Product name 2</a:t>
                      </a:r>
                      <a:endParaRPr sz="10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907875">
                <a:tc>
                  <a:txBody>
                    <a:bodyPr/>
                    <a:lstStyle/>
                    <a:p>
                      <a:pPr marL="0" lvl="0" indent="0" algn="l" rtl="0">
                        <a:lnSpc>
                          <a:spcPct val="100000"/>
                        </a:lnSpc>
                        <a:spcBef>
                          <a:spcPts val="0"/>
                        </a:spcBef>
                        <a:spcAft>
                          <a:spcPts val="0"/>
                        </a:spcAft>
                        <a:buNone/>
                      </a:pPr>
                      <a:r>
                        <a:rPr lang="en" sz="1000">
                          <a:latin typeface="DS Indigo SemiBold"/>
                          <a:ea typeface="DS Indigo SemiBold"/>
                          <a:cs typeface="DS Indigo SemiBold"/>
                          <a:sym typeface="DS Indigo SemiBold"/>
                        </a:rPr>
                        <a:t>Product name 3</a:t>
                      </a:r>
                      <a:endParaRPr sz="10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152" name="Google Shape;2152;p19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56"/>
        <p:cNvGrpSpPr/>
        <p:nvPr/>
      </p:nvGrpSpPr>
      <p:grpSpPr>
        <a:xfrm>
          <a:off x="0" y="0"/>
          <a:ext cx="0" cy="0"/>
          <a:chOff x="0" y="0"/>
          <a:chExt cx="0" cy="0"/>
        </a:xfrm>
      </p:grpSpPr>
      <p:sp>
        <p:nvSpPr>
          <p:cNvPr id="2157" name="Google Shape;2157;p20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66</a:t>
            </a:fld>
            <a:endParaRPr/>
          </a:p>
        </p:txBody>
      </p:sp>
      <p:graphicFrame>
        <p:nvGraphicFramePr>
          <p:cNvPr id="2158" name="Google Shape;2158;p200"/>
          <p:cNvGraphicFramePr/>
          <p:nvPr/>
        </p:nvGraphicFramePr>
        <p:xfrm>
          <a:off x="2525000" y="1113150"/>
          <a:ext cx="3000000" cy="3000000"/>
        </p:xfrm>
        <a:graphic>
          <a:graphicData uri="http://schemas.openxmlformats.org/drawingml/2006/table">
            <a:tbl>
              <a:tblPr>
                <a:noFill/>
                <a:tableStyleId>{7113FC07-ED0A-424B-A021-3AF69EE6CE0B}</a:tableStyleId>
              </a:tblPr>
              <a:tblGrid>
                <a:gridCol w="1570000">
                  <a:extLst>
                    <a:ext uri="{9D8B030D-6E8A-4147-A177-3AD203B41FA5}">
                      <a16:colId xmlns:a16="http://schemas.microsoft.com/office/drawing/2014/main" val="20000"/>
                    </a:ext>
                  </a:extLst>
                </a:gridCol>
                <a:gridCol w="1570000">
                  <a:extLst>
                    <a:ext uri="{9D8B030D-6E8A-4147-A177-3AD203B41FA5}">
                      <a16:colId xmlns:a16="http://schemas.microsoft.com/office/drawing/2014/main" val="20001"/>
                    </a:ext>
                  </a:extLst>
                </a:gridCol>
                <a:gridCol w="1570000">
                  <a:extLst>
                    <a:ext uri="{9D8B030D-6E8A-4147-A177-3AD203B41FA5}">
                      <a16:colId xmlns:a16="http://schemas.microsoft.com/office/drawing/2014/main" val="20002"/>
                    </a:ext>
                  </a:extLst>
                </a:gridCol>
                <a:gridCol w="1570000">
                  <a:extLst>
                    <a:ext uri="{9D8B030D-6E8A-4147-A177-3AD203B41FA5}">
                      <a16:colId xmlns:a16="http://schemas.microsoft.com/office/drawing/2014/main" val="20003"/>
                    </a:ext>
                  </a:extLst>
                </a:gridCol>
              </a:tblGrid>
              <a:tr h="499250">
                <a:tc>
                  <a:txBody>
                    <a:bodyPr/>
                    <a:lstStyle/>
                    <a:p>
                      <a:pPr marL="0" lvl="0" indent="0" algn="l" rtl="0">
                        <a:lnSpc>
                          <a:spcPct val="100000"/>
                        </a:lnSpc>
                        <a:spcBef>
                          <a:spcPts val="0"/>
                        </a:spcBef>
                        <a:spcAft>
                          <a:spcPts val="0"/>
                        </a:spcAft>
                        <a:buNone/>
                      </a:pPr>
                      <a:r>
                        <a:rPr lang="en" sz="1000" b="1">
                          <a:solidFill>
                            <a:schemeClr val="dk1"/>
                          </a:solidFill>
                          <a:latin typeface="DS Indigo"/>
                          <a:ea typeface="DS Indigo"/>
                          <a:cs typeface="DS Indigo"/>
                          <a:sym typeface="DS Indigo"/>
                        </a:rPr>
                        <a:t>Column 1</a:t>
                      </a:r>
                      <a:endParaRPr sz="1000" b="1">
                        <a:solidFill>
                          <a:schemeClr val="dk1"/>
                        </a:solidFill>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lnSpc>
                          <a:spcPct val="100000"/>
                        </a:lnSpc>
                        <a:spcBef>
                          <a:spcPts val="0"/>
                        </a:spcBef>
                        <a:spcAft>
                          <a:spcPts val="0"/>
                        </a:spcAft>
                        <a:buNone/>
                      </a:pPr>
                      <a:r>
                        <a:rPr lang="en" sz="1000" b="1">
                          <a:solidFill>
                            <a:schemeClr val="dk1"/>
                          </a:solidFill>
                          <a:latin typeface="DS Indigo"/>
                          <a:ea typeface="DS Indigo"/>
                          <a:cs typeface="DS Indigo"/>
                          <a:sym typeface="DS Indigo"/>
                        </a:rPr>
                        <a:t>Column 2</a:t>
                      </a:r>
                      <a:endParaRPr sz="1000" b="1">
                        <a:solidFill>
                          <a:schemeClr val="dk1"/>
                        </a:solidFill>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lnSpc>
                          <a:spcPct val="100000"/>
                        </a:lnSpc>
                        <a:spcBef>
                          <a:spcPts val="0"/>
                        </a:spcBef>
                        <a:spcAft>
                          <a:spcPts val="0"/>
                        </a:spcAft>
                        <a:buNone/>
                      </a:pPr>
                      <a:r>
                        <a:rPr lang="en" sz="1000" b="1">
                          <a:solidFill>
                            <a:schemeClr val="dk1"/>
                          </a:solidFill>
                          <a:latin typeface="DS Indigo"/>
                          <a:ea typeface="DS Indigo"/>
                          <a:cs typeface="DS Indigo"/>
                          <a:sym typeface="DS Indigo"/>
                        </a:rPr>
                        <a:t>Column 3</a:t>
                      </a:r>
                      <a:endParaRPr sz="1000" b="1">
                        <a:solidFill>
                          <a:schemeClr val="dk1"/>
                        </a:solidFill>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lnSpc>
                          <a:spcPct val="100000"/>
                        </a:lnSpc>
                        <a:spcBef>
                          <a:spcPts val="0"/>
                        </a:spcBef>
                        <a:spcAft>
                          <a:spcPts val="0"/>
                        </a:spcAft>
                        <a:buNone/>
                      </a:pPr>
                      <a:r>
                        <a:rPr lang="en" sz="1000" b="1">
                          <a:solidFill>
                            <a:schemeClr val="dk1"/>
                          </a:solidFill>
                          <a:latin typeface="DS Indigo"/>
                          <a:ea typeface="DS Indigo"/>
                          <a:cs typeface="DS Indigo"/>
                          <a:sym typeface="DS Indigo"/>
                        </a:rPr>
                        <a:t>Column 4</a:t>
                      </a:r>
                      <a:endParaRPr sz="1000" b="1">
                        <a:solidFill>
                          <a:schemeClr val="dk1"/>
                        </a:solidFill>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extLst>
                  <a:ext uri="{0D108BD9-81ED-4DB2-BD59-A6C34878D82A}">
                    <a16:rowId xmlns:a16="http://schemas.microsoft.com/office/drawing/2014/main" val="10000"/>
                  </a:ext>
                </a:extLst>
              </a:tr>
              <a:tr h="718600">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718600">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718600">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718600">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a:t>
                      </a:r>
                      <a:endParaRPr sz="10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159" name="Google Shape;2159;p200"/>
          <p:cNvSpPr txBox="1"/>
          <p:nvPr/>
        </p:nvSpPr>
        <p:spPr>
          <a:xfrm>
            <a:off x="342925" y="1240600"/>
            <a:ext cx="1911900" cy="32457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Table</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600">
                <a:latin typeface="DS Indigo"/>
                <a:ea typeface="DS Indigo"/>
                <a:cs typeface="DS Indigo"/>
                <a:sym typeface="DS Indigo"/>
              </a:rPr>
              <a:t>Lorem ipsum dolor sit amet, consectetur adipiscing elit. Donec eget velit id ex auctor.</a:t>
            </a:r>
            <a:endParaRPr sz="1600">
              <a:latin typeface="DS Indigo"/>
              <a:ea typeface="DS Indigo"/>
              <a:cs typeface="DS Indigo"/>
              <a:sym typeface="DS Indigo"/>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63"/>
        <p:cNvGrpSpPr/>
        <p:nvPr/>
      </p:nvGrpSpPr>
      <p:grpSpPr>
        <a:xfrm>
          <a:off x="0" y="0"/>
          <a:ext cx="0" cy="0"/>
          <a:chOff x="0" y="0"/>
          <a:chExt cx="0" cy="0"/>
        </a:xfrm>
      </p:grpSpPr>
      <p:graphicFrame>
        <p:nvGraphicFramePr>
          <p:cNvPr id="2164" name="Google Shape;2164;p201"/>
          <p:cNvGraphicFramePr/>
          <p:nvPr/>
        </p:nvGraphicFramePr>
        <p:xfrm>
          <a:off x="342875" y="1113250"/>
          <a:ext cx="3000000" cy="3000000"/>
        </p:xfrm>
        <a:graphic>
          <a:graphicData uri="http://schemas.openxmlformats.org/drawingml/2006/table">
            <a:tbl>
              <a:tblPr>
                <a:noFill/>
                <a:tableStyleId>{7113FC07-ED0A-424B-A021-3AF69EE6CE0B}</a:tableStyleId>
              </a:tblPr>
              <a:tblGrid>
                <a:gridCol w="1454750">
                  <a:extLst>
                    <a:ext uri="{9D8B030D-6E8A-4147-A177-3AD203B41FA5}">
                      <a16:colId xmlns:a16="http://schemas.microsoft.com/office/drawing/2014/main" val="20000"/>
                    </a:ext>
                  </a:extLst>
                </a:gridCol>
                <a:gridCol w="3514550">
                  <a:extLst>
                    <a:ext uri="{9D8B030D-6E8A-4147-A177-3AD203B41FA5}">
                      <a16:colId xmlns:a16="http://schemas.microsoft.com/office/drawing/2014/main" val="20001"/>
                    </a:ext>
                  </a:extLst>
                </a:gridCol>
                <a:gridCol w="3492800">
                  <a:extLst>
                    <a:ext uri="{9D8B030D-6E8A-4147-A177-3AD203B41FA5}">
                      <a16:colId xmlns:a16="http://schemas.microsoft.com/office/drawing/2014/main" val="20002"/>
                    </a:ext>
                  </a:extLst>
                </a:gridCol>
              </a:tblGrid>
              <a:tr h="613450">
                <a:tc>
                  <a:txBody>
                    <a:bodyPr/>
                    <a:lstStyle/>
                    <a:p>
                      <a:pPr marL="0" lvl="0" indent="0" algn="l" rtl="0">
                        <a:spcBef>
                          <a:spcPts val="0"/>
                        </a:spcBef>
                        <a:spcAft>
                          <a:spcPts val="0"/>
                        </a:spcAft>
                        <a:buNone/>
                      </a:pPr>
                      <a:endParaRPr sz="16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600">
                          <a:solidFill>
                            <a:schemeClr val="dk1"/>
                          </a:solidFill>
                          <a:latin typeface="DS Indigo SemiBold"/>
                          <a:ea typeface="DS Indigo SemiBold"/>
                          <a:cs typeface="DS Indigo SemiBold"/>
                          <a:sym typeface="DS Indigo SemiBold"/>
                        </a:rPr>
                        <a:t>Column 1</a:t>
                      </a:r>
                      <a:endParaRPr sz="16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600">
                          <a:solidFill>
                            <a:schemeClr val="dk1"/>
                          </a:solidFill>
                          <a:latin typeface="DS Indigo SemiBold"/>
                          <a:ea typeface="DS Indigo SemiBold"/>
                          <a:cs typeface="DS Indigo SemiBold"/>
                          <a:sym typeface="DS Indigo SemiBold"/>
                        </a:rPr>
                        <a:t>Column 2</a:t>
                      </a:r>
                      <a:endParaRPr sz="16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944400">
                <a:tc>
                  <a:txBody>
                    <a:bodyPr/>
                    <a:lstStyle/>
                    <a:p>
                      <a:pPr marL="0" lvl="0" indent="0" algn="l" rtl="0">
                        <a:lnSpc>
                          <a:spcPct val="10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Product name 1</a:t>
                      </a:r>
                      <a:endParaRPr sz="1000">
                        <a:solidFill>
                          <a:schemeClr val="dk1"/>
                        </a:solidFill>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1000">
                        <a:solidFill>
                          <a:schemeClr val="dk1"/>
                        </a:solidFill>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1000">
                        <a:solidFill>
                          <a:schemeClr val="dk1"/>
                        </a:solidFill>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907875">
                <a:tc>
                  <a:txBody>
                    <a:bodyPr/>
                    <a:lstStyle/>
                    <a:p>
                      <a:pPr marL="0" lvl="0" indent="0" algn="l" rtl="0">
                        <a:lnSpc>
                          <a:spcPct val="100000"/>
                        </a:lnSpc>
                        <a:spcBef>
                          <a:spcPts val="0"/>
                        </a:spcBef>
                        <a:spcAft>
                          <a:spcPts val="0"/>
                        </a:spcAft>
                        <a:buNone/>
                      </a:pPr>
                      <a:r>
                        <a:rPr lang="en" sz="1000">
                          <a:latin typeface="DS Indigo SemiBold"/>
                          <a:ea typeface="DS Indigo SemiBold"/>
                          <a:cs typeface="DS Indigo SemiBold"/>
                          <a:sym typeface="DS Indigo SemiBold"/>
                        </a:rPr>
                        <a:t>Product name 2</a:t>
                      </a:r>
                      <a:endParaRPr sz="10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1000">
                        <a:solidFill>
                          <a:schemeClr val="dk1"/>
                        </a:solidFill>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1000">
                        <a:solidFill>
                          <a:schemeClr val="dk1"/>
                        </a:solidFill>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907875">
                <a:tc>
                  <a:txBody>
                    <a:bodyPr/>
                    <a:lstStyle/>
                    <a:p>
                      <a:pPr marL="0" lvl="0" indent="0" algn="l" rtl="0">
                        <a:lnSpc>
                          <a:spcPct val="100000"/>
                        </a:lnSpc>
                        <a:spcBef>
                          <a:spcPts val="0"/>
                        </a:spcBef>
                        <a:spcAft>
                          <a:spcPts val="0"/>
                        </a:spcAft>
                        <a:buNone/>
                      </a:pPr>
                      <a:r>
                        <a:rPr lang="en" sz="1000">
                          <a:latin typeface="DS Indigo SemiBold"/>
                          <a:ea typeface="DS Indigo SemiBold"/>
                          <a:cs typeface="DS Indigo SemiBold"/>
                          <a:sym typeface="DS Indigo SemiBold"/>
                        </a:rPr>
                        <a:t>Product name 3</a:t>
                      </a:r>
                      <a:endParaRPr sz="10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1000">
                        <a:solidFill>
                          <a:schemeClr val="dk1"/>
                        </a:solidFill>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1000">
                        <a:solidFill>
                          <a:schemeClr val="dk1"/>
                        </a:solidFill>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165" name="Google Shape;2165;p20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69"/>
        <p:cNvGrpSpPr/>
        <p:nvPr/>
      </p:nvGrpSpPr>
      <p:grpSpPr>
        <a:xfrm>
          <a:off x="0" y="0"/>
          <a:ext cx="0" cy="0"/>
          <a:chOff x="0" y="0"/>
          <a:chExt cx="0" cy="0"/>
        </a:xfrm>
      </p:grpSpPr>
      <p:sp>
        <p:nvSpPr>
          <p:cNvPr id="2170" name="Google Shape;2170;p20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68</a:t>
            </a:fld>
            <a:endParaRPr/>
          </a:p>
        </p:txBody>
      </p:sp>
      <p:graphicFrame>
        <p:nvGraphicFramePr>
          <p:cNvPr id="2171" name="Google Shape;2171;p202"/>
          <p:cNvGraphicFramePr/>
          <p:nvPr/>
        </p:nvGraphicFramePr>
        <p:xfrm>
          <a:off x="339050" y="1113150"/>
          <a:ext cx="3000000" cy="3000000"/>
        </p:xfrm>
        <a:graphic>
          <a:graphicData uri="http://schemas.openxmlformats.org/drawingml/2006/table">
            <a:tbl>
              <a:tblPr>
                <a:noFill/>
                <a:tableStyleId>{7113FC07-ED0A-424B-A021-3AF69EE6CE0B}</a:tableStyleId>
              </a:tblPr>
              <a:tblGrid>
                <a:gridCol w="1458575">
                  <a:extLst>
                    <a:ext uri="{9D8B030D-6E8A-4147-A177-3AD203B41FA5}">
                      <a16:colId xmlns:a16="http://schemas.microsoft.com/office/drawing/2014/main" val="20000"/>
                    </a:ext>
                  </a:extLst>
                </a:gridCol>
                <a:gridCol w="2639325">
                  <a:extLst>
                    <a:ext uri="{9D8B030D-6E8A-4147-A177-3AD203B41FA5}">
                      <a16:colId xmlns:a16="http://schemas.microsoft.com/office/drawing/2014/main" val="20001"/>
                    </a:ext>
                  </a:extLst>
                </a:gridCol>
              </a:tblGrid>
              <a:tr h="499250">
                <a:tc>
                  <a:txBody>
                    <a:bodyPr/>
                    <a:lstStyle/>
                    <a:p>
                      <a:pPr marL="0" lvl="0" indent="0" algn="l" rtl="0">
                        <a:spcBef>
                          <a:spcPts val="0"/>
                        </a:spcBef>
                        <a:spcAft>
                          <a:spcPts val="0"/>
                        </a:spcAft>
                        <a:buNone/>
                      </a:pPr>
                      <a:endParaRPr sz="1000">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tcPr>
                </a:tc>
                <a:tc>
                  <a:txBody>
                    <a:bodyPr/>
                    <a:lstStyle/>
                    <a:p>
                      <a:pPr marL="0" lvl="0" indent="0" algn="l" rtl="0">
                        <a:lnSpc>
                          <a:spcPct val="100000"/>
                        </a:lnSpc>
                        <a:spcBef>
                          <a:spcPts val="0"/>
                        </a:spcBef>
                        <a:spcAft>
                          <a:spcPts val="0"/>
                        </a:spcAft>
                        <a:buNone/>
                      </a:pPr>
                      <a:r>
                        <a:rPr lang="en" sz="1000" b="1">
                          <a:solidFill>
                            <a:schemeClr val="dk1"/>
                          </a:solidFill>
                          <a:latin typeface="DS Indigo"/>
                          <a:ea typeface="DS Indigo"/>
                          <a:cs typeface="DS Indigo"/>
                          <a:sym typeface="DS Indigo"/>
                        </a:rPr>
                        <a:t>Comparison Table 1</a:t>
                      </a:r>
                      <a:endParaRPr sz="1000" b="1">
                        <a:solidFill>
                          <a:schemeClr val="dk1"/>
                        </a:solidFill>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extLst>
                  <a:ext uri="{0D108BD9-81ED-4DB2-BD59-A6C34878D82A}">
                    <a16:rowId xmlns:a16="http://schemas.microsoft.com/office/drawing/2014/main" val="10000"/>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1</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chemeClr val="lt2"/>
                    </a:solidFill>
                  </a:tcPr>
                </a:tc>
                <a:extLst>
                  <a:ext uri="{0D108BD9-81ED-4DB2-BD59-A6C34878D82A}">
                    <a16:rowId xmlns:a16="http://schemas.microsoft.com/office/drawing/2014/main" val="10001"/>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2</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extLst>
                  <a:ext uri="{0D108BD9-81ED-4DB2-BD59-A6C34878D82A}">
                    <a16:rowId xmlns:a16="http://schemas.microsoft.com/office/drawing/2014/main" val="10002"/>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3</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extLst>
                  <a:ext uri="{0D108BD9-81ED-4DB2-BD59-A6C34878D82A}">
                    <a16:rowId xmlns:a16="http://schemas.microsoft.com/office/drawing/2014/main" val="10003"/>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4</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bl>
          </a:graphicData>
        </a:graphic>
      </p:graphicFrame>
      <p:graphicFrame>
        <p:nvGraphicFramePr>
          <p:cNvPr id="2172" name="Google Shape;2172;p202"/>
          <p:cNvGraphicFramePr/>
          <p:nvPr/>
        </p:nvGraphicFramePr>
        <p:xfrm>
          <a:off x="4707100" y="1113150"/>
          <a:ext cx="3000000" cy="3000000"/>
        </p:xfrm>
        <a:graphic>
          <a:graphicData uri="http://schemas.openxmlformats.org/drawingml/2006/table">
            <a:tbl>
              <a:tblPr>
                <a:noFill/>
                <a:tableStyleId>{7113FC07-ED0A-424B-A021-3AF69EE6CE0B}</a:tableStyleId>
              </a:tblPr>
              <a:tblGrid>
                <a:gridCol w="1454750">
                  <a:extLst>
                    <a:ext uri="{9D8B030D-6E8A-4147-A177-3AD203B41FA5}">
                      <a16:colId xmlns:a16="http://schemas.microsoft.com/office/drawing/2014/main" val="20000"/>
                    </a:ext>
                  </a:extLst>
                </a:gridCol>
                <a:gridCol w="2643150">
                  <a:extLst>
                    <a:ext uri="{9D8B030D-6E8A-4147-A177-3AD203B41FA5}">
                      <a16:colId xmlns:a16="http://schemas.microsoft.com/office/drawing/2014/main" val="20001"/>
                    </a:ext>
                  </a:extLst>
                </a:gridCol>
              </a:tblGrid>
              <a:tr h="499250">
                <a:tc>
                  <a:txBody>
                    <a:bodyPr/>
                    <a:lstStyle/>
                    <a:p>
                      <a:pPr marL="0" lvl="0" indent="0" algn="l" rtl="0">
                        <a:spcBef>
                          <a:spcPts val="0"/>
                        </a:spcBef>
                        <a:spcAft>
                          <a:spcPts val="0"/>
                        </a:spcAft>
                        <a:buNone/>
                      </a:pPr>
                      <a:endParaRPr sz="1000">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tcPr>
                </a:tc>
                <a:tc>
                  <a:txBody>
                    <a:bodyPr/>
                    <a:lstStyle/>
                    <a:p>
                      <a:pPr marL="0" lvl="0" indent="0" algn="l" rtl="0">
                        <a:spcBef>
                          <a:spcPts val="0"/>
                        </a:spcBef>
                        <a:spcAft>
                          <a:spcPts val="0"/>
                        </a:spcAft>
                        <a:buNone/>
                      </a:pPr>
                      <a:r>
                        <a:rPr lang="en" sz="1000" b="1">
                          <a:solidFill>
                            <a:schemeClr val="dk1"/>
                          </a:solidFill>
                          <a:latin typeface="DS Indigo"/>
                          <a:ea typeface="DS Indigo"/>
                          <a:cs typeface="DS Indigo"/>
                          <a:sym typeface="DS Indigo"/>
                        </a:rPr>
                        <a:t>Comparison Table 2</a:t>
                      </a:r>
                      <a:endParaRPr sz="1000" b="1">
                        <a:solidFill>
                          <a:schemeClr val="dk1"/>
                        </a:solidFill>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extLst>
                  <a:ext uri="{0D108BD9-81ED-4DB2-BD59-A6C34878D82A}">
                    <a16:rowId xmlns:a16="http://schemas.microsoft.com/office/drawing/2014/main" val="10000"/>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1</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chemeClr val="lt2"/>
                    </a:solidFill>
                  </a:tcPr>
                </a:tc>
                <a:extLst>
                  <a:ext uri="{0D108BD9-81ED-4DB2-BD59-A6C34878D82A}">
                    <a16:rowId xmlns:a16="http://schemas.microsoft.com/office/drawing/2014/main" val="10001"/>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2</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extLst>
                  <a:ext uri="{0D108BD9-81ED-4DB2-BD59-A6C34878D82A}">
                    <a16:rowId xmlns:a16="http://schemas.microsoft.com/office/drawing/2014/main" val="10002"/>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3</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2"/>
                    </a:solidFill>
                  </a:tcPr>
                </a:tc>
                <a:extLst>
                  <a:ext uri="{0D108BD9-81ED-4DB2-BD59-A6C34878D82A}">
                    <a16:rowId xmlns:a16="http://schemas.microsoft.com/office/drawing/2014/main" val="10003"/>
                  </a:ext>
                </a:extLst>
              </a:tr>
              <a:tr h="718600">
                <a:tc>
                  <a:txBody>
                    <a:bodyPr/>
                    <a:lstStyle/>
                    <a:p>
                      <a:pPr marL="0" lvl="0" indent="0" algn="l" rtl="0">
                        <a:spcBef>
                          <a:spcPts val="0"/>
                        </a:spcBef>
                        <a:spcAft>
                          <a:spcPts val="0"/>
                        </a:spcAft>
                        <a:buNone/>
                      </a:pPr>
                      <a:r>
                        <a:rPr lang="en" sz="1000" b="1">
                          <a:latin typeface="DS Indigo"/>
                          <a:ea typeface="DS Indigo"/>
                          <a:cs typeface="DS Indigo"/>
                          <a:sym typeface="DS Indigo"/>
                        </a:rPr>
                        <a:t>Product name 4</a:t>
                      </a:r>
                      <a:endParaRPr sz="10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tcPr>
                </a:tc>
                <a:tc>
                  <a:txBody>
                    <a:bodyPr/>
                    <a:lstStyle/>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76"/>
        <p:cNvGrpSpPr/>
        <p:nvPr/>
      </p:nvGrpSpPr>
      <p:grpSpPr>
        <a:xfrm>
          <a:off x="0" y="0"/>
          <a:ext cx="0" cy="0"/>
          <a:chOff x="0" y="0"/>
          <a:chExt cx="0" cy="0"/>
        </a:xfrm>
      </p:grpSpPr>
      <p:sp>
        <p:nvSpPr>
          <p:cNvPr id="2177" name="Google Shape;2177;p20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69</a:t>
            </a:fld>
            <a:endParaRPr/>
          </a:p>
        </p:txBody>
      </p:sp>
      <p:graphicFrame>
        <p:nvGraphicFramePr>
          <p:cNvPr id="2178" name="Google Shape;2178;p203"/>
          <p:cNvGraphicFramePr/>
          <p:nvPr/>
        </p:nvGraphicFramePr>
        <p:xfrm>
          <a:off x="3252325" y="1113200"/>
          <a:ext cx="3000000" cy="3000000"/>
        </p:xfrm>
        <a:graphic>
          <a:graphicData uri="http://schemas.openxmlformats.org/drawingml/2006/table">
            <a:tbl>
              <a:tblPr>
                <a:noFill/>
                <a:tableStyleId>{7113FC07-ED0A-424B-A021-3AF69EE6CE0B}</a:tableStyleId>
              </a:tblPr>
              <a:tblGrid>
                <a:gridCol w="924800">
                  <a:extLst>
                    <a:ext uri="{9D8B030D-6E8A-4147-A177-3AD203B41FA5}">
                      <a16:colId xmlns:a16="http://schemas.microsoft.com/office/drawing/2014/main" val="20000"/>
                    </a:ext>
                  </a:extLst>
                </a:gridCol>
                <a:gridCol w="924800">
                  <a:extLst>
                    <a:ext uri="{9D8B030D-6E8A-4147-A177-3AD203B41FA5}">
                      <a16:colId xmlns:a16="http://schemas.microsoft.com/office/drawing/2014/main" val="20001"/>
                    </a:ext>
                  </a:extLst>
                </a:gridCol>
                <a:gridCol w="924800">
                  <a:extLst>
                    <a:ext uri="{9D8B030D-6E8A-4147-A177-3AD203B41FA5}">
                      <a16:colId xmlns:a16="http://schemas.microsoft.com/office/drawing/2014/main" val="20002"/>
                    </a:ext>
                  </a:extLst>
                </a:gridCol>
                <a:gridCol w="924800">
                  <a:extLst>
                    <a:ext uri="{9D8B030D-6E8A-4147-A177-3AD203B41FA5}">
                      <a16:colId xmlns:a16="http://schemas.microsoft.com/office/drawing/2014/main" val="20003"/>
                    </a:ext>
                  </a:extLst>
                </a:gridCol>
                <a:gridCol w="924800">
                  <a:extLst>
                    <a:ext uri="{9D8B030D-6E8A-4147-A177-3AD203B41FA5}">
                      <a16:colId xmlns:a16="http://schemas.microsoft.com/office/drawing/2014/main" val="20004"/>
                    </a:ext>
                  </a:extLst>
                </a:gridCol>
                <a:gridCol w="924800">
                  <a:extLst>
                    <a:ext uri="{9D8B030D-6E8A-4147-A177-3AD203B41FA5}">
                      <a16:colId xmlns:a16="http://schemas.microsoft.com/office/drawing/2014/main" val="20005"/>
                    </a:ext>
                  </a:extLst>
                </a:gridCol>
              </a:tblGrid>
              <a:tr h="401000">
                <a:tc>
                  <a:txBody>
                    <a:bodyPr/>
                    <a:lstStyle/>
                    <a:p>
                      <a:pPr marL="0" lvl="0" indent="0" algn="l" rtl="0">
                        <a:spcBef>
                          <a:spcPts val="0"/>
                        </a:spcBef>
                        <a:spcAft>
                          <a:spcPts val="0"/>
                        </a:spcAft>
                        <a:buNone/>
                      </a:pPr>
                      <a:endParaRPr sz="10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DS Indigo SemiBold"/>
                          <a:ea typeface="DS Indigo SemiBold"/>
                          <a:cs typeface="DS Indigo SemiBold"/>
                          <a:sym typeface="DS Indigo SemiBold"/>
                        </a:rPr>
                        <a:t>C1</a:t>
                      </a:r>
                      <a:endParaRPr sz="10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ctr" rtl="0">
                        <a:spcBef>
                          <a:spcPts val="0"/>
                        </a:spcBef>
                        <a:spcAft>
                          <a:spcPts val="0"/>
                        </a:spcAft>
                        <a:buNone/>
                      </a:pPr>
                      <a:r>
                        <a:rPr lang="en" sz="1000">
                          <a:latin typeface="DS Indigo SemiBold"/>
                          <a:ea typeface="DS Indigo SemiBold"/>
                          <a:cs typeface="DS Indigo SemiBold"/>
                          <a:sym typeface="DS Indigo SemiBold"/>
                        </a:rPr>
                        <a:t>C2</a:t>
                      </a:r>
                      <a:endParaRPr sz="10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ctr" rtl="0">
                        <a:spcBef>
                          <a:spcPts val="0"/>
                        </a:spcBef>
                        <a:spcAft>
                          <a:spcPts val="0"/>
                        </a:spcAft>
                        <a:buNone/>
                      </a:pPr>
                      <a:r>
                        <a:rPr lang="en" sz="1000">
                          <a:latin typeface="DS Indigo SemiBold"/>
                          <a:ea typeface="DS Indigo SemiBold"/>
                          <a:cs typeface="DS Indigo SemiBold"/>
                          <a:sym typeface="DS Indigo SemiBold"/>
                        </a:rPr>
                        <a:t>C3</a:t>
                      </a:r>
                      <a:endParaRPr sz="10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ctr" rtl="0">
                        <a:spcBef>
                          <a:spcPts val="0"/>
                        </a:spcBef>
                        <a:spcAft>
                          <a:spcPts val="0"/>
                        </a:spcAft>
                        <a:buNone/>
                      </a:pPr>
                      <a:r>
                        <a:rPr lang="en" sz="1000">
                          <a:latin typeface="DS Indigo SemiBold"/>
                          <a:ea typeface="DS Indigo SemiBold"/>
                          <a:cs typeface="DS Indigo SemiBold"/>
                          <a:sym typeface="DS Indigo SemiBold"/>
                        </a:rPr>
                        <a:t>C4</a:t>
                      </a:r>
                      <a:endParaRPr sz="10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ctr" rtl="0">
                        <a:spcBef>
                          <a:spcPts val="0"/>
                        </a:spcBef>
                        <a:spcAft>
                          <a:spcPts val="0"/>
                        </a:spcAft>
                        <a:buNone/>
                      </a:pPr>
                      <a:r>
                        <a:rPr lang="en" sz="1000">
                          <a:solidFill>
                            <a:schemeClr val="lt1"/>
                          </a:solidFill>
                          <a:latin typeface="DS Indigo SemiBold"/>
                          <a:ea typeface="DS Indigo SemiBold"/>
                          <a:cs typeface="DS Indigo SemiBold"/>
                          <a:sym typeface="DS Indigo SemiBold"/>
                        </a:rPr>
                        <a:t>Docusign</a:t>
                      </a:r>
                      <a:endParaRPr sz="1000">
                        <a:solidFill>
                          <a:schemeClr val="lt1"/>
                        </a:solidFill>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67825">
                <a:tc>
                  <a:txBody>
                    <a:bodyPr/>
                    <a:lstStyle/>
                    <a:p>
                      <a:pPr marL="0" lvl="0" indent="0" algn="r" rtl="0">
                        <a:spcBef>
                          <a:spcPts val="0"/>
                        </a:spcBef>
                        <a:spcAft>
                          <a:spcPts val="0"/>
                        </a:spcAft>
                        <a:buNone/>
                      </a:pPr>
                      <a:r>
                        <a:rPr lang="en" sz="800">
                          <a:latin typeface="DS Indigo SemiBold"/>
                          <a:ea typeface="DS Indigo SemiBold"/>
                          <a:cs typeface="DS Indigo SemiBold"/>
                          <a:sym typeface="DS Indigo SemiBold"/>
                        </a:rPr>
                        <a:t>Feature 1</a:t>
                      </a:r>
                      <a:endParaRPr sz="8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solidFill>
                      <a:prstDash val="solid"/>
                      <a:round/>
                      <a:headEnd type="none" w="sm" len="sm"/>
                      <a:tailEnd type="none" w="sm" len="sm"/>
                    </a:lnB>
                    <a:solidFill>
                      <a:srgbClr val="F4F4F6"/>
                    </a:solidFill>
                  </a:tcPr>
                </a:tc>
                <a:extLst>
                  <a:ext uri="{0D108BD9-81ED-4DB2-BD59-A6C34878D82A}">
                    <a16:rowId xmlns:a16="http://schemas.microsoft.com/office/drawing/2014/main" val="10001"/>
                  </a:ext>
                </a:extLst>
              </a:tr>
              <a:tr h="367825">
                <a:tc>
                  <a:txBody>
                    <a:bodyPr/>
                    <a:lstStyle/>
                    <a:p>
                      <a:pPr marL="0" lvl="0" indent="0" algn="r" rtl="0">
                        <a:spcBef>
                          <a:spcPts val="0"/>
                        </a:spcBef>
                        <a:spcAft>
                          <a:spcPts val="0"/>
                        </a:spcAft>
                        <a:buNone/>
                      </a:pPr>
                      <a:r>
                        <a:rPr lang="en" sz="800">
                          <a:latin typeface="DS Indigo SemiBold"/>
                          <a:ea typeface="DS Indigo SemiBold"/>
                          <a:cs typeface="DS Indigo SemiBold"/>
                          <a:sym typeface="DS Indigo SemiBold"/>
                        </a:rPr>
                        <a:t>Feature 2</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94200">
                <a:tc>
                  <a:txBody>
                    <a:bodyPr/>
                    <a:lstStyle/>
                    <a:p>
                      <a:pPr marL="0" lvl="0" indent="0" algn="r" rtl="0">
                        <a:spcBef>
                          <a:spcPts val="0"/>
                        </a:spcBef>
                        <a:spcAft>
                          <a:spcPts val="0"/>
                        </a:spcAft>
                        <a:buNone/>
                      </a:pPr>
                      <a:r>
                        <a:rPr lang="en" sz="800">
                          <a:latin typeface="DS Indigo SemiBold"/>
                          <a:ea typeface="DS Indigo SemiBold"/>
                          <a:cs typeface="DS Indigo SemiBold"/>
                          <a:sym typeface="DS Indigo SemiBold"/>
                        </a:rPr>
                        <a:t>Feature 3</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4F4F6"/>
                    </a:solidFill>
                  </a:tcPr>
                </a:tc>
                <a:extLst>
                  <a:ext uri="{0D108BD9-81ED-4DB2-BD59-A6C34878D82A}">
                    <a16:rowId xmlns:a16="http://schemas.microsoft.com/office/drawing/2014/main" val="10003"/>
                  </a:ext>
                </a:extLst>
              </a:tr>
              <a:tr h="394200">
                <a:tc>
                  <a:txBody>
                    <a:bodyPr/>
                    <a:lstStyle/>
                    <a:p>
                      <a:pPr marL="0" lvl="0" indent="0" algn="r" rtl="0">
                        <a:spcBef>
                          <a:spcPts val="0"/>
                        </a:spcBef>
                        <a:spcAft>
                          <a:spcPts val="0"/>
                        </a:spcAft>
                        <a:buNone/>
                      </a:pPr>
                      <a:r>
                        <a:rPr lang="en" sz="800">
                          <a:latin typeface="DS Indigo SemiBold"/>
                          <a:ea typeface="DS Indigo SemiBold"/>
                          <a:cs typeface="DS Indigo SemiBold"/>
                          <a:sym typeface="DS Indigo SemiBold"/>
                        </a:rPr>
                        <a:t>Feature 4</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94200">
                <a:tc>
                  <a:txBody>
                    <a:bodyPr/>
                    <a:lstStyle/>
                    <a:p>
                      <a:pPr marL="0" lvl="0" indent="0" algn="r" rtl="0">
                        <a:spcBef>
                          <a:spcPts val="0"/>
                        </a:spcBef>
                        <a:spcAft>
                          <a:spcPts val="0"/>
                        </a:spcAft>
                        <a:buNone/>
                      </a:pPr>
                      <a:r>
                        <a:rPr lang="en" sz="800">
                          <a:latin typeface="DS Indigo SemiBold"/>
                          <a:ea typeface="DS Indigo SemiBold"/>
                          <a:cs typeface="DS Indigo SemiBold"/>
                          <a:sym typeface="DS Indigo SemiBold"/>
                        </a:rPr>
                        <a:t>Feature 5</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4F4F6"/>
                    </a:solidFill>
                  </a:tcPr>
                </a:tc>
                <a:extLst>
                  <a:ext uri="{0D108BD9-81ED-4DB2-BD59-A6C34878D82A}">
                    <a16:rowId xmlns:a16="http://schemas.microsoft.com/office/drawing/2014/main" val="10005"/>
                  </a:ext>
                </a:extLst>
              </a:tr>
              <a:tr h="394200">
                <a:tc>
                  <a:txBody>
                    <a:bodyPr/>
                    <a:lstStyle/>
                    <a:p>
                      <a:pPr marL="0" lvl="0" indent="0" algn="r" rtl="0">
                        <a:spcBef>
                          <a:spcPts val="0"/>
                        </a:spcBef>
                        <a:spcAft>
                          <a:spcPts val="0"/>
                        </a:spcAft>
                        <a:buNone/>
                      </a:pPr>
                      <a:r>
                        <a:rPr lang="en" sz="800">
                          <a:latin typeface="DS Indigo SemiBold"/>
                          <a:ea typeface="DS Indigo SemiBold"/>
                          <a:cs typeface="DS Indigo SemiBold"/>
                          <a:sym typeface="DS Indigo SemiBold"/>
                        </a:rPr>
                        <a:t>Feature 6</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solidFill>
                      <a:schemeClr val="lt1"/>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67825">
                <a:tc>
                  <a:txBody>
                    <a:bodyPr/>
                    <a:lstStyle/>
                    <a:p>
                      <a:pPr marL="0" lvl="0" indent="0" algn="r" rtl="0">
                        <a:spcBef>
                          <a:spcPts val="0"/>
                        </a:spcBef>
                        <a:spcAft>
                          <a:spcPts val="0"/>
                        </a:spcAft>
                        <a:buNone/>
                      </a:pPr>
                      <a:r>
                        <a:rPr lang="en" sz="800">
                          <a:latin typeface="DS Indigo SemiBold"/>
                          <a:ea typeface="DS Indigo SemiBold"/>
                          <a:cs typeface="DS Indigo SemiBold"/>
                          <a:sym typeface="DS Indigo SemiBold"/>
                        </a:rPr>
                        <a:t>Feature 7</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rgbClr val="F4F4F6"/>
                    </a:solidFill>
                  </a:tcPr>
                </a:tc>
                <a:tc>
                  <a:txBody>
                    <a:bodyPr/>
                    <a:lstStyle/>
                    <a:p>
                      <a:pPr marL="0" lvl="0" indent="0" algn="ctr" rtl="0">
                        <a:spcBef>
                          <a:spcPts val="0"/>
                        </a:spcBef>
                        <a:spcAft>
                          <a:spcPts val="0"/>
                        </a:spcAft>
                        <a:buNone/>
                      </a:pP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rgbClr val="F4F4F6"/>
                    </a:solidFill>
                  </a:tcPr>
                </a:tc>
                <a:tc>
                  <a:txBody>
                    <a:bodyPr/>
                    <a:lstStyle/>
                    <a:p>
                      <a:pPr marL="0" lvl="0" indent="0" algn="ctr" rtl="0">
                        <a:spcBef>
                          <a:spcPts val="0"/>
                        </a:spcBef>
                        <a:spcAft>
                          <a:spcPts val="0"/>
                        </a:spcAft>
                        <a:buNone/>
                      </a:pP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rgbClr val="F4F4F6"/>
                    </a:solidFill>
                  </a:tcPr>
                </a:tc>
                <a:tc>
                  <a:txBody>
                    <a:bodyPr/>
                    <a:lstStyle/>
                    <a:p>
                      <a:pPr marL="0" lvl="0" indent="0" algn="ctr" rtl="0">
                        <a:spcBef>
                          <a:spcPts val="0"/>
                        </a:spcBef>
                        <a:spcAft>
                          <a:spcPts val="0"/>
                        </a:spcAft>
                        <a:buNone/>
                      </a:pPr>
                      <a:r>
                        <a:rPr lang="en" sz="800">
                          <a:latin typeface="DS Indigo SemiBold"/>
                          <a:ea typeface="DS Indigo SemiBold"/>
                          <a:cs typeface="DS Indigo SemiBold"/>
                          <a:sym typeface="DS Indigo SemiBold"/>
                        </a:rPr>
                        <a:t>X</a:t>
                      </a:r>
                      <a:endParaRPr sz="8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4F4F6"/>
                    </a:solidFill>
                  </a:tcPr>
                </a:tc>
                <a:extLst>
                  <a:ext uri="{0D108BD9-81ED-4DB2-BD59-A6C34878D82A}">
                    <a16:rowId xmlns:a16="http://schemas.microsoft.com/office/drawing/2014/main" val="10007"/>
                  </a:ext>
                </a:extLst>
              </a:tr>
            </a:tbl>
          </a:graphicData>
        </a:graphic>
      </p:graphicFrame>
      <p:sp>
        <p:nvSpPr>
          <p:cNvPr id="2179" name="Google Shape;2179;p203"/>
          <p:cNvSpPr txBox="1"/>
          <p:nvPr/>
        </p:nvSpPr>
        <p:spPr>
          <a:xfrm>
            <a:off x="342925" y="1240600"/>
            <a:ext cx="2639400" cy="29691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Competitor Table</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Lorem ipsum dolor sit amet, consectetur adipiscing elit. Donec eget velit id ex auctor. In vulputate nisl at varius semper. Donec et purus congue, faucibus dolor eu, ultrices urna. Praesent id pharetra quam. Nunc ut ornare massa, et molli.</a:t>
            </a:r>
            <a:endParaRPr sz="1000">
              <a:latin typeface="DS Indigo"/>
              <a:ea typeface="DS Indigo"/>
              <a:cs typeface="DS Indigo"/>
              <a:sym typeface="DS Indigo"/>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83"/>
        <p:cNvGrpSpPr/>
        <p:nvPr/>
      </p:nvGrpSpPr>
      <p:grpSpPr>
        <a:xfrm>
          <a:off x="0" y="0"/>
          <a:ext cx="0" cy="0"/>
          <a:chOff x="0" y="0"/>
          <a:chExt cx="0" cy="0"/>
        </a:xfrm>
      </p:grpSpPr>
      <p:sp>
        <p:nvSpPr>
          <p:cNvPr id="2184" name="Google Shape;2184;p20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70</a:t>
            </a:fld>
            <a:endParaRPr/>
          </a:p>
        </p:txBody>
      </p:sp>
      <p:graphicFrame>
        <p:nvGraphicFramePr>
          <p:cNvPr id="2185" name="Google Shape;2185;p204"/>
          <p:cNvGraphicFramePr/>
          <p:nvPr/>
        </p:nvGraphicFramePr>
        <p:xfrm>
          <a:off x="2254825" y="394325"/>
          <a:ext cx="3000000" cy="3000000"/>
        </p:xfrm>
        <a:graphic>
          <a:graphicData uri="http://schemas.openxmlformats.org/drawingml/2006/table">
            <a:tbl>
              <a:tblPr>
                <a:noFill/>
                <a:tableStyleId>{7113FC07-ED0A-424B-A021-3AF69EE6CE0B}</a:tableStyleId>
              </a:tblPr>
              <a:tblGrid>
                <a:gridCol w="1034650">
                  <a:extLst>
                    <a:ext uri="{9D8B030D-6E8A-4147-A177-3AD203B41FA5}">
                      <a16:colId xmlns:a16="http://schemas.microsoft.com/office/drawing/2014/main" val="20000"/>
                    </a:ext>
                  </a:extLst>
                </a:gridCol>
                <a:gridCol w="1437850">
                  <a:extLst>
                    <a:ext uri="{9D8B030D-6E8A-4147-A177-3AD203B41FA5}">
                      <a16:colId xmlns:a16="http://schemas.microsoft.com/office/drawing/2014/main" val="20001"/>
                    </a:ext>
                  </a:extLst>
                </a:gridCol>
                <a:gridCol w="1297575">
                  <a:extLst>
                    <a:ext uri="{9D8B030D-6E8A-4147-A177-3AD203B41FA5}">
                      <a16:colId xmlns:a16="http://schemas.microsoft.com/office/drawing/2014/main" val="20002"/>
                    </a:ext>
                  </a:extLst>
                </a:gridCol>
                <a:gridCol w="1385200">
                  <a:extLst>
                    <a:ext uri="{9D8B030D-6E8A-4147-A177-3AD203B41FA5}">
                      <a16:colId xmlns:a16="http://schemas.microsoft.com/office/drawing/2014/main" val="20003"/>
                    </a:ext>
                  </a:extLst>
                </a:gridCol>
                <a:gridCol w="1391075">
                  <a:extLst>
                    <a:ext uri="{9D8B030D-6E8A-4147-A177-3AD203B41FA5}">
                      <a16:colId xmlns:a16="http://schemas.microsoft.com/office/drawing/2014/main" val="20004"/>
                    </a:ext>
                  </a:extLst>
                </a:gridCol>
              </a:tblGrid>
              <a:tr h="424850">
                <a:tc>
                  <a:txBody>
                    <a:bodyPr/>
                    <a:lstStyle/>
                    <a:p>
                      <a:pPr marL="0" lvl="0" indent="0" algn="l" rtl="0">
                        <a:spcBef>
                          <a:spcPts val="100"/>
                        </a:spcBef>
                        <a:spcAft>
                          <a:spcPts val="0"/>
                        </a:spcAft>
                        <a:buNone/>
                      </a:pPr>
                      <a:endParaRPr sz="10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100"/>
                        </a:spcBef>
                        <a:spcAft>
                          <a:spcPts val="0"/>
                        </a:spcAft>
                        <a:buNone/>
                      </a:pPr>
                      <a:r>
                        <a:rPr lang="en" sz="700">
                          <a:solidFill>
                            <a:schemeClr val="dk1"/>
                          </a:solidFill>
                          <a:latin typeface="DS Indigo SemiBold"/>
                          <a:ea typeface="DS Indigo SemiBold"/>
                          <a:cs typeface="DS Indigo SemiBold"/>
                          <a:sym typeface="DS Indigo SemiBold"/>
                        </a:rPr>
                        <a:t>(Web Only)</a:t>
                      </a:r>
                      <a:br>
                        <a:rPr lang="en" sz="1100">
                          <a:solidFill>
                            <a:schemeClr val="dk1"/>
                          </a:solidFill>
                          <a:latin typeface="DS Indigo SemiBold"/>
                          <a:ea typeface="DS Indigo SemiBold"/>
                          <a:cs typeface="DS Indigo SemiBold"/>
                          <a:sym typeface="DS Indigo SemiBold"/>
                        </a:rPr>
                      </a:br>
                      <a:r>
                        <a:rPr lang="en" sz="1100">
                          <a:solidFill>
                            <a:schemeClr val="dk1"/>
                          </a:solidFill>
                          <a:latin typeface="DS Indigo SemiBold"/>
                          <a:ea typeface="DS Indigo SemiBold"/>
                          <a:cs typeface="DS Indigo SemiBold"/>
                          <a:sym typeface="DS Indigo SemiBold"/>
                        </a:rPr>
                        <a:t>Personal</a:t>
                      </a:r>
                      <a:endParaRPr sz="800">
                        <a:solidFill>
                          <a:schemeClr val="dk1"/>
                        </a:solidFill>
                        <a:latin typeface="DS Indigo"/>
                        <a:ea typeface="DS Indigo"/>
                        <a:cs typeface="DS Indigo"/>
                        <a:sym typeface="DS Indigo"/>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spcBef>
                          <a:spcPts val="100"/>
                        </a:spcBef>
                        <a:spcAft>
                          <a:spcPts val="0"/>
                        </a:spcAft>
                        <a:buNone/>
                      </a:pPr>
                      <a:r>
                        <a:rPr lang="en" sz="1100">
                          <a:solidFill>
                            <a:schemeClr val="dk1"/>
                          </a:solidFill>
                          <a:latin typeface="DS Indigo SemiBold"/>
                          <a:ea typeface="DS Indigo SemiBold"/>
                          <a:cs typeface="DS Indigo SemiBold"/>
                          <a:sym typeface="DS Indigo SemiBold"/>
                        </a:rPr>
                        <a:t>Standard</a:t>
                      </a:r>
                      <a:endParaRPr sz="10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l" rtl="0">
                        <a:spcBef>
                          <a:spcPts val="100"/>
                        </a:spcBef>
                        <a:spcAft>
                          <a:spcPts val="0"/>
                        </a:spcAft>
                        <a:buNone/>
                      </a:pPr>
                      <a:r>
                        <a:rPr lang="en" sz="1100">
                          <a:solidFill>
                            <a:schemeClr val="dk1"/>
                          </a:solidFill>
                          <a:latin typeface="DS Indigo SemiBold"/>
                          <a:ea typeface="DS Indigo SemiBold"/>
                          <a:cs typeface="DS Indigo SemiBold"/>
                          <a:sym typeface="DS Indigo SemiBold"/>
                        </a:rPr>
                        <a:t>Business Pro</a:t>
                      </a:r>
                      <a:endParaRPr sz="10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5D2C9"/>
                    </a:solidFill>
                  </a:tcPr>
                </a:tc>
                <a:tc>
                  <a:txBody>
                    <a:bodyPr/>
                    <a:lstStyle/>
                    <a:p>
                      <a:pPr marL="0" lvl="0" indent="0" algn="l" rtl="0">
                        <a:spcBef>
                          <a:spcPts val="100"/>
                        </a:spcBef>
                        <a:spcAft>
                          <a:spcPts val="0"/>
                        </a:spcAft>
                        <a:buNone/>
                      </a:pPr>
                      <a:r>
                        <a:rPr lang="en" sz="1100">
                          <a:solidFill>
                            <a:schemeClr val="dk1"/>
                          </a:solidFill>
                          <a:latin typeface="DS Indigo SemiBold"/>
                          <a:ea typeface="DS Indigo SemiBold"/>
                          <a:cs typeface="DS Indigo SemiBold"/>
                          <a:sym typeface="DS Indigo SemiBold"/>
                        </a:rPr>
                        <a:t>Enterprise Pro</a:t>
                      </a:r>
                      <a:endParaRPr sz="1000">
                        <a:solidFill>
                          <a:schemeClr val="dk1"/>
                        </a:solidFill>
                        <a:latin typeface="DS Indigo SemiBold"/>
                        <a:ea typeface="DS Indigo SemiBold"/>
                        <a:cs typeface="DS Indigo SemiBold"/>
                        <a:sym typeface="DS Indigo SemiBold"/>
                      </a:endParaRPr>
                    </a:p>
                  </a:txBody>
                  <a:tcPr marL="91425" marR="91425" marT="91425"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68200">
                <a:tc>
                  <a:txBody>
                    <a:bodyPr/>
                    <a:lstStyle/>
                    <a:p>
                      <a:pPr marL="0" lvl="0" indent="0" algn="r" rtl="0">
                        <a:spcBef>
                          <a:spcPts val="100"/>
                        </a:spcBef>
                        <a:spcAft>
                          <a:spcPts val="0"/>
                        </a:spcAft>
                        <a:buNone/>
                      </a:pPr>
                      <a:r>
                        <a:rPr lang="en" sz="800" b="1">
                          <a:latin typeface="DS Indigo"/>
                          <a:ea typeface="DS Indigo"/>
                          <a:cs typeface="DS Indigo"/>
                          <a:sym typeface="DS Indigo"/>
                        </a:rPr>
                        <a:t>Overview</a:t>
                      </a:r>
                      <a:endParaRPr sz="800" b="1"/>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tcPr>
                </a:tc>
                <a:tc>
                  <a:txBody>
                    <a:bodyPr/>
                    <a:lstStyle/>
                    <a:p>
                      <a:pPr marL="0" lvl="0" indent="0" algn="l" rtl="0">
                        <a:spcBef>
                          <a:spcPts val="100"/>
                        </a:spcBef>
                        <a:spcAft>
                          <a:spcPts val="0"/>
                        </a:spcAft>
                        <a:buClr>
                          <a:schemeClr val="dk1"/>
                        </a:buClr>
                        <a:buSzPts val="1100"/>
                        <a:buFont typeface="Arial"/>
                        <a:buNone/>
                      </a:pPr>
                      <a:r>
                        <a:rPr lang="en" sz="700" b="1">
                          <a:solidFill>
                            <a:schemeClr val="dk1"/>
                          </a:solidFill>
                          <a:latin typeface="DS Indigo"/>
                          <a:ea typeface="DS Indigo"/>
                          <a:cs typeface="DS Indigo"/>
                          <a:sym typeface="DS Indigo"/>
                        </a:rPr>
                        <a:t>Single</a:t>
                      </a:r>
                      <a:br>
                        <a:rPr lang="en" sz="700" b="1">
                          <a:solidFill>
                            <a:schemeClr val="dk1"/>
                          </a:solidFill>
                          <a:latin typeface="DS Indigo"/>
                          <a:ea typeface="DS Indigo"/>
                          <a:cs typeface="DS Indigo"/>
                          <a:sym typeface="DS Indigo"/>
                        </a:rPr>
                      </a:br>
                      <a:r>
                        <a:rPr lang="en" sz="700" b="1">
                          <a:solidFill>
                            <a:schemeClr val="dk1"/>
                          </a:solidFill>
                          <a:latin typeface="DS Indigo"/>
                          <a:ea typeface="DS Indigo"/>
                          <a:cs typeface="DS Indigo"/>
                          <a:sym typeface="DS Indigo"/>
                        </a:rPr>
                        <a:t>User Experience</a:t>
                      </a:r>
                      <a:endParaRPr sz="7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rgbClr val="F5F5F5"/>
                    </a:solidFill>
                  </a:tcPr>
                </a:tc>
                <a:tc>
                  <a:txBody>
                    <a:bodyPr/>
                    <a:lstStyle/>
                    <a:p>
                      <a:pPr marL="0" lvl="0" indent="0" algn="l" rtl="0">
                        <a:spcBef>
                          <a:spcPts val="100"/>
                        </a:spcBef>
                        <a:spcAft>
                          <a:spcPts val="0"/>
                        </a:spcAft>
                        <a:buClr>
                          <a:schemeClr val="dk1"/>
                        </a:buClr>
                        <a:buSzPts val="1100"/>
                        <a:buFont typeface="Arial"/>
                        <a:buNone/>
                      </a:pPr>
                      <a:r>
                        <a:rPr lang="en" sz="700" b="1">
                          <a:solidFill>
                            <a:schemeClr val="dk1"/>
                          </a:solidFill>
                          <a:latin typeface="DS Indigo"/>
                          <a:ea typeface="DS Indigo"/>
                          <a:cs typeface="DS Indigo"/>
                          <a:sym typeface="DS Indigo"/>
                        </a:rPr>
                        <a:t>Professional Signing Experience</a:t>
                      </a:r>
                      <a:endParaRPr sz="7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chemeClr val="lt1"/>
                    </a:solidFill>
                  </a:tcPr>
                </a:tc>
                <a:tc>
                  <a:txBody>
                    <a:bodyPr/>
                    <a:lstStyle/>
                    <a:p>
                      <a:pPr marL="0" lvl="0" indent="0" algn="l" rtl="0">
                        <a:spcBef>
                          <a:spcPts val="100"/>
                        </a:spcBef>
                        <a:spcAft>
                          <a:spcPts val="0"/>
                        </a:spcAft>
                        <a:buClr>
                          <a:schemeClr val="dk1"/>
                        </a:buClr>
                        <a:buSzPts val="1100"/>
                        <a:buFont typeface="Arial"/>
                        <a:buNone/>
                      </a:pPr>
                      <a:r>
                        <a:rPr lang="en" sz="700" b="1">
                          <a:solidFill>
                            <a:schemeClr val="dk1"/>
                          </a:solidFill>
                          <a:latin typeface="DS Indigo"/>
                          <a:ea typeface="DS Indigo"/>
                          <a:cs typeface="DS Indigo"/>
                          <a:sym typeface="DS Indigo"/>
                        </a:rPr>
                        <a:t>Customized Signing Experience</a:t>
                      </a:r>
                      <a:endParaRPr sz="7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solidFill>
                      <a:srgbClr val="F5F5F5"/>
                    </a:solidFill>
                  </a:tcPr>
                </a:tc>
                <a:tc>
                  <a:txBody>
                    <a:bodyPr/>
                    <a:lstStyle/>
                    <a:p>
                      <a:pPr marL="0" lvl="0" indent="0" algn="l" rtl="0">
                        <a:spcBef>
                          <a:spcPts val="100"/>
                        </a:spcBef>
                        <a:spcAft>
                          <a:spcPts val="0"/>
                        </a:spcAft>
                        <a:buClr>
                          <a:schemeClr val="dk1"/>
                        </a:buClr>
                        <a:buSzPts val="1100"/>
                        <a:buFont typeface="Arial"/>
                        <a:buNone/>
                      </a:pPr>
                      <a:r>
                        <a:rPr lang="en" sz="700" b="1">
                          <a:solidFill>
                            <a:schemeClr val="dk1"/>
                          </a:solidFill>
                          <a:latin typeface="DS Indigo"/>
                          <a:ea typeface="DS Indigo"/>
                          <a:cs typeface="DS Indigo"/>
                          <a:sym typeface="DS Indigo"/>
                        </a:rPr>
                        <a:t>Sophisticated Workflows and Compliance</a:t>
                      </a:r>
                      <a:endParaRPr sz="700" b="1">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236175">
                <a:tc>
                  <a:txBody>
                    <a:bodyPr/>
                    <a:lstStyle/>
                    <a:p>
                      <a:pPr marL="0" lvl="0" indent="0" algn="r" rtl="0">
                        <a:spcBef>
                          <a:spcPts val="100"/>
                        </a:spcBef>
                        <a:spcAft>
                          <a:spcPts val="0"/>
                        </a:spcAft>
                        <a:buNone/>
                      </a:pPr>
                      <a:r>
                        <a:rPr lang="en" sz="800" b="1">
                          <a:latin typeface="DS Indigo"/>
                          <a:ea typeface="DS Indigo"/>
                          <a:cs typeface="DS Indigo"/>
                          <a:sym typeface="DS Indigo"/>
                        </a:rPr>
                        <a:t>Key Features</a:t>
                      </a:r>
                      <a:endParaRPr sz="800" b="1">
                        <a:latin typeface="DS Indigo"/>
                        <a:ea typeface="DS Indigo"/>
                        <a:cs typeface="DS Indigo"/>
                        <a:sym typeface="DS Indigo"/>
                      </a:endParaRPr>
                    </a:p>
                    <a:p>
                      <a:pPr marL="0" lvl="0" indent="0" algn="r" rtl="0">
                        <a:lnSpc>
                          <a:spcPct val="115000"/>
                        </a:lnSpc>
                        <a:spcBef>
                          <a:spcPts val="100"/>
                        </a:spcBef>
                        <a:spcAft>
                          <a:spcPts val="0"/>
                        </a:spcAft>
                        <a:buClr>
                          <a:schemeClr val="dk1"/>
                        </a:buClr>
                        <a:buSzPts val="1100"/>
                        <a:buFont typeface="Arial"/>
                        <a:buNone/>
                      </a:pPr>
                      <a:r>
                        <a:rPr lang="en" sz="800">
                          <a:solidFill>
                            <a:schemeClr val="dk1"/>
                          </a:solidFill>
                          <a:latin typeface="DS Indigo"/>
                          <a:ea typeface="DS Indigo"/>
                          <a:cs typeface="DS Indigo"/>
                          <a:sym typeface="DS Indigo"/>
                        </a:rPr>
                        <a:t>Each successive plan introduces new incremental</a:t>
                      </a:r>
                      <a:endParaRPr sz="800">
                        <a:solidFill>
                          <a:schemeClr val="dk1"/>
                        </a:solidFill>
                        <a:latin typeface="DS Indigo"/>
                        <a:ea typeface="DS Indigo"/>
                        <a:cs typeface="DS Indigo"/>
                        <a:sym typeface="DS Indigo"/>
                      </a:endParaRPr>
                    </a:p>
                    <a:p>
                      <a:pPr marL="0" lvl="0" indent="0" algn="r" rtl="0">
                        <a:lnSpc>
                          <a:spcPct val="115000"/>
                        </a:lnSpc>
                        <a:spcBef>
                          <a:spcPts val="100"/>
                        </a:spcBef>
                        <a:spcAft>
                          <a:spcPts val="0"/>
                        </a:spcAft>
                        <a:buClr>
                          <a:schemeClr val="dk1"/>
                        </a:buClr>
                        <a:buSzPts val="1100"/>
                        <a:buFont typeface="Arial"/>
                        <a:buNone/>
                      </a:pPr>
                      <a:r>
                        <a:rPr lang="en" sz="800">
                          <a:solidFill>
                            <a:schemeClr val="dk1"/>
                          </a:solidFill>
                          <a:latin typeface="DS Indigo"/>
                          <a:ea typeface="DS Indigo"/>
                          <a:cs typeface="DS Indigo"/>
                          <a:sym typeface="DS Indigo"/>
                        </a:rPr>
                        <a:t>features</a:t>
                      </a:r>
                      <a:endParaRPr sz="800">
                        <a:solidFill>
                          <a:schemeClr val="dk1"/>
                        </a:solidFill>
                        <a:latin typeface="DS Indigo"/>
                        <a:ea typeface="DS Indigo"/>
                        <a:cs typeface="DS Indigo"/>
                        <a:sym typeface="DS Indigo"/>
                      </a:endParaRPr>
                    </a:p>
                    <a:p>
                      <a:pPr marL="0" lvl="0" indent="0" algn="r" rtl="0">
                        <a:spcBef>
                          <a:spcPts val="100"/>
                        </a:spcBef>
                        <a:spcAft>
                          <a:spcPts val="0"/>
                        </a:spcAft>
                        <a:buNone/>
                      </a:pPr>
                      <a:endParaRPr sz="8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l" rtl="0">
                        <a:lnSpc>
                          <a:spcPct val="115000"/>
                        </a:lnSpc>
                        <a:spcBef>
                          <a:spcPts val="150"/>
                        </a:spcBef>
                        <a:spcAft>
                          <a:spcPts val="0"/>
                        </a:spcAft>
                        <a:buNone/>
                      </a:pPr>
                      <a:r>
                        <a:rPr lang="en" sz="700">
                          <a:solidFill>
                            <a:schemeClr val="dk1"/>
                          </a:solidFill>
                          <a:latin typeface="DS Indigo"/>
                          <a:ea typeface="DS Indigo"/>
                          <a:cs typeface="DS Indigo"/>
                          <a:sym typeface="DS Indigo"/>
                        </a:rPr>
                        <a:t>Single user</a:t>
                      </a:r>
                      <a:endParaRPr sz="700">
                        <a:solidFill>
                          <a:schemeClr val="dk1"/>
                        </a:solidFill>
                        <a:latin typeface="DS Indigo"/>
                        <a:ea typeface="DS Indigo"/>
                        <a:cs typeface="DS Indigo"/>
                        <a:sym typeface="DS Indigo"/>
                      </a:endParaRPr>
                    </a:p>
                    <a:p>
                      <a:pPr marL="0" lvl="0" indent="0" algn="l" rtl="0">
                        <a:lnSpc>
                          <a:spcPct val="115000"/>
                        </a:lnSpc>
                        <a:spcBef>
                          <a:spcPts val="150"/>
                        </a:spcBef>
                        <a:spcAft>
                          <a:spcPts val="0"/>
                        </a:spcAft>
                        <a:buNone/>
                      </a:pPr>
                      <a:r>
                        <a:rPr lang="en" sz="700">
                          <a:solidFill>
                            <a:schemeClr val="dk1"/>
                          </a:solidFill>
                          <a:latin typeface="DS Indigo"/>
                          <a:ea typeface="DS Indigo"/>
                          <a:cs typeface="DS Indigo"/>
                          <a:sym typeface="DS Indigo"/>
                        </a:rPr>
                        <a:t>Basic &amp; Business fields</a:t>
                      </a:r>
                      <a:endParaRPr sz="700">
                        <a:solidFill>
                          <a:schemeClr val="dk1"/>
                        </a:solidFill>
                        <a:latin typeface="DS Indigo"/>
                        <a:ea typeface="DS Indigo"/>
                        <a:cs typeface="DS Indigo"/>
                        <a:sym typeface="DS Indigo"/>
                      </a:endParaRPr>
                    </a:p>
                    <a:p>
                      <a:pPr marL="0" lvl="0" indent="0" algn="l" rtl="0">
                        <a:lnSpc>
                          <a:spcPct val="115000"/>
                        </a:lnSpc>
                        <a:spcBef>
                          <a:spcPts val="150"/>
                        </a:spcBef>
                        <a:spcAft>
                          <a:spcPts val="0"/>
                        </a:spcAft>
                        <a:buNone/>
                      </a:pPr>
                      <a:r>
                        <a:rPr lang="en" sz="700">
                          <a:solidFill>
                            <a:schemeClr val="dk1"/>
                          </a:solidFill>
                          <a:latin typeface="DS Indigo"/>
                          <a:ea typeface="DS Indigo"/>
                          <a:cs typeface="DS Indigo"/>
                          <a:sym typeface="DS Indigo"/>
                        </a:rPr>
                        <a:t>Document routing</a:t>
                      </a:r>
                      <a:endParaRPr sz="700">
                        <a:solidFill>
                          <a:schemeClr val="dk1"/>
                        </a:solidFill>
                        <a:latin typeface="DS Indigo"/>
                        <a:ea typeface="DS Indigo"/>
                        <a:cs typeface="DS Indigo"/>
                        <a:sym typeface="DS Indigo"/>
                      </a:endParaRPr>
                    </a:p>
                    <a:p>
                      <a:pPr marL="0" lvl="0" indent="0" algn="l" rtl="0">
                        <a:lnSpc>
                          <a:spcPct val="115000"/>
                        </a:lnSpc>
                        <a:spcBef>
                          <a:spcPts val="150"/>
                        </a:spcBef>
                        <a:spcAft>
                          <a:spcPts val="0"/>
                        </a:spcAft>
                        <a:buNone/>
                      </a:pPr>
                      <a:r>
                        <a:rPr lang="en" sz="700">
                          <a:solidFill>
                            <a:schemeClr val="dk1"/>
                          </a:solidFill>
                          <a:latin typeface="DS Indigo"/>
                          <a:ea typeface="DS Indigo"/>
                          <a:cs typeface="DS Indigo"/>
                          <a:sym typeface="DS Indigo"/>
                        </a:rPr>
                        <a:t>Automatic reminders</a:t>
                      </a:r>
                      <a:endParaRPr sz="700">
                        <a:solidFill>
                          <a:schemeClr val="dk1"/>
                        </a:solidFill>
                        <a:latin typeface="DS Indigo"/>
                        <a:ea typeface="DS Indigo"/>
                        <a:cs typeface="DS Indigo"/>
                        <a:sym typeface="DS Indigo"/>
                      </a:endParaRPr>
                    </a:p>
                    <a:p>
                      <a:pPr marL="0" lvl="0" indent="0" algn="l" rtl="0">
                        <a:lnSpc>
                          <a:spcPct val="115000"/>
                        </a:lnSpc>
                        <a:spcBef>
                          <a:spcPts val="150"/>
                        </a:spcBef>
                        <a:spcAft>
                          <a:spcPts val="0"/>
                        </a:spcAft>
                        <a:buNone/>
                      </a:pPr>
                      <a:r>
                        <a:rPr lang="en" sz="700">
                          <a:solidFill>
                            <a:schemeClr val="dk1"/>
                          </a:solidFill>
                          <a:latin typeface="DS Indigo"/>
                          <a:ea typeface="DS Indigo"/>
                          <a:cs typeface="DS Indigo"/>
                          <a:sym typeface="DS Indigo"/>
                        </a:rPr>
                        <a:t>Mobile access</a:t>
                      </a:r>
                      <a:endParaRPr sz="700">
                        <a:solidFill>
                          <a:schemeClr val="dk1"/>
                        </a:solidFill>
                        <a:latin typeface="DS Indigo"/>
                        <a:ea typeface="DS Indigo"/>
                        <a:cs typeface="DS Indigo"/>
                        <a:sym typeface="DS Indigo"/>
                      </a:endParaRPr>
                    </a:p>
                    <a:p>
                      <a:pPr marL="0" lvl="0" indent="0" algn="l" rtl="0">
                        <a:lnSpc>
                          <a:spcPct val="115000"/>
                        </a:lnSpc>
                        <a:spcBef>
                          <a:spcPts val="150"/>
                        </a:spcBef>
                        <a:spcAft>
                          <a:spcPts val="0"/>
                        </a:spcAft>
                        <a:buNone/>
                      </a:pPr>
                      <a:r>
                        <a:rPr lang="en" sz="700">
                          <a:solidFill>
                            <a:schemeClr val="dk1"/>
                          </a:solidFill>
                          <a:latin typeface="DS Indigo"/>
                          <a:ea typeface="DS Indigo"/>
                          <a:cs typeface="DS Indigo"/>
                          <a:sym typeface="DS Indigo"/>
                        </a:rPr>
                        <a:t>Responsive Signing</a:t>
                      </a:r>
                      <a:endParaRPr sz="7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rgbClr val="F5F5F5"/>
                    </a:solidFill>
                  </a:tcPr>
                </a:tc>
                <a:tc>
                  <a:txBody>
                    <a:bodyPr/>
                    <a:lstStyle/>
                    <a:p>
                      <a:pPr marL="0" lvl="0" indent="0" algn="l" rtl="0">
                        <a:spcBef>
                          <a:spcPts val="150"/>
                        </a:spcBef>
                        <a:spcAft>
                          <a:spcPts val="0"/>
                        </a:spcAft>
                        <a:buNone/>
                      </a:pPr>
                      <a:r>
                        <a:rPr lang="en" sz="700" b="1">
                          <a:solidFill>
                            <a:schemeClr val="accent1"/>
                          </a:solidFill>
                          <a:latin typeface="DS Indigo"/>
                          <a:ea typeface="DS Indigo"/>
                          <a:cs typeface="DS Indigo"/>
                          <a:sym typeface="DS Indigo"/>
                        </a:rPr>
                        <a:t>+ Personal Edition Included</a:t>
                      </a:r>
                      <a:endParaRPr sz="700" b="1">
                        <a:solidFill>
                          <a:schemeClr val="accent1"/>
                        </a:solidFill>
                        <a:latin typeface="DS Indigo"/>
                        <a:ea typeface="DS Indigo"/>
                        <a:cs typeface="DS Indigo"/>
                        <a:sym typeface="DS Indigo"/>
                      </a:endParaRPr>
                    </a:p>
                    <a:p>
                      <a:pPr marL="0" lvl="0" indent="0" algn="l" rtl="0">
                        <a:spcBef>
                          <a:spcPts val="150"/>
                        </a:spcBef>
                        <a:spcAft>
                          <a:spcPts val="0"/>
                        </a:spcAft>
                        <a:buNone/>
                      </a:pP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b="1">
                          <a:latin typeface="DS Indigo"/>
                          <a:ea typeface="DS Indigo"/>
                          <a:cs typeface="DS Indigo"/>
                          <a:sym typeface="DS Indigo"/>
                        </a:rPr>
                        <a:t>Team functionality:</a:t>
                      </a:r>
                      <a:endParaRPr sz="700" b="1">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Sharing across multiple users</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Comments</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solidFill>
                            <a:schemeClr val="accent1"/>
                          </a:solidFill>
                          <a:latin typeface="DS Indigo"/>
                          <a:ea typeface="DS Indigo"/>
                          <a:cs typeface="DS Indigo"/>
                          <a:sym typeface="DS Indigo"/>
                        </a:rPr>
                        <a:t>Delegated Signing</a:t>
                      </a:r>
                      <a:endParaRPr sz="700">
                        <a:solidFill>
                          <a:schemeClr val="accent1"/>
                        </a:solidFill>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Integrations: Slack, MS Teams, </a:t>
                      </a:r>
                      <a:r>
                        <a:rPr lang="en" sz="700">
                          <a:solidFill>
                            <a:schemeClr val="accent1"/>
                          </a:solidFill>
                          <a:latin typeface="DS Indigo"/>
                          <a:ea typeface="DS Indigo"/>
                          <a:cs typeface="DS Indigo"/>
                          <a:sym typeface="DS Indigo"/>
                        </a:rPr>
                        <a:t>Zoom</a:t>
                      </a:r>
                      <a:endParaRPr sz="700">
                        <a:solidFill>
                          <a:schemeClr val="accent1"/>
                        </a:solidFill>
                        <a:latin typeface="DS Indigo"/>
                        <a:ea typeface="DS Indigo"/>
                        <a:cs typeface="DS Indigo"/>
                        <a:sym typeface="DS Indigo"/>
                      </a:endParaRPr>
                    </a:p>
                    <a:p>
                      <a:pPr marL="0" lvl="0" indent="0" algn="l" rtl="0">
                        <a:spcBef>
                          <a:spcPts val="150"/>
                        </a:spcBef>
                        <a:spcAft>
                          <a:spcPts val="0"/>
                        </a:spcAft>
                        <a:buNone/>
                      </a:pP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b="1">
                          <a:latin typeface="DS Indigo"/>
                          <a:ea typeface="DS Indigo"/>
                          <a:cs typeface="DS Indigo"/>
                          <a:sym typeface="DS Indigo"/>
                        </a:rPr>
                        <a:t>Professional Documents:</a:t>
                      </a:r>
                      <a:endParaRPr sz="700" b="1">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Custom branding</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solidFill>
                            <a:schemeClr val="accent1"/>
                          </a:solidFill>
                          <a:latin typeface="DS Indigo"/>
                          <a:ea typeface="DS Indigo"/>
                          <a:cs typeface="DS Indigo"/>
                          <a:sym typeface="DS Indigo"/>
                        </a:rPr>
                        <a:t>Scheduled Sending</a:t>
                      </a:r>
                      <a:endParaRPr sz="700">
                        <a:solidFill>
                          <a:schemeClr val="accent1"/>
                        </a:solidFill>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API Access</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solidFill>
                            <a:schemeClr val="accent1"/>
                          </a:solidFill>
                          <a:latin typeface="DS Indigo"/>
                          <a:ea typeface="DS Indigo"/>
                          <a:cs typeface="DS Indigo"/>
                          <a:sym typeface="DS Indigo"/>
                        </a:rPr>
                        <a:t>Remote Online Notary ($)</a:t>
                      </a:r>
                      <a:endParaRPr sz="700">
                        <a:solidFill>
                          <a:schemeClr val="accent1"/>
                        </a:solidFill>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SMS Delivery ($)</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CRM Connectors ($)</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Regional Modules ($)</a:t>
                      </a:r>
                      <a:endParaRPr sz="700">
                        <a:latin typeface="DS Indigo"/>
                        <a:ea typeface="DS Indigo"/>
                        <a:cs typeface="DS Indigo"/>
                        <a:sym typeface="DS Indigo"/>
                      </a:endParaRPr>
                    </a:p>
                    <a:p>
                      <a:pPr marL="0" lvl="0" indent="0" algn="l" rtl="0">
                        <a:spcBef>
                          <a:spcPts val="150"/>
                        </a:spcBef>
                        <a:spcAft>
                          <a:spcPts val="0"/>
                        </a:spcAft>
                        <a:buNone/>
                      </a:pPr>
                      <a:endParaRPr sz="700">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l" rtl="0">
                        <a:spcBef>
                          <a:spcPts val="150"/>
                        </a:spcBef>
                        <a:spcAft>
                          <a:spcPts val="0"/>
                        </a:spcAft>
                        <a:buNone/>
                      </a:pPr>
                      <a:r>
                        <a:rPr lang="en" sz="700" b="1">
                          <a:solidFill>
                            <a:schemeClr val="accent1"/>
                          </a:solidFill>
                          <a:latin typeface="DS Indigo"/>
                          <a:ea typeface="DS Indigo"/>
                          <a:cs typeface="DS Indigo"/>
                          <a:sym typeface="DS Indigo"/>
                        </a:rPr>
                        <a:t>+ Standard Edition Included</a:t>
                      </a:r>
                      <a:endParaRPr sz="700" b="1">
                        <a:solidFill>
                          <a:schemeClr val="accent1"/>
                        </a:solidFill>
                        <a:latin typeface="DS Indigo"/>
                        <a:ea typeface="DS Indigo"/>
                        <a:cs typeface="DS Indigo"/>
                        <a:sym typeface="DS Indigo"/>
                      </a:endParaRPr>
                    </a:p>
                    <a:p>
                      <a:pPr marL="0" lvl="0" indent="0" algn="l" rtl="0">
                        <a:spcBef>
                          <a:spcPts val="150"/>
                        </a:spcBef>
                        <a:spcAft>
                          <a:spcPts val="0"/>
                        </a:spcAft>
                        <a:buNone/>
                      </a:pPr>
                      <a:endParaRPr sz="700" b="1">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b="1">
                          <a:latin typeface="DS Indigo"/>
                          <a:ea typeface="DS Indigo"/>
                          <a:cs typeface="DS Indigo"/>
                          <a:sym typeface="DS Indigo"/>
                        </a:rPr>
                        <a:t>Advanced Fields &amp; Agreement:</a:t>
                      </a:r>
                      <a:endParaRPr sz="700" b="1">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Custom fields, Custom Forms</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Payments</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Drawing</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solidFill>
                            <a:schemeClr val="accent3"/>
                          </a:solidFill>
                          <a:latin typeface="DS Indigo"/>
                          <a:ea typeface="DS Indigo"/>
                          <a:cs typeface="DS Indigo"/>
                          <a:sym typeface="DS Indigo"/>
                        </a:rPr>
                        <a:t>Document Markup</a:t>
                      </a:r>
                      <a:endParaRPr sz="700">
                        <a:solidFill>
                          <a:schemeClr val="accent3"/>
                        </a:solidFill>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solidFill>
                            <a:schemeClr val="accent3"/>
                          </a:solidFill>
                          <a:latin typeface="DS Indigo"/>
                          <a:ea typeface="DS Indigo"/>
                          <a:cs typeface="DS Indigo"/>
                          <a:sym typeface="DS Indigo"/>
                        </a:rPr>
                        <a:t>eWitness</a:t>
                      </a:r>
                      <a:endParaRPr sz="700">
                        <a:solidFill>
                          <a:schemeClr val="accent3"/>
                        </a:solidFill>
                        <a:latin typeface="DS Indigo"/>
                        <a:ea typeface="DS Indigo"/>
                        <a:cs typeface="DS Indigo"/>
                        <a:sym typeface="DS Indigo"/>
                      </a:endParaRPr>
                    </a:p>
                    <a:p>
                      <a:pPr marL="0" lvl="0" indent="0" algn="l" rtl="0">
                        <a:spcBef>
                          <a:spcPts val="150"/>
                        </a:spcBef>
                        <a:spcAft>
                          <a:spcPts val="0"/>
                        </a:spcAft>
                        <a:buNone/>
                      </a:pPr>
                      <a:endParaRPr sz="700">
                        <a:latin typeface="DS Indigo"/>
                        <a:ea typeface="DS Indigo"/>
                        <a:cs typeface="DS Indigo"/>
                        <a:sym typeface="DS Indigo"/>
                      </a:endParaRPr>
                    </a:p>
                    <a:p>
                      <a:pPr marL="0" lvl="0" indent="0" algn="l" rtl="0">
                        <a:spcBef>
                          <a:spcPts val="150"/>
                        </a:spcBef>
                        <a:spcAft>
                          <a:spcPts val="0"/>
                        </a:spcAft>
                        <a:buNone/>
                      </a:pPr>
                      <a:r>
                        <a:rPr lang="en" sz="700" b="1">
                          <a:latin typeface="DS Indigo"/>
                          <a:ea typeface="DS Indigo"/>
                          <a:cs typeface="DS Indigo"/>
                          <a:sym typeface="DS Indigo"/>
                        </a:rPr>
                        <a:t>Automation:</a:t>
                      </a:r>
                      <a:endParaRPr sz="700" b="1">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Bulk Send</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PowerForms</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Agreement Actions</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Recipient Connect</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solidFill>
                            <a:schemeClr val="accent3"/>
                          </a:solidFill>
                          <a:latin typeface="DS Indigo"/>
                          <a:ea typeface="DS Indigo"/>
                          <a:cs typeface="DS Indigo"/>
                          <a:sym typeface="DS Indigo"/>
                        </a:rPr>
                        <a:t>Auto-Navigate Controls</a:t>
                      </a:r>
                      <a:endParaRPr sz="700">
                        <a:solidFill>
                          <a:schemeClr val="accent3"/>
                        </a:solidFill>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solidFill>
                            <a:schemeClr val="accent3"/>
                          </a:solidFill>
                          <a:latin typeface="DS Indigo"/>
                          <a:ea typeface="DS Indigo"/>
                          <a:cs typeface="DS Indigo"/>
                          <a:sym typeface="DS Indigo"/>
                        </a:rPr>
                        <a:t>Needs to View</a:t>
                      </a:r>
                      <a:endParaRPr sz="700">
                        <a:solidFill>
                          <a:schemeClr val="accent3"/>
                        </a:solidFill>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Industry Modules ($)</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Testing Environment ($)</a:t>
                      </a:r>
                      <a:endParaRPr sz="700">
                        <a:latin typeface="DS Indigo"/>
                        <a:ea typeface="DS Indigo"/>
                        <a:cs typeface="DS Indigo"/>
                        <a:sym typeface="DS Indigo"/>
                      </a:endParaRPr>
                    </a:p>
                    <a:p>
                      <a:pPr marL="0" lvl="0" indent="0" algn="l" rtl="0">
                        <a:spcBef>
                          <a:spcPts val="150"/>
                        </a:spcBef>
                        <a:spcAft>
                          <a:spcPts val="0"/>
                        </a:spcAft>
                        <a:buClr>
                          <a:schemeClr val="dk1"/>
                        </a:buClr>
                        <a:buSzPts val="1100"/>
                        <a:buFont typeface="Arial"/>
                        <a:buNone/>
                      </a:pPr>
                      <a:r>
                        <a:rPr lang="en" sz="700">
                          <a:latin typeface="DS Indigo"/>
                          <a:ea typeface="DS Indigo"/>
                          <a:cs typeface="DS Indigo"/>
                          <a:sym typeface="DS Indigo"/>
                        </a:rPr>
                        <a:t>Smart Sections ($)</a:t>
                      </a:r>
                      <a:endParaRPr sz="700">
                        <a:latin typeface="DS Indigo"/>
                        <a:ea typeface="DS Indigo"/>
                        <a:cs typeface="DS Indigo"/>
                        <a:sym typeface="DS Indigo"/>
                      </a:endParaRPr>
                    </a:p>
                    <a:p>
                      <a:pPr marL="0" lvl="0" indent="0" algn="l" rtl="0">
                        <a:spcBef>
                          <a:spcPts val="150"/>
                        </a:spcBef>
                        <a:spcAft>
                          <a:spcPts val="0"/>
                        </a:spcAft>
                        <a:buNone/>
                      </a:pPr>
                      <a:endParaRPr sz="700">
                        <a:latin typeface="DS Indigo SemiBold"/>
                        <a:ea typeface="DS Indigo SemiBold"/>
                        <a:cs typeface="DS Indigo SemiBold"/>
                        <a:sym typeface="DS Indigo SemiBol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B w="9525" cap="flat" cmpd="sng">
                      <a:solidFill>
                        <a:srgbClr val="9E9E9E">
                          <a:alpha val="0"/>
                        </a:srgbClr>
                      </a:solidFill>
                      <a:prstDash val="solid"/>
                      <a:round/>
                      <a:headEnd type="none" w="sm" len="sm"/>
                      <a:tailEnd type="none" w="sm" len="sm"/>
                    </a:lnB>
                    <a:solidFill>
                      <a:srgbClr val="F5F5F5"/>
                    </a:solidFill>
                  </a:tcPr>
                </a:tc>
                <a:tc>
                  <a:txBody>
                    <a:bodyPr/>
                    <a:lstStyle/>
                    <a:p>
                      <a:pPr marL="0" lvl="0" indent="0" algn="l" rtl="0">
                        <a:spcBef>
                          <a:spcPts val="150"/>
                        </a:spcBef>
                        <a:spcAft>
                          <a:spcPts val="0"/>
                        </a:spcAft>
                        <a:buNone/>
                      </a:pPr>
                      <a:r>
                        <a:rPr lang="en" sz="700" b="1">
                          <a:solidFill>
                            <a:schemeClr val="accent1"/>
                          </a:solidFill>
                          <a:latin typeface="DS Indigo"/>
                          <a:ea typeface="DS Indigo"/>
                          <a:cs typeface="DS Indigo"/>
                          <a:sym typeface="DS Indigo"/>
                        </a:rPr>
                        <a:t>+ Business Pro Edition Included</a:t>
                      </a:r>
                      <a:endParaRPr sz="700" b="1">
                        <a:solidFill>
                          <a:schemeClr val="accent1"/>
                        </a:solidFill>
                        <a:latin typeface="DS Indigo"/>
                        <a:ea typeface="DS Indigo"/>
                        <a:cs typeface="DS Indigo"/>
                        <a:sym typeface="DS Indigo"/>
                      </a:endParaRPr>
                    </a:p>
                    <a:p>
                      <a:pPr marL="0" lvl="0" indent="0" algn="l" rtl="0">
                        <a:spcBef>
                          <a:spcPts val="150"/>
                        </a:spcBef>
                        <a:spcAft>
                          <a:spcPts val="0"/>
                        </a:spcAft>
                        <a:buNone/>
                      </a:pPr>
                      <a:endParaRPr sz="700" b="1">
                        <a:solidFill>
                          <a:srgbClr val="006FF9"/>
                        </a:solidFill>
                        <a:latin typeface="DS Indigo"/>
                        <a:ea typeface="DS Indigo"/>
                        <a:cs typeface="DS Indigo"/>
                        <a:sym typeface="DS Indigo"/>
                      </a:endParaRPr>
                    </a:p>
                    <a:p>
                      <a:pPr marL="0" marR="0" lvl="0" indent="0" algn="l" rtl="0">
                        <a:lnSpc>
                          <a:spcPct val="100000"/>
                        </a:lnSpc>
                        <a:spcBef>
                          <a:spcPts val="150"/>
                        </a:spcBef>
                        <a:spcAft>
                          <a:spcPts val="0"/>
                        </a:spcAft>
                        <a:buNone/>
                      </a:pPr>
                      <a:r>
                        <a:rPr lang="en" sz="700" b="1">
                          <a:latin typeface="DS Indigo"/>
                          <a:ea typeface="DS Indigo"/>
                          <a:cs typeface="DS Indigo"/>
                          <a:sym typeface="DS Indigo"/>
                        </a:rPr>
                        <a:t>Advanced Compliance:</a:t>
                      </a:r>
                      <a:endParaRPr sz="700" b="1">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Advanced Authentication</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a:solidFill>
                            <a:schemeClr val="accent3"/>
                          </a:solidFill>
                          <a:latin typeface="DS Indigo"/>
                          <a:ea typeface="DS Indigo"/>
                          <a:cs typeface="DS Indigo"/>
                          <a:sym typeface="DS Indigo"/>
                        </a:rPr>
                        <a:t>Authoritative Copy</a:t>
                      </a:r>
                      <a:endParaRPr sz="700">
                        <a:solidFill>
                          <a:schemeClr val="accent3"/>
                        </a:solidFill>
                        <a:latin typeface="DS Indigo"/>
                        <a:ea typeface="DS Indigo"/>
                        <a:cs typeface="DS Indigo"/>
                        <a:sym typeface="DS Indigo"/>
                      </a:endParaRPr>
                    </a:p>
                    <a:p>
                      <a:pPr marL="0" marR="0" lvl="0" indent="0" algn="l" rtl="0">
                        <a:lnSpc>
                          <a:spcPct val="100000"/>
                        </a:lnSpc>
                        <a:spcBef>
                          <a:spcPts val="150"/>
                        </a:spcBef>
                        <a:spcAft>
                          <a:spcPts val="0"/>
                        </a:spcAft>
                        <a:buNone/>
                      </a:pP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b="1">
                          <a:latin typeface="DS Indigo"/>
                          <a:ea typeface="DS Indigo"/>
                          <a:cs typeface="DS Indigo"/>
                          <a:sym typeface="DS Indigo"/>
                        </a:rPr>
                        <a:t>Admin Tools:</a:t>
                      </a:r>
                      <a:endParaRPr sz="700" b="1">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Org. Mgmt.</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Access Mgmt w/ SSO (incl. Custom</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Email Domain)</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b="1">
                          <a:latin typeface="DS Indigo"/>
                          <a:ea typeface="DS Indigo"/>
                          <a:cs typeface="DS Indigo"/>
                          <a:sym typeface="DS Indigo"/>
                        </a:rPr>
                        <a:t>Advanced Workflows &amp; Customization:</a:t>
                      </a:r>
                      <a:endParaRPr sz="700" b="1">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Supplemental Documents</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Signing Groups</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a:solidFill>
                            <a:schemeClr val="accent1"/>
                          </a:solidFill>
                          <a:latin typeface="DS Indigo"/>
                          <a:ea typeface="DS Indigo"/>
                          <a:cs typeface="DS Indigo"/>
                          <a:sym typeface="DS Indigo"/>
                        </a:rPr>
                        <a:t>Delayed Routing</a:t>
                      </a:r>
                      <a:endParaRPr sz="700">
                        <a:solidFill>
                          <a:schemeClr val="accent1"/>
                        </a:solidFill>
                        <a:latin typeface="DS Indigo"/>
                        <a:ea typeface="DS Indigo"/>
                        <a:cs typeface="DS Indigo"/>
                        <a:sym typeface="DS Indigo"/>
                      </a:endParaRPr>
                    </a:p>
                    <a:p>
                      <a:pPr marL="0" marR="0" lvl="0" indent="0" algn="l" rtl="0">
                        <a:lnSpc>
                          <a:spcPct val="100000"/>
                        </a:lnSpc>
                        <a:spcBef>
                          <a:spcPts val="150"/>
                        </a:spcBef>
                        <a:spcAft>
                          <a:spcPts val="0"/>
                        </a:spcAft>
                        <a:buNone/>
                      </a:pPr>
                      <a:r>
                        <a:rPr lang="en" sz="700">
                          <a:solidFill>
                            <a:schemeClr val="accent1"/>
                          </a:solidFill>
                          <a:latin typeface="DS Indigo"/>
                          <a:ea typeface="DS Indigo"/>
                          <a:cs typeface="DS Indigo"/>
                          <a:sym typeface="DS Indigo"/>
                        </a:rPr>
                        <a:t>Elastic Signing</a:t>
                      </a:r>
                      <a:endParaRPr sz="700">
                        <a:solidFill>
                          <a:schemeClr val="accent1"/>
                        </a:solidFill>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Conditional Routing</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Multiple brands</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b="1">
                          <a:latin typeface="DS Indigo"/>
                          <a:ea typeface="DS Indigo"/>
                          <a:cs typeface="DS Indigo"/>
                          <a:sym typeface="DS Indigo"/>
                        </a:rPr>
                        <a:t>Reporting, Analytics &amp; Testing:</a:t>
                      </a:r>
                      <a:endParaRPr sz="700" b="1">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QA Testing Environment</a:t>
                      </a:r>
                      <a:endParaRPr sz="700">
                        <a:latin typeface="DS Indigo"/>
                        <a:ea typeface="DS Indigo"/>
                        <a:cs typeface="DS Indigo"/>
                        <a:sym typeface="DS Indigo"/>
                      </a:endParaRPr>
                    </a:p>
                    <a:p>
                      <a:pPr marL="0" marR="0" lvl="0" indent="0" algn="l" rtl="0">
                        <a:lnSpc>
                          <a:spcPct val="100000"/>
                        </a:lnSpc>
                        <a:spcBef>
                          <a:spcPts val="150"/>
                        </a:spcBef>
                        <a:spcAft>
                          <a:spcPts val="0"/>
                        </a:spcAft>
                        <a:buNone/>
                      </a:pPr>
                      <a:r>
                        <a:rPr lang="en" sz="700">
                          <a:latin typeface="DS Indigo"/>
                          <a:ea typeface="DS Indigo"/>
                          <a:cs typeface="DS Indigo"/>
                          <a:sym typeface="DS Indigo"/>
                        </a:rPr>
                        <a:t>Signing Insights</a:t>
                      </a:r>
                      <a:endParaRPr sz="700" b="1">
                        <a:solidFill>
                          <a:srgbClr val="006FF9"/>
                        </a:solidFill>
                        <a:latin typeface="DS Indigo"/>
                        <a:ea typeface="DS Indigo"/>
                        <a:cs typeface="DS Indigo"/>
                        <a:sym typeface="DS Indigo"/>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2186" name="Google Shape;2186;p204"/>
          <p:cNvSpPr txBox="1"/>
          <p:nvPr/>
        </p:nvSpPr>
        <p:spPr>
          <a:xfrm>
            <a:off x="342925" y="1240600"/>
            <a:ext cx="1623000" cy="13884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600" b="1">
                <a:latin typeface="DS Indigo"/>
                <a:ea typeface="DS Indigo"/>
                <a:cs typeface="DS Indigo"/>
                <a:sym typeface="DS Indigo"/>
              </a:rPr>
              <a:t>Sign Offerings</a:t>
            </a:r>
            <a:endParaRPr sz="1600" b="1">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Lorem ipsum dolor sit amet, consectetur adipiscing elit. Donec eget velit id ex auctor. In vulputate nisl at varius semper.</a:t>
            </a:r>
            <a:endParaRPr sz="1000">
              <a:latin typeface="DS Indigo"/>
              <a:ea typeface="DS Indigo"/>
              <a:cs typeface="DS Indigo"/>
              <a:sym typeface="DS Indigo"/>
            </a:endParaRPr>
          </a:p>
        </p:txBody>
      </p:sp>
      <p:sp>
        <p:nvSpPr>
          <p:cNvPr id="2187" name="Google Shape;2187;p204"/>
          <p:cNvSpPr txBox="1"/>
          <p:nvPr/>
        </p:nvSpPr>
        <p:spPr>
          <a:xfrm>
            <a:off x="342925" y="4232375"/>
            <a:ext cx="1623000" cy="2424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600" b="1">
                <a:solidFill>
                  <a:schemeClr val="accent1"/>
                </a:solidFill>
                <a:latin typeface="DS Indigo"/>
                <a:ea typeface="DS Indigo"/>
                <a:cs typeface="DS Indigo"/>
                <a:sym typeface="DS Indigo"/>
              </a:rPr>
              <a:t>Blue = FY23 innovation</a:t>
            </a:r>
            <a:endParaRPr sz="600" b="1">
              <a:solidFill>
                <a:schemeClr val="accent1"/>
              </a:solidFill>
              <a:latin typeface="DS Indigo"/>
              <a:ea typeface="DS Indigo"/>
              <a:cs typeface="DS Indigo"/>
              <a:sym typeface="DS Indigo"/>
            </a:endParaRPr>
          </a:p>
          <a:p>
            <a:pPr marL="0" lvl="0" indent="0" algn="l" rtl="0">
              <a:lnSpc>
                <a:spcPct val="120000"/>
              </a:lnSpc>
              <a:spcBef>
                <a:spcPts val="0"/>
              </a:spcBef>
              <a:spcAft>
                <a:spcPts val="0"/>
              </a:spcAft>
              <a:buNone/>
            </a:pPr>
            <a:r>
              <a:rPr lang="en" sz="600" b="1">
                <a:solidFill>
                  <a:schemeClr val="accent3"/>
                </a:solidFill>
                <a:latin typeface="DS Indigo"/>
                <a:ea typeface="DS Indigo"/>
                <a:cs typeface="DS Indigo"/>
                <a:sym typeface="DS Indigo"/>
              </a:rPr>
              <a:t>Purple = FY23 packaging update</a:t>
            </a:r>
            <a:endParaRPr sz="600" b="1">
              <a:solidFill>
                <a:schemeClr val="accent3"/>
              </a:solidFill>
              <a:latin typeface="DS Indigo"/>
              <a:ea typeface="DS Indigo"/>
              <a:cs typeface="DS Indigo"/>
              <a:sym typeface="DS Indigo"/>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91"/>
        <p:cNvGrpSpPr/>
        <p:nvPr/>
      </p:nvGrpSpPr>
      <p:grpSpPr>
        <a:xfrm>
          <a:off x="0" y="0"/>
          <a:ext cx="0" cy="0"/>
          <a:chOff x="0" y="0"/>
          <a:chExt cx="0" cy="0"/>
        </a:xfrm>
      </p:grpSpPr>
      <p:sp>
        <p:nvSpPr>
          <p:cNvPr id="2192" name="Google Shape;2192;p20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71</a:t>
            </a:fld>
            <a:endParaRPr/>
          </a:p>
        </p:txBody>
      </p:sp>
      <p:sp>
        <p:nvSpPr>
          <p:cNvPr id="2193" name="Google Shape;2193;p205"/>
          <p:cNvSpPr txBox="1"/>
          <p:nvPr/>
        </p:nvSpPr>
        <p:spPr>
          <a:xfrm>
            <a:off x="342925" y="1240600"/>
            <a:ext cx="1623000" cy="2422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 sz="1600" b="1">
                <a:latin typeface="DS Indigo"/>
                <a:ea typeface="DS Indigo"/>
                <a:cs typeface="DS Indigo"/>
                <a:sym typeface="DS Indigo"/>
              </a:rPr>
              <a:t>Sign Edition Comparison</a:t>
            </a:r>
            <a:endParaRPr sz="1600" b="1">
              <a:latin typeface="DS Indigo"/>
              <a:ea typeface="DS Indigo"/>
              <a:cs typeface="DS Indigo"/>
              <a:sym typeface="DS Indigo"/>
            </a:endParaRPr>
          </a:p>
          <a:p>
            <a:pPr marL="0" lvl="0" indent="0" algn="l" rtl="0">
              <a:lnSpc>
                <a:spcPct val="120000"/>
              </a:lnSpc>
              <a:spcBef>
                <a:spcPts val="600"/>
              </a:spcBef>
              <a:spcAft>
                <a:spcPts val="0"/>
              </a:spcAft>
              <a:buNone/>
            </a:pPr>
            <a:r>
              <a:rPr lang="en" sz="1000">
                <a:latin typeface="DS Indigo"/>
                <a:ea typeface="DS Indigo"/>
                <a:cs typeface="DS Indigo"/>
                <a:sym typeface="DS Indigo"/>
              </a:rPr>
              <a:t>Lorem ipsum dolor sit amet, consectetur adipiscing elit. Donec eget velit id ex auctor. In vulputate nisl at varius semper.</a:t>
            </a:r>
            <a:endParaRPr sz="1000">
              <a:latin typeface="DS Indigo"/>
              <a:ea typeface="DS Indigo"/>
              <a:cs typeface="DS Indigo"/>
              <a:sym typeface="DS Indigo"/>
            </a:endParaRPr>
          </a:p>
        </p:txBody>
      </p:sp>
      <p:sp>
        <p:nvSpPr>
          <p:cNvPr id="2194" name="Google Shape;2194;p205"/>
          <p:cNvSpPr txBox="1"/>
          <p:nvPr/>
        </p:nvSpPr>
        <p:spPr>
          <a:xfrm>
            <a:off x="342925" y="3971925"/>
            <a:ext cx="1623000" cy="5028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600" b="1">
                <a:solidFill>
                  <a:schemeClr val="accent1"/>
                </a:solidFill>
                <a:latin typeface="DS Indigo"/>
                <a:ea typeface="DS Indigo"/>
                <a:cs typeface="DS Indigo"/>
                <a:sym typeface="DS Indigo"/>
              </a:rPr>
              <a:t>X = included in base edition</a:t>
            </a:r>
            <a:endParaRPr sz="600" b="1">
              <a:solidFill>
                <a:schemeClr val="accent1"/>
              </a:solidFill>
              <a:latin typeface="DS Indigo"/>
              <a:ea typeface="DS Indigo"/>
              <a:cs typeface="DS Indigo"/>
              <a:sym typeface="DS Indigo"/>
            </a:endParaRPr>
          </a:p>
          <a:p>
            <a:pPr marL="0" lvl="0" indent="0" algn="l" rtl="0">
              <a:lnSpc>
                <a:spcPct val="120000"/>
              </a:lnSpc>
              <a:spcBef>
                <a:spcPts val="0"/>
              </a:spcBef>
              <a:spcAft>
                <a:spcPts val="0"/>
              </a:spcAft>
              <a:buNone/>
            </a:pPr>
            <a:r>
              <a:rPr lang="en" sz="600" b="1">
                <a:solidFill>
                  <a:schemeClr val="dk1"/>
                </a:solidFill>
                <a:latin typeface="DS Indigo"/>
                <a:ea typeface="DS Indigo"/>
                <a:cs typeface="DS Indigo"/>
                <a:sym typeface="DS Indigo"/>
              </a:rPr>
              <a:t>$ = Additional fees may apply</a:t>
            </a:r>
            <a:endParaRPr sz="600" b="1">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600" b="1">
                <a:solidFill>
                  <a:schemeClr val="dk1"/>
                </a:solidFill>
                <a:latin typeface="DS Indigo"/>
                <a:ea typeface="DS Indigo"/>
                <a:cs typeface="DS Indigo"/>
                <a:sym typeface="DS Indigo"/>
              </a:rPr>
              <a:t>*Not available when purchasing online</a:t>
            </a:r>
            <a:endParaRPr sz="600" b="1">
              <a:solidFill>
                <a:schemeClr val="dk1"/>
              </a:solidFill>
              <a:latin typeface="DS Indigo"/>
              <a:ea typeface="DS Indigo"/>
              <a:cs typeface="DS Indigo"/>
              <a:sym typeface="DS Indigo"/>
            </a:endParaRPr>
          </a:p>
        </p:txBody>
      </p:sp>
      <p:graphicFrame>
        <p:nvGraphicFramePr>
          <p:cNvPr id="2195" name="Google Shape;2195;p205"/>
          <p:cNvGraphicFramePr/>
          <p:nvPr/>
        </p:nvGraphicFramePr>
        <p:xfrm>
          <a:off x="2254825" y="394325"/>
          <a:ext cx="3000000" cy="3000000"/>
        </p:xfrm>
        <a:graphic>
          <a:graphicData uri="http://schemas.openxmlformats.org/drawingml/2006/table">
            <a:tbl>
              <a:tblPr>
                <a:noFill/>
                <a:tableStyleId>{7113FC07-ED0A-424B-A021-3AF69EE6CE0B}</a:tableStyleId>
              </a:tblPr>
              <a:tblGrid>
                <a:gridCol w="857475">
                  <a:extLst>
                    <a:ext uri="{9D8B030D-6E8A-4147-A177-3AD203B41FA5}">
                      <a16:colId xmlns:a16="http://schemas.microsoft.com/office/drawing/2014/main" val="20000"/>
                    </a:ext>
                  </a:extLst>
                </a:gridCol>
                <a:gridCol w="2529750">
                  <a:extLst>
                    <a:ext uri="{9D8B030D-6E8A-4147-A177-3AD203B41FA5}">
                      <a16:colId xmlns:a16="http://schemas.microsoft.com/office/drawing/2014/main" val="20001"/>
                    </a:ext>
                  </a:extLst>
                </a:gridCol>
                <a:gridCol w="1053025">
                  <a:extLst>
                    <a:ext uri="{9D8B030D-6E8A-4147-A177-3AD203B41FA5}">
                      <a16:colId xmlns:a16="http://schemas.microsoft.com/office/drawing/2014/main" val="20002"/>
                    </a:ext>
                  </a:extLst>
                </a:gridCol>
                <a:gridCol w="1053025">
                  <a:extLst>
                    <a:ext uri="{9D8B030D-6E8A-4147-A177-3AD203B41FA5}">
                      <a16:colId xmlns:a16="http://schemas.microsoft.com/office/drawing/2014/main" val="20003"/>
                    </a:ext>
                  </a:extLst>
                </a:gridCol>
                <a:gridCol w="1053025">
                  <a:extLst>
                    <a:ext uri="{9D8B030D-6E8A-4147-A177-3AD203B41FA5}">
                      <a16:colId xmlns:a16="http://schemas.microsoft.com/office/drawing/2014/main" val="20004"/>
                    </a:ext>
                  </a:extLst>
                </a:gridCol>
              </a:tblGrid>
              <a:tr h="383500">
                <a:tc>
                  <a:txBody>
                    <a:bodyPr/>
                    <a:lstStyle/>
                    <a:p>
                      <a:pPr marL="0" lvl="0" indent="0" algn="l" rtl="0">
                        <a:spcBef>
                          <a:spcPts val="0"/>
                        </a:spcBef>
                        <a:spcAft>
                          <a:spcPts val="0"/>
                        </a:spcAft>
                        <a:buNone/>
                      </a:pPr>
                      <a:r>
                        <a:rPr lang="en" sz="900" b="1">
                          <a:latin typeface="DS Indigo"/>
                          <a:ea typeface="DS Indigo"/>
                          <a:cs typeface="DS Indigo"/>
                          <a:sym typeface="DS Indigo"/>
                        </a:rPr>
                        <a:t>Section</a:t>
                      </a:r>
                      <a:endParaRPr sz="900" b="1"/>
                    </a:p>
                  </a:txBody>
                  <a:tcPr marL="91425" marR="91425" marT="137150"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8D9E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900" b="1">
                          <a:solidFill>
                            <a:schemeClr val="dk1"/>
                          </a:solidFill>
                          <a:latin typeface="DS Indigo"/>
                          <a:ea typeface="DS Indigo"/>
                          <a:cs typeface="DS Indigo"/>
                          <a:sym typeface="DS Indigo"/>
                        </a:rPr>
                        <a:t>Feature</a:t>
                      </a:r>
                      <a:endParaRPr sz="900" b="1">
                        <a:latin typeface="DS Indigo"/>
                        <a:ea typeface="DS Indigo"/>
                        <a:cs typeface="DS Indigo"/>
                        <a:sym typeface="DS Indigo"/>
                      </a:endParaRPr>
                    </a:p>
                  </a:txBody>
                  <a:tcPr marL="91425" marR="91425" marT="137150"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8D9E0"/>
                      </a:solidFill>
                      <a:prstDash val="solid"/>
                      <a:round/>
                      <a:headEnd type="none" w="sm" len="sm"/>
                      <a:tailEnd type="none" w="sm" len="sm"/>
                    </a:lnB>
                    <a:solidFill>
                      <a:srgbClr val="D5D2C9"/>
                    </a:solidFill>
                  </a:tcPr>
                </a:tc>
                <a:tc>
                  <a:txBody>
                    <a:bodyPr/>
                    <a:lstStyle/>
                    <a:p>
                      <a:pPr marL="0" lvl="0" indent="0" algn="ctr" rtl="0">
                        <a:spcBef>
                          <a:spcPts val="0"/>
                        </a:spcBef>
                        <a:spcAft>
                          <a:spcPts val="0"/>
                        </a:spcAft>
                        <a:buClr>
                          <a:schemeClr val="dk1"/>
                        </a:buClr>
                        <a:buSzPts val="1100"/>
                        <a:buFont typeface="Arial"/>
                        <a:buNone/>
                      </a:pPr>
                      <a:r>
                        <a:rPr lang="en" sz="900" b="1">
                          <a:solidFill>
                            <a:schemeClr val="dk1"/>
                          </a:solidFill>
                          <a:latin typeface="DS Indigo"/>
                          <a:ea typeface="DS Indigo"/>
                          <a:cs typeface="DS Indigo"/>
                          <a:sym typeface="DS Indigo"/>
                        </a:rPr>
                        <a:t>Standard</a:t>
                      </a:r>
                      <a:endParaRPr sz="900" b="1">
                        <a:latin typeface="DS Indigo"/>
                        <a:ea typeface="DS Indigo"/>
                        <a:cs typeface="DS Indigo"/>
                        <a:sym typeface="DS Indigo"/>
                      </a:endParaRPr>
                    </a:p>
                  </a:txBody>
                  <a:tcPr marL="91425" marR="91425" marT="137150"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8D9E0"/>
                      </a:solidFill>
                      <a:prstDash val="solid"/>
                      <a:round/>
                      <a:headEnd type="none" w="sm" len="sm"/>
                      <a:tailEnd type="none" w="sm" len="sm"/>
                    </a:lnB>
                    <a:solidFill>
                      <a:srgbClr val="D5D2C9"/>
                    </a:solidFill>
                  </a:tcPr>
                </a:tc>
                <a:tc>
                  <a:txBody>
                    <a:bodyPr/>
                    <a:lstStyle/>
                    <a:p>
                      <a:pPr marL="0" lvl="0" indent="0" algn="ctr" rtl="0">
                        <a:spcBef>
                          <a:spcPts val="0"/>
                        </a:spcBef>
                        <a:spcAft>
                          <a:spcPts val="0"/>
                        </a:spcAft>
                        <a:buClr>
                          <a:schemeClr val="dk1"/>
                        </a:buClr>
                        <a:buSzPts val="1100"/>
                        <a:buFont typeface="Arial"/>
                        <a:buNone/>
                      </a:pPr>
                      <a:r>
                        <a:rPr lang="en" sz="900" b="1">
                          <a:solidFill>
                            <a:schemeClr val="dk1"/>
                          </a:solidFill>
                          <a:latin typeface="DS Indigo"/>
                          <a:ea typeface="DS Indigo"/>
                          <a:cs typeface="DS Indigo"/>
                          <a:sym typeface="DS Indigo"/>
                        </a:rPr>
                        <a:t>Business Pro</a:t>
                      </a:r>
                      <a:endParaRPr sz="900" b="1">
                        <a:latin typeface="DS Indigo"/>
                        <a:ea typeface="DS Indigo"/>
                        <a:cs typeface="DS Indigo"/>
                        <a:sym typeface="DS Indigo"/>
                      </a:endParaRPr>
                    </a:p>
                  </a:txBody>
                  <a:tcPr marL="91425" marR="91425" marT="137150"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8D9E0"/>
                      </a:solidFill>
                      <a:prstDash val="solid"/>
                      <a:round/>
                      <a:headEnd type="none" w="sm" len="sm"/>
                      <a:tailEnd type="none" w="sm" len="sm"/>
                    </a:lnB>
                    <a:solidFill>
                      <a:srgbClr val="D5D2C9"/>
                    </a:solidFill>
                  </a:tcPr>
                </a:tc>
                <a:tc>
                  <a:txBody>
                    <a:bodyPr/>
                    <a:lstStyle/>
                    <a:p>
                      <a:pPr marL="0" lvl="0" indent="0" algn="ctr" rtl="0">
                        <a:spcBef>
                          <a:spcPts val="0"/>
                        </a:spcBef>
                        <a:spcAft>
                          <a:spcPts val="0"/>
                        </a:spcAft>
                        <a:buClr>
                          <a:schemeClr val="dk1"/>
                        </a:buClr>
                        <a:buSzPts val="1100"/>
                        <a:buFont typeface="Arial"/>
                        <a:buNone/>
                      </a:pPr>
                      <a:r>
                        <a:rPr lang="en" sz="900" b="1">
                          <a:solidFill>
                            <a:schemeClr val="dk1"/>
                          </a:solidFill>
                          <a:latin typeface="DS Indigo"/>
                          <a:ea typeface="DS Indigo"/>
                          <a:cs typeface="DS Indigo"/>
                          <a:sym typeface="DS Indigo"/>
                        </a:rPr>
                        <a:t>Enterprise Pro</a:t>
                      </a:r>
                      <a:endParaRPr sz="900" b="1">
                        <a:latin typeface="DS Indigo"/>
                        <a:ea typeface="DS Indigo"/>
                        <a:cs typeface="DS Indigo"/>
                        <a:sym typeface="DS Indigo"/>
                      </a:endParaRPr>
                    </a:p>
                  </a:txBody>
                  <a:tcPr marL="91425" marR="91425" marT="137150" marB="91425" anchor="b">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D8D9E0"/>
                      </a:solidFill>
                      <a:prstDash val="solid"/>
                      <a:round/>
                      <a:headEnd type="none" w="sm" len="sm"/>
                      <a:tailEnd type="none" w="sm" len="sm"/>
                    </a:lnB>
                    <a:solidFill>
                      <a:srgbClr val="D5D2C9"/>
                    </a:solidFill>
                  </a:tcPr>
                </a:tc>
                <a:extLst>
                  <a:ext uri="{0D108BD9-81ED-4DB2-BD59-A6C34878D82A}">
                    <a16:rowId xmlns:a16="http://schemas.microsoft.com/office/drawing/2014/main" val="10000"/>
                  </a:ext>
                </a:extLst>
              </a:tr>
              <a:tr h="191075">
                <a:tc rowSpan="17">
                  <a:txBody>
                    <a:bodyPr/>
                    <a:lstStyle/>
                    <a:p>
                      <a:pPr marL="0" lvl="0" indent="0" algn="l" rtl="0">
                        <a:spcBef>
                          <a:spcPts val="0"/>
                        </a:spcBef>
                        <a:spcAft>
                          <a:spcPts val="0"/>
                        </a:spcAft>
                        <a:buNone/>
                      </a:pPr>
                      <a:r>
                        <a:rPr lang="en" sz="900" b="1">
                          <a:solidFill>
                            <a:schemeClr val="dk1"/>
                          </a:solidFill>
                          <a:latin typeface="DS Indigo"/>
                          <a:ea typeface="DS Indigo"/>
                          <a:cs typeface="DS Indigo"/>
                          <a:sym typeface="DS Indigo"/>
                        </a:rPr>
                        <a:t>Streamlined Workflows</a:t>
                      </a:r>
                      <a:endParaRPr sz="900" b="1">
                        <a:latin typeface="DS Indigo"/>
                        <a:ea typeface="DS Indigo"/>
                        <a:cs typeface="DS Indigo"/>
                        <a:sym typeface="DS Indigo"/>
                      </a:endParaRPr>
                    </a:p>
                  </a:txBody>
                  <a:tcPr marL="91425" marR="91425" marT="45700" marB="3657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8D9E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Signer Attachments</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8D9E0"/>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8D9E0"/>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8D9E0"/>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8D9E0"/>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91075">
                <a:tc vMerge="1">
                  <a:txBody>
                    <a:bodyPr/>
                    <a:lstStyle/>
                    <a:p>
                      <a:endParaRPr lang="en-US"/>
                    </a:p>
                  </a:txBody>
                  <a:tcPr/>
                </a:tc>
                <a:tc>
                  <a:txBody>
                    <a:bodyPr/>
                    <a:lstStyle/>
                    <a:p>
                      <a:pPr marL="0" lvl="0" indent="0" algn="l" rtl="0">
                        <a:lnSpc>
                          <a:spcPct val="115000"/>
                        </a:lnSpc>
                        <a:spcBef>
                          <a:spcPts val="0"/>
                        </a:spcBef>
                        <a:spcAft>
                          <a:spcPts val="0"/>
                        </a:spcAft>
                        <a:buNone/>
                      </a:pPr>
                      <a:r>
                        <a:rPr lang="en" sz="700">
                          <a:latin typeface="DS Indigo"/>
                          <a:ea typeface="DS Indigo"/>
                          <a:cs typeface="DS Indigo"/>
                          <a:sym typeface="DS Indigo"/>
                        </a:rPr>
                        <a:t>Payments [3rd party fees may apply]</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5F5F5"/>
                    </a:solidFill>
                  </a:tcPr>
                </a:tc>
                <a:tc>
                  <a:txBody>
                    <a:bodyPr/>
                    <a:lstStyle/>
                    <a:p>
                      <a:pPr marL="0" lvl="0" indent="0" algn="ctr" rtl="0">
                        <a:spcBef>
                          <a:spcPts val="300"/>
                        </a:spcBef>
                        <a:spcAft>
                          <a:spcPts val="0"/>
                        </a:spcAft>
                        <a:buNone/>
                      </a:pPr>
                      <a:r>
                        <a:rPr lang="en" sz="700">
                          <a:latin typeface="DS Indigo SemiBold"/>
                          <a:ea typeface="DS Indigo SemiBold"/>
                          <a:cs typeface="DS Indigo SemiBold"/>
                          <a:sym typeface="DS Indigo SemiBold"/>
                        </a:rPr>
                        <a:t>$*</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5F5F5"/>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5F5F5"/>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2"/>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Bulk Send</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PowerForms</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Agreement Actions</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 (Direct Only)</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Auto Navigate Controls</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6"/>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Document Markup</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Needs to View</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8"/>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Envelope Custom Metadata</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 (Direct Only)</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Elastic Signing</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10"/>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Connect (includes Recipient Connect)</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latin typeface="DS Indigo SemiBold"/>
                          <a:ea typeface="DS Indigo SemiBold"/>
                          <a:cs typeface="DS Indigo SemiBold"/>
                          <a:sym typeface="DS Indigo SemiBold"/>
                        </a:rPr>
                        <a:t>$*</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 (Direct Only)</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3136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Signature Customization: Signature Configure; Signature Pads</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12"/>
                  </a:ext>
                </a:extLst>
              </a:tr>
              <a:tr h="695325">
                <a:tc vMerge="1">
                  <a:txBody>
                    <a:bodyPr/>
                    <a:lstStyle/>
                    <a:p>
                      <a:endParaRPr lang="en-US"/>
                    </a:p>
                  </a:txBody>
                  <a:tcPr/>
                </a:tc>
                <a:tc>
                  <a:txBody>
                    <a:bodyPr/>
                    <a:lstStyle/>
                    <a:p>
                      <a:pPr marL="0" lvl="0" indent="0" algn="l" rtl="0">
                        <a:lnSpc>
                          <a:spcPct val="115000"/>
                        </a:lnSpc>
                        <a:spcBef>
                          <a:spcPts val="0"/>
                        </a:spcBef>
                        <a:spcAft>
                          <a:spcPts val="0"/>
                        </a:spcAft>
                        <a:buClr>
                          <a:schemeClr val="dk1"/>
                        </a:buClr>
                        <a:buSzPts val="1100"/>
                        <a:buFont typeface="Arial"/>
                        <a:buNone/>
                      </a:pPr>
                      <a:r>
                        <a:rPr lang="en" sz="700">
                          <a:latin typeface="DS Indigo"/>
                          <a:ea typeface="DS Indigo"/>
                          <a:cs typeface="DS Indigo"/>
                          <a:sym typeface="DS Indigo"/>
                        </a:rPr>
                        <a:t>Advanced Workflows: Conditional Routing, Delayed Routing, Document Visibility, Emailing</a:t>
                      </a:r>
                      <a:endParaRPr sz="700">
                        <a:latin typeface="DS Indigo"/>
                        <a:ea typeface="DS Indigo"/>
                        <a:cs typeface="DS Indigo"/>
                        <a:sym typeface="DS Indigo"/>
                      </a:endParaRPr>
                    </a:p>
                    <a:p>
                      <a:pPr marL="0" lvl="0" indent="0" algn="l" rtl="0">
                        <a:lnSpc>
                          <a:spcPct val="115000"/>
                        </a:lnSpc>
                        <a:spcBef>
                          <a:spcPts val="0"/>
                        </a:spcBef>
                        <a:spcAft>
                          <a:spcPts val="0"/>
                        </a:spcAft>
                        <a:buClr>
                          <a:schemeClr val="dk1"/>
                        </a:buClr>
                        <a:buSzPts val="1100"/>
                        <a:buFont typeface="Arial"/>
                        <a:buNone/>
                      </a:pPr>
                      <a:r>
                        <a:rPr lang="en" sz="700">
                          <a:latin typeface="DS Indigo"/>
                          <a:ea typeface="DS Indigo"/>
                          <a:cs typeface="DS Indigo"/>
                          <a:sym typeface="DS Indigo"/>
                        </a:rPr>
                        <a:t>Archiving (BCC), Manager Recipients (Specify, Update, Allow to Edit), Signing Groups,</a:t>
                      </a:r>
                      <a:endParaRPr sz="700">
                        <a:latin typeface="DS Indigo"/>
                        <a:ea typeface="DS Indigo"/>
                        <a:cs typeface="DS Indigo"/>
                        <a:sym typeface="DS Indigo"/>
                      </a:endParaRPr>
                    </a:p>
                    <a:p>
                      <a:pPr marL="0" lvl="0" indent="0" algn="l" rtl="0">
                        <a:lnSpc>
                          <a:spcPct val="115000"/>
                        </a:lnSpc>
                        <a:spcBef>
                          <a:spcPts val="0"/>
                        </a:spcBef>
                        <a:spcAft>
                          <a:spcPts val="0"/>
                        </a:spcAft>
                        <a:buNone/>
                      </a:pPr>
                      <a:r>
                        <a:rPr lang="en" sz="700">
                          <a:latin typeface="DS Indigo"/>
                          <a:ea typeface="DS Indigo"/>
                          <a:cs typeface="DS Indigo"/>
                          <a:sym typeface="DS Indigo"/>
                        </a:rPr>
                        <a:t>Supplemental Documents,Shared Access for Send</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None/>
                      </a:pPr>
                      <a:r>
                        <a:rPr lang="en" sz="700">
                          <a:solidFill>
                            <a:schemeClr val="accent1"/>
                          </a:solidFill>
                          <a:latin typeface="DS Indigo SemiBold"/>
                          <a:ea typeface="DS Indigo SemiBold"/>
                          <a:cs typeface="DS Indigo SemiBold"/>
                          <a:sym typeface="DS Indigo SemiBold"/>
                        </a:rPr>
                        <a:t>x</a:t>
                      </a:r>
                      <a:endParaRPr sz="700">
                        <a:solidFill>
                          <a:schemeClr val="accent1"/>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13"/>
                  </a:ext>
                </a:extLst>
              </a:tr>
              <a:tr h="191075">
                <a:tc vMerge="1">
                  <a:txBody>
                    <a:bodyPr/>
                    <a:lstStyle/>
                    <a:p>
                      <a:endParaRPr lang="en-US"/>
                    </a:p>
                  </a:txBody>
                  <a:tcPr/>
                </a:tc>
                <a:tc>
                  <a:txBody>
                    <a:bodyPr/>
                    <a:lstStyle/>
                    <a:p>
                      <a:pPr marL="0" lvl="0" indent="0" algn="l" rtl="0">
                        <a:lnSpc>
                          <a:spcPct val="115000"/>
                        </a:lnSpc>
                        <a:spcBef>
                          <a:spcPts val="0"/>
                        </a:spcBef>
                        <a:spcAft>
                          <a:spcPts val="0"/>
                        </a:spcAft>
                        <a:buNone/>
                      </a:pPr>
                      <a:r>
                        <a:rPr lang="en" sz="700">
                          <a:solidFill>
                            <a:schemeClr val="dk1"/>
                          </a:solidFill>
                          <a:latin typeface="DS Indigo"/>
                          <a:ea typeface="DS Indigo"/>
                          <a:cs typeface="DS Indigo"/>
                          <a:sym typeface="DS Indigo"/>
                        </a:rPr>
                        <a:t>SMS Delivery</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None/>
                      </a:pPr>
                      <a:r>
                        <a:rPr lang="en" sz="700">
                          <a:latin typeface="DS Indigo SemiBold"/>
                          <a:ea typeface="DS Indigo SemiBold"/>
                          <a:cs typeface="DS Indigo SemiBold"/>
                          <a:sym typeface="DS Indigo SemiBold"/>
                        </a:rPr>
                        <a:t>$*</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solidFill>
                          <a:srgbClr val="006FF9"/>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14"/>
                  </a:ext>
                </a:extLst>
              </a:tr>
              <a:tr h="191075">
                <a:tc vMerge="1">
                  <a:txBody>
                    <a:bodyPr/>
                    <a:lstStyle/>
                    <a:p>
                      <a:endParaRPr lang="en-US"/>
                    </a:p>
                  </a:txBody>
                  <a:tcPr/>
                </a:tc>
                <a:tc>
                  <a:txBody>
                    <a:bodyPr/>
                    <a:lstStyle/>
                    <a:p>
                      <a:pPr marL="0" lvl="0" indent="0" algn="l" rtl="0">
                        <a:lnSpc>
                          <a:spcPct val="115000"/>
                        </a:lnSpc>
                        <a:spcBef>
                          <a:spcPts val="0"/>
                        </a:spcBef>
                        <a:spcAft>
                          <a:spcPts val="0"/>
                        </a:spcAft>
                        <a:buNone/>
                      </a:pPr>
                      <a:r>
                        <a:rPr lang="en" sz="700">
                          <a:solidFill>
                            <a:schemeClr val="dk1"/>
                          </a:solidFill>
                          <a:latin typeface="DS Indigo"/>
                          <a:ea typeface="DS Indigo"/>
                          <a:cs typeface="DS Indigo"/>
                          <a:sym typeface="DS Indigo"/>
                        </a:rPr>
                        <a:t>Fax-Back</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solidFill>
                          <a:srgbClr val="006FF9"/>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15"/>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Joint Agreements</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solidFill>
                          <a:srgbClr val="006FF9"/>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16"/>
                  </a:ext>
                </a:extLst>
              </a:tr>
              <a:tr h="191075">
                <a:tc vMerge="1">
                  <a:txBody>
                    <a:bodyPr/>
                    <a:lstStyle/>
                    <a:p>
                      <a:endParaRPr lang="en-US"/>
                    </a:p>
                  </a:txBody>
                  <a:tcPr/>
                </a:tc>
                <a:tc>
                  <a:txBody>
                    <a:bodyPr/>
                    <a:lstStyle/>
                    <a:p>
                      <a:pPr marL="0" lvl="0" indent="0" algn="l" rtl="0">
                        <a:lnSpc>
                          <a:spcPct val="115000"/>
                        </a:lnSpc>
                        <a:spcBef>
                          <a:spcPts val="300"/>
                        </a:spcBef>
                        <a:spcAft>
                          <a:spcPts val="0"/>
                        </a:spcAft>
                        <a:buNone/>
                      </a:pPr>
                      <a:r>
                        <a:rPr lang="en" sz="700">
                          <a:latin typeface="DS Indigo"/>
                          <a:ea typeface="DS Indigo"/>
                          <a:cs typeface="DS Indigo"/>
                          <a:sym typeface="DS Indigo"/>
                        </a:rPr>
                        <a:t>Retrieve</a:t>
                      </a:r>
                      <a:endParaRPr sz="700">
                        <a:latin typeface="DS Indigo"/>
                        <a:ea typeface="DS Indigo"/>
                        <a:cs typeface="DS Indigo"/>
                        <a:sym typeface="DS Indigo"/>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0" lvl="0" indent="0" algn="ctr" rtl="0">
                        <a:spcBef>
                          <a:spcPts val="300"/>
                        </a:spcBef>
                        <a:spcAft>
                          <a:spcPts val="0"/>
                        </a:spcAft>
                        <a:buClr>
                          <a:schemeClr val="dk1"/>
                        </a:buClr>
                        <a:buSzPts val="1100"/>
                        <a:buFont typeface="Arial"/>
                        <a:buNone/>
                      </a:pPr>
                      <a:r>
                        <a:rPr lang="en" sz="700">
                          <a:solidFill>
                            <a:schemeClr val="dk1"/>
                          </a:solidFill>
                          <a:latin typeface="DS Indigo SemiBold"/>
                          <a:ea typeface="DS Indigo SemiBold"/>
                          <a:cs typeface="DS Indigo SemiBold"/>
                          <a:sym typeface="DS Indigo SemiBold"/>
                        </a:rPr>
                        <a:t>S*</a:t>
                      </a:r>
                      <a:endParaRPr sz="700">
                        <a:solidFill>
                          <a:srgbClr val="006FF9"/>
                        </a:solidFill>
                        <a:latin typeface="DS Indigo SemiBold"/>
                        <a:ea typeface="DS Indigo SemiBold"/>
                        <a:cs typeface="DS Indigo SemiBold"/>
                        <a:sym typeface="DS Indigo SemiBold"/>
                      </a:endParaRPr>
                    </a:p>
                  </a:txBody>
                  <a:tcPr marL="91425" marR="91425" marT="36575" marB="3657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206"/>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72</a:t>
            </a:fld>
            <a:endParaRPr>
              <a:solidFill>
                <a:schemeClr val="dk1"/>
              </a:solidFill>
            </a:endParaRPr>
          </a:p>
        </p:txBody>
      </p:sp>
      <p:sp>
        <p:nvSpPr>
          <p:cNvPr id="2201" name="Google Shape;2201;p206"/>
          <p:cNvSpPr txBox="1">
            <a:spLocks noGrp="1"/>
          </p:cNvSpPr>
          <p:nvPr>
            <p:ph type="title"/>
          </p:nvPr>
        </p:nvSpPr>
        <p:spPr>
          <a:xfrm>
            <a:off x="1533525" y="953400"/>
            <a:ext cx="6083100" cy="23085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Workflow</a:t>
            </a:r>
            <a:br>
              <a:rPr lang="en"/>
            </a:br>
            <a:r>
              <a:rPr lang="en"/>
              <a:t>Diagrams</a:t>
            </a:r>
            <a:endParaRPr/>
          </a:p>
        </p:txBody>
      </p:sp>
      <p:sp>
        <p:nvSpPr>
          <p:cNvPr id="2202" name="Google Shape;2202;p206"/>
          <p:cNvSpPr txBox="1">
            <a:spLocks noGrp="1"/>
          </p:cNvSpPr>
          <p:nvPr>
            <p:ph type="subTitle" idx="1"/>
          </p:nvPr>
        </p:nvSpPr>
        <p:spPr>
          <a:xfrm>
            <a:off x="1533525" y="3424100"/>
            <a:ext cx="55488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206"/>
        <p:cNvGrpSpPr/>
        <p:nvPr/>
      </p:nvGrpSpPr>
      <p:grpSpPr>
        <a:xfrm>
          <a:off x="0" y="0"/>
          <a:ext cx="0" cy="0"/>
          <a:chOff x="0" y="0"/>
          <a:chExt cx="0" cy="0"/>
        </a:xfrm>
      </p:grpSpPr>
      <p:sp>
        <p:nvSpPr>
          <p:cNvPr id="2207" name="Google Shape;2207;p207"/>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73</a:t>
            </a:fld>
            <a:endParaRPr/>
          </a:p>
        </p:txBody>
      </p:sp>
      <p:graphicFrame>
        <p:nvGraphicFramePr>
          <p:cNvPr id="2208" name="Google Shape;2208;p207"/>
          <p:cNvGraphicFramePr/>
          <p:nvPr/>
        </p:nvGraphicFramePr>
        <p:xfrm>
          <a:off x="342875" y="1341850"/>
          <a:ext cx="3000000" cy="3000000"/>
        </p:xfrm>
        <a:graphic>
          <a:graphicData uri="http://schemas.openxmlformats.org/drawingml/2006/table">
            <a:tbl>
              <a:tblPr>
                <a:noFill/>
                <a:tableStyleId>{7113FC07-ED0A-424B-A021-3AF69EE6CE0B}</a:tableStyleId>
              </a:tblPr>
              <a:tblGrid>
                <a:gridCol w="8462100">
                  <a:extLst>
                    <a:ext uri="{9D8B030D-6E8A-4147-A177-3AD203B41FA5}">
                      <a16:colId xmlns:a16="http://schemas.microsoft.com/office/drawing/2014/main" val="20000"/>
                    </a:ext>
                  </a:extLst>
                </a:gridCol>
              </a:tblGrid>
              <a:tr h="1054225">
                <a:tc>
                  <a:txBody>
                    <a:bodyPr/>
                    <a:lstStyle/>
                    <a:p>
                      <a:pPr marL="0" lvl="0" indent="0" algn="l" rtl="0">
                        <a:lnSpc>
                          <a:spcPct val="100000"/>
                        </a:lnSpc>
                        <a:spcBef>
                          <a:spcPts val="0"/>
                        </a:spcBef>
                        <a:spcAft>
                          <a:spcPts val="0"/>
                        </a:spcAft>
                        <a:buNone/>
                      </a:pPr>
                      <a:r>
                        <a:rPr lang="en" sz="1600">
                          <a:solidFill>
                            <a:schemeClr val="dk1"/>
                          </a:solidFill>
                          <a:latin typeface="DS Indigo SemiBold"/>
                          <a:ea typeface="DS Indigo SemiBold"/>
                          <a:cs typeface="DS Indigo SemiBold"/>
                          <a:sym typeface="DS Indigo SemiBold"/>
                        </a:rPr>
                        <a:t>Category 1</a:t>
                      </a:r>
                      <a:endParaRPr sz="1600">
                        <a:solidFill>
                          <a:schemeClr val="dk1"/>
                        </a:solidFill>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5">
                          <a:alpha val="0"/>
                        </a:schemeClr>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1013450">
                <a:tc>
                  <a:txBody>
                    <a:bodyPr/>
                    <a:lstStyle/>
                    <a:p>
                      <a:pPr marL="0" lvl="0" indent="0" algn="l" rtl="0">
                        <a:lnSpc>
                          <a:spcPct val="100000"/>
                        </a:lnSpc>
                        <a:spcBef>
                          <a:spcPts val="0"/>
                        </a:spcBef>
                        <a:spcAft>
                          <a:spcPts val="0"/>
                        </a:spcAft>
                        <a:buNone/>
                      </a:pPr>
                      <a:r>
                        <a:rPr lang="en" sz="1600">
                          <a:latin typeface="DS Indigo SemiBold"/>
                          <a:ea typeface="DS Indigo SemiBold"/>
                          <a:cs typeface="DS Indigo SemiBold"/>
                          <a:sym typeface="DS Indigo SemiBold"/>
                        </a:rPr>
                        <a:t>Category 2</a:t>
                      </a:r>
                      <a:endParaRPr sz="16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1013450">
                <a:tc>
                  <a:txBody>
                    <a:bodyPr/>
                    <a:lstStyle/>
                    <a:p>
                      <a:pPr marL="0" lvl="0" indent="0" algn="l" rtl="0">
                        <a:lnSpc>
                          <a:spcPct val="100000"/>
                        </a:lnSpc>
                        <a:spcBef>
                          <a:spcPts val="0"/>
                        </a:spcBef>
                        <a:spcAft>
                          <a:spcPts val="0"/>
                        </a:spcAft>
                        <a:buNone/>
                      </a:pPr>
                      <a:r>
                        <a:rPr lang="en" sz="1600">
                          <a:latin typeface="DS Indigo SemiBold"/>
                          <a:ea typeface="DS Indigo SemiBold"/>
                          <a:cs typeface="DS Indigo SemiBold"/>
                          <a:sym typeface="DS Indigo SemiBold"/>
                        </a:rPr>
                        <a:t>Category 3</a:t>
                      </a:r>
                      <a:endParaRPr sz="1600">
                        <a:latin typeface="DS Indigo SemiBold"/>
                        <a:ea typeface="DS Indigo SemiBold"/>
                        <a:cs typeface="DS Indigo SemiBold"/>
                        <a:sym typeface="DS Indigo SemiBol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209" name="Google Shape;2209;p207"/>
          <p:cNvSpPr txBox="1">
            <a:spLocks noGrp="1"/>
          </p:cNvSpPr>
          <p:nvPr>
            <p:ph type="subTitle" idx="4294967295"/>
          </p:nvPr>
        </p:nvSpPr>
        <p:spPr>
          <a:xfrm>
            <a:off x="6719125" y="3475108"/>
            <a:ext cx="1987200" cy="1014900"/>
          </a:xfrm>
          <a:prstGeom prst="rect">
            <a:avLst/>
          </a:prstGeom>
          <a:solidFill>
            <a:schemeClr val="accent3"/>
          </a:solidFill>
        </p:spPr>
        <p:txBody>
          <a:bodyPr spcFirstLastPara="1" wrap="square" lIns="182875" tIns="182875" rIns="182875" bIns="182875" anchor="t" anchorCtr="0">
            <a:noAutofit/>
          </a:bodyPr>
          <a:lstStyle/>
          <a:p>
            <a:pPr marL="0" lvl="0" indent="0" algn="l" rtl="0">
              <a:spcBef>
                <a:spcPts val="0"/>
              </a:spcBef>
              <a:spcAft>
                <a:spcPts val="0"/>
              </a:spcAft>
              <a:buNone/>
            </a:pPr>
            <a:r>
              <a:rPr lang="en" sz="1000">
                <a:solidFill>
                  <a:schemeClr val="lt1"/>
                </a:solidFill>
                <a:latin typeface="DS Indigo SemiBold"/>
                <a:ea typeface="DS Indigo SemiBold"/>
                <a:cs typeface="DS Indigo SemiBold"/>
                <a:sym typeface="DS Indigo SemiBold"/>
              </a:rPr>
              <a:t>Step 3</a:t>
            </a:r>
            <a:endParaRPr sz="1000">
              <a:solidFill>
                <a:schemeClr val="lt1"/>
              </a:solidFill>
              <a:latin typeface="DS Indigo SemiBold"/>
              <a:ea typeface="DS Indigo SemiBold"/>
              <a:cs typeface="DS Indigo SemiBold"/>
              <a:sym typeface="DS Indigo SemiBold"/>
            </a:endParaRPr>
          </a:p>
          <a:p>
            <a:pPr marL="0" lvl="0" indent="0" algn="l" rtl="0">
              <a:lnSpc>
                <a:spcPct val="100000"/>
              </a:lnSpc>
              <a:spcBef>
                <a:spcPts val="0"/>
              </a:spcBef>
              <a:spcAft>
                <a:spcPts val="0"/>
              </a:spcAft>
              <a:buNone/>
            </a:pPr>
            <a:r>
              <a:rPr lang="en" sz="1000">
                <a:solidFill>
                  <a:schemeClr val="lt1"/>
                </a:solidFill>
              </a:rPr>
              <a:t>Lorem ipsum dolor sit amet, consectetur adipiscing elit.</a:t>
            </a:r>
            <a:endParaRPr sz="1000">
              <a:solidFill>
                <a:schemeClr val="lt1"/>
              </a:solidFill>
            </a:endParaRPr>
          </a:p>
        </p:txBody>
      </p:sp>
      <p:cxnSp>
        <p:nvCxnSpPr>
          <p:cNvPr id="2210" name="Google Shape;2210;p207"/>
          <p:cNvCxnSpPr>
            <a:stCxn id="2211" idx="3"/>
            <a:endCxn id="2209" idx="1"/>
          </p:cNvCxnSpPr>
          <p:nvPr/>
        </p:nvCxnSpPr>
        <p:spPr>
          <a:xfrm>
            <a:off x="6356188" y="2908057"/>
            <a:ext cx="363000" cy="1074600"/>
          </a:xfrm>
          <a:prstGeom prst="bentConnector3">
            <a:avLst>
              <a:gd name="adj1" fmla="val 49991"/>
            </a:avLst>
          </a:prstGeom>
          <a:noFill/>
          <a:ln w="19050" cap="flat" cmpd="sng">
            <a:solidFill>
              <a:schemeClr val="accent3"/>
            </a:solidFill>
            <a:prstDash val="solid"/>
            <a:round/>
            <a:headEnd type="none" w="med" len="med"/>
            <a:tailEnd type="triangle" w="med" len="med"/>
          </a:ln>
        </p:spPr>
      </p:cxnSp>
      <p:sp>
        <p:nvSpPr>
          <p:cNvPr id="2211" name="Google Shape;2211;p207"/>
          <p:cNvSpPr txBox="1">
            <a:spLocks noGrp="1"/>
          </p:cNvSpPr>
          <p:nvPr>
            <p:ph type="subTitle" idx="4294967295"/>
          </p:nvPr>
        </p:nvSpPr>
        <p:spPr>
          <a:xfrm>
            <a:off x="4368988" y="2475457"/>
            <a:ext cx="1987200" cy="865200"/>
          </a:xfrm>
          <a:prstGeom prst="rect">
            <a:avLst/>
          </a:prstGeom>
          <a:noFill/>
          <a:ln w="19050" cap="flat" cmpd="sng">
            <a:solidFill>
              <a:schemeClr val="accent3"/>
            </a:solidFill>
            <a:prstDash val="solid"/>
            <a:round/>
            <a:headEnd type="none" w="sm" len="sm"/>
            <a:tailEnd type="none" w="sm" len="sm"/>
          </a:ln>
        </p:spPr>
        <p:txBody>
          <a:bodyPr spcFirstLastPara="1" wrap="square" lIns="182875" tIns="182875" rIns="182875" bIns="182875" anchor="t" anchorCtr="0">
            <a:noAutofit/>
          </a:bodyPr>
          <a:lstStyle/>
          <a:p>
            <a:pPr marL="0" lvl="0" indent="0" algn="l" rtl="0">
              <a:spcBef>
                <a:spcPts val="0"/>
              </a:spcBef>
              <a:spcAft>
                <a:spcPts val="0"/>
              </a:spcAft>
              <a:buNone/>
            </a:pPr>
            <a:r>
              <a:rPr lang="en" sz="1000">
                <a:latin typeface="DS Indigo SemiBold"/>
                <a:ea typeface="DS Indigo SemiBold"/>
                <a:cs typeface="DS Indigo SemiBold"/>
                <a:sym typeface="DS Indigo SemiBold"/>
              </a:rPr>
              <a:t>Step 2</a:t>
            </a:r>
            <a:endParaRPr sz="1000">
              <a:latin typeface="DS Indigo SemiBold"/>
              <a:ea typeface="DS Indigo SemiBold"/>
              <a:cs typeface="DS Indigo SemiBold"/>
              <a:sym typeface="DS Indigo SemiBold"/>
            </a:endParaRPr>
          </a:p>
          <a:p>
            <a:pPr marL="0" lvl="0" indent="0" algn="l" rtl="0">
              <a:lnSpc>
                <a:spcPct val="100000"/>
              </a:lnSpc>
              <a:spcBef>
                <a:spcPts val="0"/>
              </a:spcBef>
              <a:spcAft>
                <a:spcPts val="0"/>
              </a:spcAft>
              <a:buNone/>
            </a:pPr>
            <a:r>
              <a:rPr lang="en" sz="1000"/>
              <a:t>Lorem ipsum dolor sit amet, consectetur adipiscing elit.</a:t>
            </a:r>
            <a:endParaRPr sz="1000"/>
          </a:p>
        </p:txBody>
      </p:sp>
      <p:sp>
        <p:nvSpPr>
          <p:cNvPr id="2212" name="Google Shape;2212;p207"/>
          <p:cNvSpPr txBox="1">
            <a:spLocks noGrp="1"/>
          </p:cNvSpPr>
          <p:nvPr>
            <p:ph type="subTitle" idx="4294967295"/>
          </p:nvPr>
        </p:nvSpPr>
        <p:spPr>
          <a:xfrm>
            <a:off x="1920200" y="1460475"/>
            <a:ext cx="1987200" cy="865200"/>
          </a:xfrm>
          <a:prstGeom prst="rect">
            <a:avLst/>
          </a:prstGeom>
          <a:noFill/>
          <a:ln w="19050" cap="flat" cmpd="sng">
            <a:solidFill>
              <a:schemeClr val="accent3"/>
            </a:solidFill>
            <a:prstDash val="solid"/>
            <a:round/>
            <a:headEnd type="none" w="sm" len="sm"/>
            <a:tailEnd type="none" w="sm" len="sm"/>
          </a:ln>
        </p:spPr>
        <p:txBody>
          <a:bodyPr spcFirstLastPara="1" wrap="square" lIns="182875" tIns="182875" rIns="182875" bIns="182875" anchor="t" anchorCtr="0">
            <a:noAutofit/>
          </a:bodyPr>
          <a:lstStyle/>
          <a:p>
            <a:pPr marL="0" lvl="0" indent="0" algn="l" rtl="0">
              <a:spcBef>
                <a:spcPts val="0"/>
              </a:spcBef>
              <a:spcAft>
                <a:spcPts val="0"/>
              </a:spcAft>
              <a:buNone/>
            </a:pPr>
            <a:r>
              <a:rPr lang="en" sz="1000">
                <a:latin typeface="DS Indigo SemiBold"/>
                <a:ea typeface="DS Indigo SemiBold"/>
                <a:cs typeface="DS Indigo SemiBold"/>
                <a:sym typeface="DS Indigo SemiBold"/>
              </a:rPr>
              <a:t>Step 1</a:t>
            </a:r>
            <a:endParaRPr sz="1000">
              <a:latin typeface="DS Indigo SemiBold"/>
              <a:ea typeface="DS Indigo SemiBold"/>
              <a:cs typeface="DS Indigo SemiBold"/>
              <a:sym typeface="DS Indigo SemiBold"/>
            </a:endParaRPr>
          </a:p>
          <a:p>
            <a:pPr marL="0" lvl="0" indent="0" algn="l" rtl="0">
              <a:lnSpc>
                <a:spcPct val="100000"/>
              </a:lnSpc>
              <a:spcBef>
                <a:spcPts val="0"/>
              </a:spcBef>
              <a:spcAft>
                <a:spcPts val="0"/>
              </a:spcAft>
              <a:buNone/>
            </a:pPr>
            <a:r>
              <a:rPr lang="en" sz="1000"/>
              <a:t>Lorem ipsum dolor sit amet, consectetur adipiscing elit.</a:t>
            </a:r>
            <a:endParaRPr sz="1000"/>
          </a:p>
        </p:txBody>
      </p:sp>
      <p:cxnSp>
        <p:nvCxnSpPr>
          <p:cNvPr id="2213" name="Google Shape;2213;p207"/>
          <p:cNvCxnSpPr>
            <a:stCxn id="2212" idx="3"/>
            <a:endCxn id="2211" idx="1"/>
          </p:cNvCxnSpPr>
          <p:nvPr/>
        </p:nvCxnSpPr>
        <p:spPr>
          <a:xfrm>
            <a:off x="3907400" y="1893075"/>
            <a:ext cx="461700" cy="1014900"/>
          </a:xfrm>
          <a:prstGeom prst="bentConnector3">
            <a:avLst>
              <a:gd name="adj1" fmla="val 49988"/>
            </a:avLst>
          </a:prstGeom>
          <a:noFill/>
          <a:ln w="19050" cap="flat" cmpd="sng">
            <a:solidFill>
              <a:schemeClr val="accent3"/>
            </a:solidFill>
            <a:prstDash val="solid"/>
            <a:round/>
            <a:headEnd type="none" w="med" len="med"/>
            <a:tailEnd type="triangle" w="med" len="med"/>
          </a:ln>
        </p:spPr>
      </p:cxnSp>
      <p:sp>
        <p:nvSpPr>
          <p:cNvPr id="2214" name="Google Shape;2214;p207"/>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Process Level Diagram</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218"/>
        <p:cNvGrpSpPr/>
        <p:nvPr/>
      </p:nvGrpSpPr>
      <p:grpSpPr>
        <a:xfrm>
          <a:off x="0" y="0"/>
          <a:ext cx="0" cy="0"/>
          <a:chOff x="0" y="0"/>
          <a:chExt cx="0" cy="0"/>
        </a:xfrm>
      </p:grpSpPr>
      <p:sp>
        <p:nvSpPr>
          <p:cNvPr id="2219" name="Google Shape;2219;p208"/>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74</a:t>
            </a:fld>
            <a:endParaRPr/>
          </a:p>
        </p:txBody>
      </p:sp>
      <p:sp>
        <p:nvSpPr>
          <p:cNvPr id="2220" name="Google Shape;2220;p208"/>
          <p:cNvSpPr txBox="1">
            <a:spLocks noGrp="1"/>
          </p:cNvSpPr>
          <p:nvPr>
            <p:ph type="subTitle" idx="4294967295"/>
          </p:nvPr>
        </p:nvSpPr>
        <p:spPr>
          <a:xfrm>
            <a:off x="339050" y="1605125"/>
            <a:ext cx="3640800" cy="2949600"/>
          </a:xfrm>
          <a:prstGeom prst="rect">
            <a:avLst/>
          </a:prstGeom>
          <a:solidFill>
            <a:schemeClr val="lt1"/>
          </a:solidFill>
          <a:ln w="19050" cap="flat" cmpd="sng">
            <a:solidFill>
              <a:schemeClr val="accent3"/>
            </a:solidFill>
            <a:prstDash val="solid"/>
            <a:round/>
            <a:headEnd type="none" w="sm" len="sm"/>
            <a:tailEnd type="none" w="sm" len="sm"/>
          </a:ln>
        </p:spPr>
        <p:txBody>
          <a:bodyPr spcFirstLastPara="1" wrap="square" lIns="182875" tIns="182875" rIns="182875" bIns="182875" anchor="t" anchorCtr="0">
            <a:noAutofit/>
          </a:bodyPr>
          <a:lstStyle/>
          <a:p>
            <a:pPr marL="0" lvl="0" indent="0" algn="l" rtl="0">
              <a:lnSpc>
                <a:spcPct val="120000"/>
              </a:lnSpc>
              <a:spcBef>
                <a:spcPts val="0"/>
              </a:spcBef>
              <a:spcAft>
                <a:spcPts val="0"/>
              </a:spcAft>
              <a:buNone/>
            </a:pPr>
            <a:r>
              <a:rPr lang="en">
                <a:latin typeface="DS Indigo SemiBold"/>
                <a:ea typeface="DS Indigo SemiBold"/>
                <a:cs typeface="DS Indigo SemiBold"/>
                <a:sym typeface="DS Indigo SemiBold"/>
              </a:rPr>
              <a:t>This is the main idea</a:t>
            </a:r>
            <a:endParaRPr/>
          </a:p>
          <a:p>
            <a:pPr marL="0" lvl="0" indent="0" algn="l" rtl="0">
              <a:lnSpc>
                <a:spcPct val="120000"/>
              </a:lnSpc>
              <a:spcBef>
                <a:spcPts val="0"/>
              </a:spcBef>
              <a:spcAft>
                <a:spcPts val="0"/>
              </a:spcAft>
              <a:buNone/>
            </a:pPr>
            <a:r>
              <a:rPr lang="en" sz="1000"/>
              <a:t>Lorem ipsum dolor sit amet, consectetur adipiscing elit. Donec eget velit id ex consectetur auctor eu at nibh. Curabitur sagittis velit a tincidunt semper. In vulputate nisl at varius semper</a:t>
            </a:r>
            <a:r>
              <a:rPr lang="en" sz="1000">
                <a:solidFill>
                  <a:srgbClr val="000000"/>
                </a:solidFill>
                <a:highlight>
                  <a:srgbClr val="FFFFFF"/>
                </a:highlight>
                <a:latin typeface="Open Sans"/>
                <a:ea typeface="Open Sans"/>
                <a:cs typeface="Open Sans"/>
                <a:sym typeface="Open Sans"/>
              </a:rPr>
              <a:t>.</a:t>
            </a:r>
            <a:endParaRPr sz="1000">
              <a:latin typeface="DS Indigo SemiBold"/>
              <a:ea typeface="DS Indigo SemiBold"/>
              <a:cs typeface="DS Indigo SemiBold"/>
              <a:sym typeface="DS Indigo SemiBold"/>
            </a:endParaRPr>
          </a:p>
        </p:txBody>
      </p:sp>
      <p:sp>
        <p:nvSpPr>
          <p:cNvPr id="2221" name="Google Shape;2221;p208"/>
          <p:cNvSpPr txBox="1">
            <a:spLocks noGrp="1"/>
          </p:cNvSpPr>
          <p:nvPr>
            <p:ph type="subTitle" idx="4294967295"/>
          </p:nvPr>
        </p:nvSpPr>
        <p:spPr>
          <a:xfrm>
            <a:off x="5164300" y="1605125"/>
            <a:ext cx="3640800" cy="875400"/>
          </a:xfrm>
          <a:prstGeom prst="rect">
            <a:avLst/>
          </a:prstGeom>
          <a:solidFill>
            <a:schemeClr val="accent3"/>
          </a:solidFill>
          <a:ln>
            <a:noFill/>
          </a:ln>
        </p:spPr>
        <p:txBody>
          <a:bodyPr spcFirstLastPara="1" wrap="square" lIns="182875" tIns="182875" rIns="182875" bIns="182875" anchor="t" anchorCtr="0">
            <a:noAutofit/>
          </a:bodyPr>
          <a:lstStyle/>
          <a:p>
            <a:pPr marL="0" lvl="0" indent="0" algn="l" rtl="0">
              <a:spcBef>
                <a:spcPts val="0"/>
              </a:spcBef>
              <a:spcAft>
                <a:spcPts val="0"/>
              </a:spcAft>
              <a:buNone/>
            </a:pPr>
            <a:r>
              <a:rPr lang="en" sz="1000" b="1">
                <a:solidFill>
                  <a:schemeClr val="lt1"/>
                </a:solidFill>
              </a:rPr>
              <a:t>Funnel 1</a:t>
            </a:r>
            <a:endParaRPr sz="1000" b="1">
              <a:solidFill>
                <a:schemeClr val="lt1"/>
              </a:solidFill>
            </a:endParaRPr>
          </a:p>
          <a:p>
            <a:pPr marL="0" lvl="0" indent="0" algn="l" rtl="0">
              <a:lnSpc>
                <a:spcPct val="120000"/>
              </a:lnSpc>
              <a:spcBef>
                <a:spcPts val="0"/>
              </a:spcBef>
              <a:spcAft>
                <a:spcPts val="0"/>
              </a:spcAft>
              <a:buNone/>
            </a:pPr>
            <a:r>
              <a:rPr lang="en" sz="1000">
                <a:solidFill>
                  <a:schemeClr val="lt1"/>
                </a:solidFill>
              </a:rPr>
              <a:t>Lorem ipsum dolor sit amet, consectetur adipiscing elit. Donec eget velit id ex consectetur auctor eu at nibh.</a:t>
            </a:r>
            <a:endParaRPr sz="1000">
              <a:solidFill>
                <a:schemeClr val="lt1"/>
              </a:solidFill>
            </a:endParaRPr>
          </a:p>
        </p:txBody>
      </p:sp>
      <p:sp>
        <p:nvSpPr>
          <p:cNvPr id="2222" name="Google Shape;2222;p208"/>
          <p:cNvSpPr txBox="1">
            <a:spLocks noGrp="1"/>
          </p:cNvSpPr>
          <p:nvPr>
            <p:ph type="subTitle" idx="4294967295"/>
          </p:nvPr>
        </p:nvSpPr>
        <p:spPr>
          <a:xfrm>
            <a:off x="5164300" y="2642198"/>
            <a:ext cx="3640800" cy="875400"/>
          </a:xfrm>
          <a:prstGeom prst="rect">
            <a:avLst/>
          </a:prstGeom>
          <a:solidFill>
            <a:schemeClr val="accent3"/>
          </a:solidFill>
        </p:spPr>
        <p:txBody>
          <a:bodyPr spcFirstLastPara="1" wrap="square" lIns="182875" tIns="182875" rIns="182875" bIns="182875" anchor="t" anchorCtr="0">
            <a:noAutofit/>
          </a:bodyPr>
          <a:lstStyle/>
          <a:p>
            <a:pPr marL="0" lvl="0" indent="0" algn="l" rtl="0">
              <a:spcBef>
                <a:spcPts val="0"/>
              </a:spcBef>
              <a:spcAft>
                <a:spcPts val="0"/>
              </a:spcAft>
              <a:buNone/>
            </a:pPr>
            <a:r>
              <a:rPr lang="en" sz="1000" b="1">
                <a:solidFill>
                  <a:schemeClr val="lt1"/>
                </a:solidFill>
              </a:rPr>
              <a:t>Funnel 2</a:t>
            </a:r>
            <a:endParaRPr sz="1000" b="1">
              <a:solidFill>
                <a:schemeClr val="lt1"/>
              </a:solidFill>
            </a:endParaRPr>
          </a:p>
          <a:p>
            <a:pPr marL="0" lvl="0" indent="0" algn="l" rtl="0">
              <a:lnSpc>
                <a:spcPct val="120000"/>
              </a:lnSpc>
              <a:spcBef>
                <a:spcPts val="0"/>
              </a:spcBef>
              <a:spcAft>
                <a:spcPts val="0"/>
              </a:spcAft>
              <a:buNone/>
            </a:pPr>
            <a:r>
              <a:rPr lang="en" sz="1000">
                <a:solidFill>
                  <a:schemeClr val="lt1"/>
                </a:solidFill>
              </a:rPr>
              <a:t>Lorem ipsum dolor sit amet, consectetur adipiscing elit. Donec eget velit id ex consectetur auctor eu at nibh.</a:t>
            </a:r>
            <a:endParaRPr sz="1000">
              <a:solidFill>
                <a:schemeClr val="lt1"/>
              </a:solidFill>
            </a:endParaRPr>
          </a:p>
        </p:txBody>
      </p:sp>
      <p:sp>
        <p:nvSpPr>
          <p:cNvPr id="2223" name="Google Shape;2223;p208"/>
          <p:cNvSpPr txBox="1">
            <a:spLocks noGrp="1"/>
          </p:cNvSpPr>
          <p:nvPr>
            <p:ph type="subTitle" idx="4294967295"/>
          </p:nvPr>
        </p:nvSpPr>
        <p:spPr>
          <a:xfrm>
            <a:off x="5164300" y="3679274"/>
            <a:ext cx="3640800" cy="875400"/>
          </a:xfrm>
          <a:prstGeom prst="rect">
            <a:avLst/>
          </a:prstGeom>
          <a:solidFill>
            <a:schemeClr val="accent3"/>
          </a:solidFill>
        </p:spPr>
        <p:txBody>
          <a:bodyPr spcFirstLastPara="1" wrap="square" lIns="182875" tIns="182875" rIns="182875" bIns="182875" anchor="t" anchorCtr="0">
            <a:noAutofit/>
          </a:bodyPr>
          <a:lstStyle/>
          <a:p>
            <a:pPr marL="0" lvl="0" indent="0" algn="l" rtl="0">
              <a:spcBef>
                <a:spcPts val="0"/>
              </a:spcBef>
              <a:spcAft>
                <a:spcPts val="0"/>
              </a:spcAft>
              <a:buNone/>
            </a:pPr>
            <a:r>
              <a:rPr lang="en" sz="1000" b="1">
                <a:solidFill>
                  <a:schemeClr val="lt1"/>
                </a:solidFill>
              </a:rPr>
              <a:t>Funnel 3</a:t>
            </a:r>
            <a:endParaRPr sz="1000" b="1">
              <a:solidFill>
                <a:schemeClr val="lt1"/>
              </a:solidFill>
            </a:endParaRPr>
          </a:p>
          <a:p>
            <a:pPr marL="0" lvl="0" indent="0" algn="l" rtl="0">
              <a:lnSpc>
                <a:spcPct val="120000"/>
              </a:lnSpc>
              <a:spcBef>
                <a:spcPts val="0"/>
              </a:spcBef>
              <a:spcAft>
                <a:spcPts val="0"/>
              </a:spcAft>
              <a:buNone/>
            </a:pPr>
            <a:r>
              <a:rPr lang="en" sz="1000">
                <a:solidFill>
                  <a:schemeClr val="lt1"/>
                </a:solidFill>
              </a:rPr>
              <a:t>Lorem ipsum dolor sit amet, consectetur adipiscing elit. Donec eget velit id ex consectetur auctor eu at nibh.</a:t>
            </a:r>
            <a:endParaRPr sz="1000">
              <a:solidFill>
                <a:schemeClr val="lt1"/>
              </a:solidFill>
            </a:endParaRPr>
          </a:p>
        </p:txBody>
      </p:sp>
      <p:cxnSp>
        <p:nvCxnSpPr>
          <p:cNvPr id="2224" name="Google Shape;2224;p208"/>
          <p:cNvCxnSpPr>
            <a:endCxn id="2223" idx="1"/>
          </p:cNvCxnSpPr>
          <p:nvPr/>
        </p:nvCxnSpPr>
        <p:spPr>
          <a:xfrm>
            <a:off x="3987400" y="3337874"/>
            <a:ext cx="1176900" cy="779100"/>
          </a:xfrm>
          <a:prstGeom prst="bentConnector3">
            <a:avLst>
              <a:gd name="adj1" fmla="val 50000"/>
            </a:avLst>
          </a:prstGeom>
          <a:noFill/>
          <a:ln w="19050" cap="flat" cmpd="sng">
            <a:solidFill>
              <a:schemeClr val="accent3"/>
            </a:solidFill>
            <a:prstDash val="solid"/>
            <a:round/>
            <a:headEnd type="none" w="med" len="med"/>
            <a:tailEnd type="triangle" w="med" len="med"/>
          </a:ln>
        </p:spPr>
      </p:cxnSp>
      <p:cxnSp>
        <p:nvCxnSpPr>
          <p:cNvPr id="2225" name="Google Shape;2225;p208"/>
          <p:cNvCxnSpPr>
            <a:stCxn id="2220" idx="3"/>
            <a:endCxn id="2222" idx="1"/>
          </p:cNvCxnSpPr>
          <p:nvPr/>
        </p:nvCxnSpPr>
        <p:spPr>
          <a:xfrm>
            <a:off x="3979850" y="3079925"/>
            <a:ext cx="1184400" cy="0"/>
          </a:xfrm>
          <a:prstGeom prst="straightConnector1">
            <a:avLst/>
          </a:prstGeom>
          <a:noFill/>
          <a:ln w="19050" cap="flat" cmpd="sng">
            <a:solidFill>
              <a:schemeClr val="accent3"/>
            </a:solidFill>
            <a:prstDash val="solid"/>
            <a:round/>
            <a:headEnd type="none" w="med" len="med"/>
            <a:tailEnd type="triangle" w="med" len="med"/>
          </a:ln>
        </p:spPr>
      </p:cxnSp>
      <p:cxnSp>
        <p:nvCxnSpPr>
          <p:cNvPr id="2226" name="Google Shape;2226;p208"/>
          <p:cNvCxnSpPr>
            <a:endCxn id="2221" idx="1"/>
          </p:cNvCxnSpPr>
          <p:nvPr/>
        </p:nvCxnSpPr>
        <p:spPr>
          <a:xfrm rot="10800000" flipH="1">
            <a:off x="3977500" y="2042825"/>
            <a:ext cx="1186800" cy="785400"/>
          </a:xfrm>
          <a:prstGeom prst="bentConnector3">
            <a:avLst>
              <a:gd name="adj1" fmla="val 50000"/>
            </a:avLst>
          </a:prstGeom>
          <a:noFill/>
          <a:ln w="19050" cap="flat" cmpd="sng">
            <a:solidFill>
              <a:schemeClr val="accent3"/>
            </a:solidFill>
            <a:prstDash val="solid"/>
            <a:round/>
            <a:headEnd type="none" w="med" len="med"/>
            <a:tailEnd type="triangle" w="med" len="med"/>
          </a:ln>
        </p:spPr>
      </p:cxnSp>
      <p:sp>
        <p:nvSpPr>
          <p:cNvPr id="2227" name="Google Shape;2227;p208"/>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1-to-3 Diagram</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231"/>
        <p:cNvGrpSpPr/>
        <p:nvPr/>
      </p:nvGrpSpPr>
      <p:grpSpPr>
        <a:xfrm>
          <a:off x="0" y="0"/>
          <a:ext cx="0" cy="0"/>
          <a:chOff x="0" y="0"/>
          <a:chExt cx="0" cy="0"/>
        </a:xfrm>
      </p:grpSpPr>
      <p:sp>
        <p:nvSpPr>
          <p:cNvPr id="2232" name="Google Shape;2232;p209"/>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75</a:t>
            </a:fld>
            <a:endParaRPr/>
          </a:p>
        </p:txBody>
      </p:sp>
      <p:sp>
        <p:nvSpPr>
          <p:cNvPr id="2233" name="Google Shape;2233;p209"/>
          <p:cNvSpPr txBox="1">
            <a:spLocks noGrp="1"/>
          </p:cNvSpPr>
          <p:nvPr>
            <p:ph type="subTitle" idx="4294967295"/>
          </p:nvPr>
        </p:nvSpPr>
        <p:spPr>
          <a:xfrm>
            <a:off x="339050" y="2642200"/>
            <a:ext cx="3640800" cy="875400"/>
          </a:xfrm>
          <a:prstGeom prst="rect">
            <a:avLst/>
          </a:prstGeom>
          <a:solidFill>
            <a:schemeClr val="lt1"/>
          </a:solidFill>
          <a:ln w="19050" cap="flat" cmpd="sng">
            <a:solidFill>
              <a:schemeClr val="accent3"/>
            </a:solidFill>
            <a:prstDash val="solid"/>
            <a:round/>
            <a:headEnd type="none" w="sm" len="sm"/>
            <a:tailEnd type="none" w="sm" len="sm"/>
          </a:ln>
        </p:spPr>
        <p:txBody>
          <a:bodyPr spcFirstLastPara="1" wrap="square" lIns="182875" tIns="182875" rIns="182875" bIns="182875" anchor="t" anchorCtr="0">
            <a:noAutofit/>
          </a:bodyPr>
          <a:lstStyle/>
          <a:p>
            <a:pPr marL="0" lvl="0" indent="0" algn="l" rtl="0">
              <a:lnSpc>
                <a:spcPct val="120000"/>
              </a:lnSpc>
              <a:spcBef>
                <a:spcPts val="0"/>
              </a:spcBef>
              <a:spcAft>
                <a:spcPts val="0"/>
              </a:spcAft>
              <a:buNone/>
            </a:pPr>
            <a:r>
              <a:rPr lang="en" sz="1000">
                <a:latin typeface="DS Indigo SemiBold"/>
                <a:ea typeface="DS Indigo SemiBold"/>
                <a:cs typeface="DS Indigo SemiBold"/>
                <a:sym typeface="DS Indigo SemiBold"/>
              </a:rPr>
              <a:t>This is the main idea</a:t>
            </a:r>
            <a:endParaRPr sz="1000"/>
          </a:p>
          <a:p>
            <a:pPr marL="0" lvl="0" indent="0" algn="l" rtl="0">
              <a:lnSpc>
                <a:spcPct val="120000"/>
              </a:lnSpc>
              <a:spcBef>
                <a:spcPts val="0"/>
              </a:spcBef>
              <a:spcAft>
                <a:spcPts val="0"/>
              </a:spcAft>
              <a:buNone/>
            </a:pPr>
            <a:r>
              <a:rPr lang="en" sz="1000"/>
              <a:t>Lorem ipsum dolor sit amet, consectetur adipiscing elit. Donec eget velit id ex consectetur auctor eu at nibh.</a:t>
            </a:r>
            <a:endParaRPr sz="1000">
              <a:latin typeface="DS Indigo SemiBold"/>
              <a:ea typeface="DS Indigo SemiBold"/>
              <a:cs typeface="DS Indigo SemiBold"/>
              <a:sym typeface="DS Indigo SemiBold"/>
            </a:endParaRPr>
          </a:p>
        </p:txBody>
      </p:sp>
      <p:sp>
        <p:nvSpPr>
          <p:cNvPr id="2234" name="Google Shape;2234;p209"/>
          <p:cNvSpPr txBox="1">
            <a:spLocks noGrp="1"/>
          </p:cNvSpPr>
          <p:nvPr>
            <p:ph type="subTitle" idx="4294967295"/>
          </p:nvPr>
        </p:nvSpPr>
        <p:spPr>
          <a:xfrm>
            <a:off x="5164300" y="1605125"/>
            <a:ext cx="3640800" cy="875400"/>
          </a:xfrm>
          <a:prstGeom prst="rect">
            <a:avLst/>
          </a:prstGeom>
          <a:solidFill>
            <a:schemeClr val="accent3"/>
          </a:solidFill>
          <a:ln>
            <a:noFill/>
          </a:ln>
        </p:spPr>
        <p:txBody>
          <a:bodyPr spcFirstLastPara="1" wrap="square" lIns="182875" tIns="182875" rIns="182875" bIns="182875" anchor="t" anchorCtr="0">
            <a:noAutofit/>
          </a:bodyPr>
          <a:lstStyle/>
          <a:p>
            <a:pPr marL="0" lvl="0" indent="0" algn="l" rtl="0">
              <a:spcBef>
                <a:spcPts val="0"/>
              </a:spcBef>
              <a:spcAft>
                <a:spcPts val="0"/>
              </a:spcAft>
              <a:buNone/>
            </a:pPr>
            <a:r>
              <a:rPr lang="en" sz="1000" b="1">
                <a:solidFill>
                  <a:schemeClr val="lt1"/>
                </a:solidFill>
              </a:rPr>
              <a:t>Funnel 1</a:t>
            </a:r>
            <a:endParaRPr sz="1000" b="1">
              <a:solidFill>
                <a:schemeClr val="lt1"/>
              </a:solidFill>
            </a:endParaRPr>
          </a:p>
          <a:p>
            <a:pPr marL="0" lvl="0" indent="0" algn="l" rtl="0">
              <a:lnSpc>
                <a:spcPct val="120000"/>
              </a:lnSpc>
              <a:spcBef>
                <a:spcPts val="0"/>
              </a:spcBef>
              <a:spcAft>
                <a:spcPts val="0"/>
              </a:spcAft>
              <a:buNone/>
            </a:pPr>
            <a:r>
              <a:rPr lang="en" sz="1000">
                <a:solidFill>
                  <a:schemeClr val="lt1"/>
                </a:solidFill>
              </a:rPr>
              <a:t>Lorem ipsum dolor sit amet, consectetur adipiscing elit. Donec eget velit id ex consectetur auctor eu at nibh.</a:t>
            </a:r>
            <a:endParaRPr sz="1000">
              <a:solidFill>
                <a:schemeClr val="lt1"/>
              </a:solidFill>
            </a:endParaRPr>
          </a:p>
        </p:txBody>
      </p:sp>
      <p:sp>
        <p:nvSpPr>
          <p:cNvPr id="2235" name="Google Shape;2235;p209"/>
          <p:cNvSpPr txBox="1">
            <a:spLocks noGrp="1"/>
          </p:cNvSpPr>
          <p:nvPr>
            <p:ph type="subTitle" idx="4294967295"/>
          </p:nvPr>
        </p:nvSpPr>
        <p:spPr>
          <a:xfrm>
            <a:off x="5164300" y="2642197"/>
            <a:ext cx="3640800" cy="875400"/>
          </a:xfrm>
          <a:prstGeom prst="rect">
            <a:avLst/>
          </a:prstGeom>
          <a:solidFill>
            <a:schemeClr val="accent3"/>
          </a:solidFill>
        </p:spPr>
        <p:txBody>
          <a:bodyPr spcFirstLastPara="1" wrap="square" lIns="182875" tIns="182875" rIns="182875" bIns="182875" anchor="t" anchorCtr="0">
            <a:noAutofit/>
          </a:bodyPr>
          <a:lstStyle/>
          <a:p>
            <a:pPr marL="0" lvl="0" indent="0" algn="l" rtl="0">
              <a:spcBef>
                <a:spcPts val="0"/>
              </a:spcBef>
              <a:spcAft>
                <a:spcPts val="0"/>
              </a:spcAft>
              <a:buNone/>
            </a:pPr>
            <a:r>
              <a:rPr lang="en" sz="1000" b="1">
                <a:solidFill>
                  <a:schemeClr val="lt1"/>
                </a:solidFill>
              </a:rPr>
              <a:t>Funnel 2</a:t>
            </a:r>
            <a:endParaRPr sz="1000" b="1">
              <a:solidFill>
                <a:schemeClr val="lt1"/>
              </a:solidFill>
            </a:endParaRPr>
          </a:p>
          <a:p>
            <a:pPr marL="0" lvl="0" indent="0" algn="l" rtl="0">
              <a:lnSpc>
                <a:spcPct val="120000"/>
              </a:lnSpc>
              <a:spcBef>
                <a:spcPts val="0"/>
              </a:spcBef>
              <a:spcAft>
                <a:spcPts val="0"/>
              </a:spcAft>
              <a:buNone/>
            </a:pPr>
            <a:r>
              <a:rPr lang="en" sz="1000">
                <a:solidFill>
                  <a:schemeClr val="lt1"/>
                </a:solidFill>
              </a:rPr>
              <a:t>Lorem ipsum dolor sit amet, consectetur adipiscing elit. Donec eget velit id ex consectetur auctor eu at nibh.</a:t>
            </a:r>
            <a:endParaRPr sz="1000">
              <a:solidFill>
                <a:schemeClr val="lt1"/>
              </a:solidFill>
            </a:endParaRPr>
          </a:p>
        </p:txBody>
      </p:sp>
      <p:sp>
        <p:nvSpPr>
          <p:cNvPr id="2236" name="Google Shape;2236;p209"/>
          <p:cNvSpPr txBox="1">
            <a:spLocks noGrp="1"/>
          </p:cNvSpPr>
          <p:nvPr>
            <p:ph type="subTitle" idx="4294967295"/>
          </p:nvPr>
        </p:nvSpPr>
        <p:spPr>
          <a:xfrm>
            <a:off x="5164300" y="3679275"/>
            <a:ext cx="3640800" cy="881700"/>
          </a:xfrm>
          <a:prstGeom prst="rect">
            <a:avLst/>
          </a:prstGeom>
          <a:solidFill>
            <a:schemeClr val="accent3"/>
          </a:solidFill>
        </p:spPr>
        <p:txBody>
          <a:bodyPr spcFirstLastPara="1" wrap="square" lIns="182875" tIns="182875" rIns="182875" bIns="182875" anchor="t" anchorCtr="0">
            <a:noAutofit/>
          </a:bodyPr>
          <a:lstStyle/>
          <a:p>
            <a:pPr marL="0" lvl="0" indent="0" algn="l" rtl="0">
              <a:spcBef>
                <a:spcPts val="0"/>
              </a:spcBef>
              <a:spcAft>
                <a:spcPts val="0"/>
              </a:spcAft>
              <a:buNone/>
            </a:pPr>
            <a:r>
              <a:rPr lang="en" sz="1000" b="1">
                <a:solidFill>
                  <a:schemeClr val="lt1"/>
                </a:solidFill>
              </a:rPr>
              <a:t>Funnel 3</a:t>
            </a:r>
            <a:endParaRPr sz="1000" b="1">
              <a:solidFill>
                <a:schemeClr val="lt1"/>
              </a:solidFill>
            </a:endParaRPr>
          </a:p>
          <a:p>
            <a:pPr marL="0" lvl="0" indent="0" algn="l" rtl="0">
              <a:lnSpc>
                <a:spcPct val="120000"/>
              </a:lnSpc>
              <a:spcBef>
                <a:spcPts val="0"/>
              </a:spcBef>
              <a:spcAft>
                <a:spcPts val="0"/>
              </a:spcAft>
              <a:buNone/>
            </a:pPr>
            <a:r>
              <a:rPr lang="en" sz="1000">
                <a:solidFill>
                  <a:schemeClr val="lt1"/>
                </a:solidFill>
              </a:rPr>
              <a:t>Lorem ipsum dolor sit amet, consectetur adipiscing elit. Donec eget velit id ex consectetur auctor eu at nibh.</a:t>
            </a:r>
            <a:endParaRPr sz="1000">
              <a:solidFill>
                <a:schemeClr val="lt1"/>
              </a:solidFill>
            </a:endParaRPr>
          </a:p>
        </p:txBody>
      </p:sp>
      <p:cxnSp>
        <p:nvCxnSpPr>
          <p:cNvPr id="2237" name="Google Shape;2237;p209"/>
          <p:cNvCxnSpPr>
            <a:stCxn id="2233" idx="3"/>
            <a:endCxn id="2235" idx="1"/>
          </p:cNvCxnSpPr>
          <p:nvPr/>
        </p:nvCxnSpPr>
        <p:spPr>
          <a:xfrm>
            <a:off x="3979850" y="3079900"/>
            <a:ext cx="1184400" cy="0"/>
          </a:xfrm>
          <a:prstGeom prst="straightConnector1">
            <a:avLst/>
          </a:prstGeom>
          <a:noFill/>
          <a:ln w="19050" cap="flat" cmpd="sng">
            <a:solidFill>
              <a:schemeClr val="accent3"/>
            </a:solidFill>
            <a:prstDash val="solid"/>
            <a:round/>
            <a:headEnd type="none" w="med" len="med"/>
            <a:tailEnd type="triangle" w="med" len="med"/>
          </a:ln>
        </p:spPr>
      </p:cxnSp>
      <p:cxnSp>
        <p:nvCxnSpPr>
          <p:cNvPr id="2238" name="Google Shape;2238;p209"/>
          <p:cNvCxnSpPr/>
          <p:nvPr/>
        </p:nvCxnSpPr>
        <p:spPr>
          <a:xfrm rot="10800000" flipH="1">
            <a:off x="3979850" y="2041175"/>
            <a:ext cx="1184400" cy="3300"/>
          </a:xfrm>
          <a:prstGeom prst="straightConnector1">
            <a:avLst/>
          </a:prstGeom>
          <a:noFill/>
          <a:ln w="19050" cap="flat" cmpd="sng">
            <a:solidFill>
              <a:schemeClr val="accent3"/>
            </a:solidFill>
            <a:prstDash val="solid"/>
            <a:round/>
            <a:headEnd type="none" w="med" len="med"/>
            <a:tailEnd type="triangle" w="med" len="med"/>
          </a:ln>
        </p:spPr>
      </p:cxnSp>
      <p:cxnSp>
        <p:nvCxnSpPr>
          <p:cNvPr id="2239" name="Google Shape;2239;p209"/>
          <p:cNvCxnSpPr/>
          <p:nvPr/>
        </p:nvCxnSpPr>
        <p:spPr>
          <a:xfrm rot="10800000" flipH="1">
            <a:off x="3979850" y="4118375"/>
            <a:ext cx="1184400" cy="3300"/>
          </a:xfrm>
          <a:prstGeom prst="straightConnector1">
            <a:avLst/>
          </a:prstGeom>
          <a:noFill/>
          <a:ln w="19050" cap="flat" cmpd="sng">
            <a:solidFill>
              <a:schemeClr val="accent3"/>
            </a:solidFill>
            <a:prstDash val="solid"/>
            <a:round/>
            <a:headEnd type="none" w="med" len="med"/>
            <a:tailEnd type="triangle" w="med" len="med"/>
          </a:ln>
        </p:spPr>
      </p:cxnSp>
      <p:sp>
        <p:nvSpPr>
          <p:cNvPr id="2240" name="Google Shape;2240;p209"/>
          <p:cNvSpPr txBox="1">
            <a:spLocks noGrp="1"/>
          </p:cNvSpPr>
          <p:nvPr>
            <p:ph type="subTitle" idx="4294967295"/>
          </p:nvPr>
        </p:nvSpPr>
        <p:spPr>
          <a:xfrm>
            <a:off x="339050" y="1601975"/>
            <a:ext cx="3640800" cy="881700"/>
          </a:xfrm>
          <a:prstGeom prst="rect">
            <a:avLst/>
          </a:prstGeom>
          <a:solidFill>
            <a:schemeClr val="lt1"/>
          </a:solidFill>
          <a:ln w="19050" cap="flat" cmpd="sng">
            <a:solidFill>
              <a:schemeClr val="accent3"/>
            </a:solidFill>
            <a:prstDash val="solid"/>
            <a:round/>
            <a:headEnd type="none" w="sm" len="sm"/>
            <a:tailEnd type="none" w="sm" len="sm"/>
          </a:ln>
        </p:spPr>
        <p:txBody>
          <a:bodyPr spcFirstLastPara="1" wrap="square" lIns="182875" tIns="182875" rIns="182875" bIns="182875" anchor="t" anchorCtr="0">
            <a:noAutofit/>
          </a:bodyPr>
          <a:lstStyle/>
          <a:p>
            <a:pPr marL="0" lvl="0" indent="0" algn="l" rtl="0">
              <a:lnSpc>
                <a:spcPct val="120000"/>
              </a:lnSpc>
              <a:spcBef>
                <a:spcPts val="0"/>
              </a:spcBef>
              <a:spcAft>
                <a:spcPts val="0"/>
              </a:spcAft>
              <a:buNone/>
            </a:pPr>
            <a:r>
              <a:rPr lang="en" sz="1000">
                <a:latin typeface="DS Indigo SemiBold"/>
                <a:ea typeface="DS Indigo SemiBold"/>
                <a:cs typeface="DS Indigo SemiBold"/>
                <a:sym typeface="DS Indigo SemiBold"/>
              </a:rPr>
              <a:t>This is the main idea</a:t>
            </a:r>
            <a:endParaRPr sz="1000"/>
          </a:p>
          <a:p>
            <a:pPr marL="0" lvl="0" indent="0" algn="l" rtl="0">
              <a:lnSpc>
                <a:spcPct val="120000"/>
              </a:lnSpc>
              <a:spcBef>
                <a:spcPts val="0"/>
              </a:spcBef>
              <a:spcAft>
                <a:spcPts val="0"/>
              </a:spcAft>
              <a:buNone/>
            </a:pPr>
            <a:r>
              <a:rPr lang="en" sz="1000"/>
              <a:t>Lorem ipsum dolor sit amet, consectetur adipiscing elit. Donec eget velit id ex consectetur auctor eu at nibh.</a:t>
            </a:r>
            <a:endParaRPr sz="1000">
              <a:latin typeface="DS Indigo SemiBold"/>
              <a:ea typeface="DS Indigo SemiBold"/>
              <a:cs typeface="DS Indigo SemiBold"/>
              <a:sym typeface="DS Indigo SemiBold"/>
            </a:endParaRPr>
          </a:p>
        </p:txBody>
      </p:sp>
      <p:sp>
        <p:nvSpPr>
          <p:cNvPr id="2241" name="Google Shape;2241;p209"/>
          <p:cNvSpPr txBox="1">
            <a:spLocks noGrp="1"/>
          </p:cNvSpPr>
          <p:nvPr>
            <p:ph type="subTitle" idx="4294967295"/>
          </p:nvPr>
        </p:nvSpPr>
        <p:spPr>
          <a:xfrm>
            <a:off x="339050" y="3679125"/>
            <a:ext cx="3640800" cy="881700"/>
          </a:xfrm>
          <a:prstGeom prst="rect">
            <a:avLst/>
          </a:prstGeom>
          <a:solidFill>
            <a:schemeClr val="lt1"/>
          </a:solidFill>
          <a:ln w="19050" cap="flat" cmpd="sng">
            <a:solidFill>
              <a:schemeClr val="accent3"/>
            </a:solidFill>
            <a:prstDash val="solid"/>
            <a:round/>
            <a:headEnd type="none" w="sm" len="sm"/>
            <a:tailEnd type="none" w="sm" len="sm"/>
          </a:ln>
        </p:spPr>
        <p:txBody>
          <a:bodyPr spcFirstLastPara="1" wrap="square" lIns="182875" tIns="182875" rIns="182875" bIns="182875" anchor="t" anchorCtr="0">
            <a:noAutofit/>
          </a:bodyPr>
          <a:lstStyle/>
          <a:p>
            <a:pPr marL="0" lvl="0" indent="0" algn="l" rtl="0">
              <a:lnSpc>
                <a:spcPct val="120000"/>
              </a:lnSpc>
              <a:spcBef>
                <a:spcPts val="0"/>
              </a:spcBef>
              <a:spcAft>
                <a:spcPts val="0"/>
              </a:spcAft>
              <a:buNone/>
            </a:pPr>
            <a:r>
              <a:rPr lang="en" sz="1000">
                <a:latin typeface="DS Indigo SemiBold"/>
                <a:ea typeface="DS Indigo SemiBold"/>
                <a:cs typeface="DS Indigo SemiBold"/>
                <a:sym typeface="DS Indigo SemiBold"/>
              </a:rPr>
              <a:t>This is the main idea</a:t>
            </a:r>
            <a:endParaRPr sz="1000"/>
          </a:p>
          <a:p>
            <a:pPr marL="0" lvl="0" indent="0" algn="l" rtl="0">
              <a:lnSpc>
                <a:spcPct val="120000"/>
              </a:lnSpc>
              <a:spcBef>
                <a:spcPts val="0"/>
              </a:spcBef>
              <a:spcAft>
                <a:spcPts val="0"/>
              </a:spcAft>
              <a:buNone/>
            </a:pPr>
            <a:r>
              <a:rPr lang="en" sz="1000"/>
              <a:t>Lorem ipsum dolor sit amet, consectetur adipiscing elit. Donec eget velit id ex consectetur auctor eu at nibh.</a:t>
            </a:r>
            <a:endParaRPr sz="1000">
              <a:latin typeface="DS Indigo SemiBold"/>
              <a:ea typeface="DS Indigo SemiBold"/>
              <a:cs typeface="DS Indigo SemiBold"/>
              <a:sym typeface="DS Indigo SemiBold"/>
            </a:endParaRPr>
          </a:p>
        </p:txBody>
      </p:sp>
      <p:sp>
        <p:nvSpPr>
          <p:cNvPr id="2242" name="Google Shape;2242;p209"/>
          <p:cNvSpPr txBox="1">
            <a:spLocks noGrp="1"/>
          </p:cNvSpPr>
          <p:nvPr>
            <p:ph type="title"/>
          </p:nvPr>
        </p:nvSpPr>
        <p:spPr>
          <a:xfrm>
            <a:off x="339050" y="863075"/>
            <a:ext cx="8462100" cy="377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1-to-1 Diagram</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246"/>
        <p:cNvGrpSpPr/>
        <p:nvPr/>
      </p:nvGrpSpPr>
      <p:grpSpPr>
        <a:xfrm>
          <a:off x="0" y="0"/>
          <a:ext cx="0" cy="0"/>
          <a:chOff x="0" y="0"/>
          <a:chExt cx="0" cy="0"/>
        </a:xfrm>
      </p:grpSpPr>
      <p:sp>
        <p:nvSpPr>
          <p:cNvPr id="2247" name="Google Shape;2247;p210"/>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76</a:t>
            </a:fld>
            <a:endParaRPr>
              <a:solidFill>
                <a:schemeClr val="lt1"/>
              </a:solidFill>
            </a:endParaRPr>
          </a:p>
        </p:txBody>
      </p:sp>
      <p:sp>
        <p:nvSpPr>
          <p:cNvPr id="2248" name="Google Shape;2248;p210"/>
          <p:cNvSpPr txBox="1">
            <a:spLocks noGrp="1"/>
          </p:cNvSpPr>
          <p:nvPr>
            <p:ph type="subTitle" idx="3"/>
          </p:nvPr>
        </p:nvSpPr>
        <p:spPr>
          <a:xfrm>
            <a:off x="152400" y="1240775"/>
            <a:ext cx="2525100" cy="3902700"/>
          </a:xfrm>
          <a:prstGeom prst="rect">
            <a:avLst/>
          </a:prstGeom>
          <a:solidFill>
            <a:schemeClr val="accent3"/>
          </a:solidFill>
        </p:spPr>
        <p:txBody>
          <a:bodyPr spcFirstLastPara="1" wrap="square" lIns="182875" tIns="182875" rIns="182875" bIns="182875" anchor="t" anchorCtr="0">
            <a:noAutofit/>
          </a:bodyPr>
          <a:lstStyle/>
          <a:p>
            <a:pPr marL="0" lvl="0" indent="0" algn="l" rtl="0">
              <a:spcBef>
                <a:spcPts val="0"/>
              </a:spcBef>
              <a:spcAft>
                <a:spcPts val="0"/>
              </a:spcAft>
              <a:buNone/>
            </a:pPr>
            <a:r>
              <a:rPr lang="en" sz="4200">
                <a:solidFill>
                  <a:schemeClr val="lt1"/>
                </a:solidFill>
              </a:rPr>
              <a:t>03</a:t>
            </a:r>
            <a:endParaRPr sz="4200">
              <a:solidFill>
                <a:schemeClr val="lt1"/>
              </a:solidFill>
            </a:endParaRPr>
          </a:p>
          <a:p>
            <a:pPr marL="0" lvl="0" indent="0" algn="l" rtl="0">
              <a:lnSpc>
                <a:spcPct val="100000"/>
              </a:lnSpc>
              <a:spcBef>
                <a:spcPts val="0"/>
              </a:spcBef>
              <a:spcAft>
                <a:spcPts val="0"/>
              </a:spcAft>
              <a:buNone/>
            </a:pPr>
            <a:r>
              <a:rPr lang="en">
                <a:solidFill>
                  <a:schemeClr val="lt1"/>
                </a:solidFill>
              </a:rPr>
              <a:t>Lorem ipsum dolor sit amet, consectetur adipiscing elit. Donec eget velit id ex consectetur auctor eu at nibh. Curabitur sagittis velit a tincidunt semper.</a:t>
            </a:r>
            <a:endParaRPr>
              <a:solidFill>
                <a:schemeClr val="lt1"/>
              </a:solidFill>
            </a:endParaRPr>
          </a:p>
        </p:txBody>
      </p:sp>
      <p:sp>
        <p:nvSpPr>
          <p:cNvPr id="2249" name="Google Shape;2249;p210"/>
          <p:cNvSpPr txBox="1">
            <a:spLocks noGrp="1"/>
          </p:cNvSpPr>
          <p:nvPr>
            <p:ph type="subTitle" idx="1"/>
          </p:nvPr>
        </p:nvSpPr>
        <p:spPr>
          <a:xfrm>
            <a:off x="3215651" y="1240600"/>
            <a:ext cx="2485500" cy="3902700"/>
          </a:xfrm>
          <a:prstGeom prst="rect">
            <a:avLst/>
          </a:prstGeom>
          <a:noFill/>
        </p:spPr>
        <p:txBody>
          <a:bodyPr spcFirstLastPara="1" wrap="square" lIns="182875" tIns="182875" rIns="182875" bIns="182875" anchor="t" anchorCtr="0">
            <a:noAutofit/>
          </a:bodyPr>
          <a:lstStyle/>
          <a:p>
            <a:pPr marL="0" lvl="0" indent="0" algn="l" rtl="0">
              <a:spcBef>
                <a:spcPts val="0"/>
              </a:spcBef>
              <a:spcAft>
                <a:spcPts val="0"/>
              </a:spcAft>
              <a:buNone/>
            </a:pPr>
            <a:r>
              <a:rPr lang="en" sz="4200"/>
              <a:t>02</a:t>
            </a:r>
            <a:endParaRPr sz="4200"/>
          </a:p>
          <a:p>
            <a:pPr marL="0" lvl="0" indent="0" algn="l" rtl="0">
              <a:lnSpc>
                <a:spcPct val="100000"/>
              </a:lnSpc>
              <a:spcBef>
                <a:spcPts val="0"/>
              </a:spcBef>
              <a:spcAft>
                <a:spcPts val="0"/>
              </a:spcAft>
              <a:buNone/>
            </a:pPr>
            <a:r>
              <a:rPr lang="en"/>
              <a:t>Lorem ipsum dolor sit amet, consectetur adipiscing elit. Donec eget velit id ex consectetur auctor eu at nibh. Curabitur sagittis velit a tincidunt semper.</a:t>
            </a:r>
            <a:endParaRPr/>
          </a:p>
        </p:txBody>
      </p:sp>
      <p:sp>
        <p:nvSpPr>
          <p:cNvPr id="2250" name="Google Shape;2250;p210"/>
          <p:cNvSpPr txBox="1">
            <a:spLocks noGrp="1"/>
          </p:cNvSpPr>
          <p:nvPr>
            <p:ph type="subTitle" idx="2"/>
          </p:nvPr>
        </p:nvSpPr>
        <p:spPr>
          <a:xfrm>
            <a:off x="6256675" y="1240775"/>
            <a:ext cx="2485500" cy="3902700"/>
          </a:xfrm>
          <a:prstGeom prst="rect">
            <a:avLst/>
          </a:prstGeom>
          <a:noFill/>
        </p:spPr>
        <p:txBody>
          <a:bodyPr spcFirstLastPara="1" wrap="square" lIns="182875" tIns="182875" rIns="182875" bIns="182875" anchor="t" anchorCtr="0">
            <a:noAutofit/>
          </a:bodyPr>
          <a:lstStyle/>
          <a:p>
            <a:pPr marL="0" lvl="0" indent="0" algn="l" rtl="0">
              <a:spcBef>
                <a:spcPts val="0"/>
              </a:spcBef>
              <a:spcAft>
                <a:spcPts val="0"/>
              </a:spcAft>
              <a:buNone/>
            </a:pPr>
            <a:r>
              <a:rPr lang="en" sz="4200"/>
              <a:t>01</a:t>
            </a:r>
            <a:endParaRPr sz="4200"/>
          </a:p>
          <a:p>
            <a:pPr marL="0" lvl="0" indent="0" algn="l" rtl="0">
              <a:lnSpc>
                <a:spcPct val="100000"/>
              </a:lnSpc>
              <a:spcBef>
                <a:spcPts val="0"/>
              </a:spcBef>
              <a:spcAft>
                <a:spcPts val="0"/>
              </a:spcAft>
              <a:buNone/>
            </a:pPr>
            <a:r>
              <a:rPr lang="en"/>
              <a:t>This is a Step Diagram.</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254"/>
        <p:cNvGrpSpPr/>
        <p:nvPr/>
      </p:nvGrpSpPr>
      <p:grpSpPr>
        <a:xfrm>
          <a:off x="0" y="0"/>
          <a:ext cx="0" cy="0"/>
          <a:chOff x="0" y="0"/>
          <a:chExt cx="0" cy="0"/>
        </a:xfrm>
      </p:grpSpPr>
      <p:sp>
        <p:nvSpPr>
          <p:cNvPr id="2255" name="Google Shape;2255;p211"/>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77</a:t>
            </a:fld>
            <a:endParaRPr/>
          </a:p>
        </p:txBody>
      </p:sp>
      <p:sp>
        <p:nvSpPr>
          <p:cNvPr id="2256" name="Google Shape;2256;p211"/>
          <p:cNvSpPr/>
          <p:nvPr/>
        </p:nvSpPr>
        <p:spPr>
          <a:xfrm>
            <a:off x="333950" y="1107500"/>
            <a:ext cx="2648100" cy="1549500"/>
          </a:xfrm>
          <a:prstGeom prst="roundRect">
            <a:avLst>
              <a:gd name="adj" fmla="val 8725"/>
            </a:avLst>
          </a:prstGeom>
          <a:solidFill>
            <a:schemeClr val="lt2"/>
          </a:solid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2600">
                <a:solidFill>
                  <a:schemeClr val="dk1"/>
                </a:solidFill>
                <a:latin typeface="DS Indigo"/>
                <a:ea typeface="DS Indigo"/>
                <a:cs typeface="DS Indigo"/>
                <a:sym typeface="DS Indigo"/>
              </a:rPr>
              <a:t>01</a:t>
            </a:r>
            <a:endParaRPr sz="2600">
              <a:solidFill>
                <a:schemeClr val="dk1"/>
              </a:solidFill>
              <a:latin typeface="DS Indigo"/>
              <a:ea typeface="DS Indigo"/>
              <a:cs typeface="DS Indigo"/>
              <a:sym typeface="DS Indigo"/>
            </a:endParaRPr>
          </a:p>
          <a:p>
            <a:pPr marL="0" lvl="0" indent="0" algn="l" rtl="0">
              <a:spcBef>
                <a:spcPts val="0"/>
              </a:spcBef>
              <a:spcAft>
                <a:spcPts val="0"/>
              </a:spcAft>
              <a:buNone/>
            </a:pPr>
            <a:r>
              <a:rPr lang="en" sz="1000">
                <a:solidFill>
                  <a:schemeClr val="dk1"/>
                </a:solidFill>
                <a:latin typeface="DS Indigo"/>
                <a:ea typeface="DS Indigo"/>
                <a:cs typeface="DS Indigo"/>
                <a:sym typeface="DS Indigo"/>
              </a:rPr>
              <a:t>This is a Trail Diagram.</a:t>
            </a:r>
            <a:endParaRPr sz="1000">
              <a:solidFill>
                <a:schemeClr val="dk1"/>
              </a:solidFill>
              <a:latin typeface="DS Indigo"/>
              <a:ea typeface="DS Indigo"/>
              <a:cs typeface="DS Indigo"/>
              <a:sym typeface="DS Indigo"/>
            </a:endParaRPr>
          </a:p>
        </p:txBody>
      </p:sp>
      <p:sp>
        <p:nvSpPr>
          <p:cNvPr id="2257" name="Google Shape;2257;p211"/>
          <p:cNvSpPr/>
          <p:nvPr/>
        </p:nvSpPr>
        <p:spPr>
          <a:xfrm>
            <a:off x="3247900" y="1107500"/>
            <a:ext cx="2648100" cy="1549500"/>
          </a:xfrm>
          <a:prstGeom prst="roundRect">
            <a:avLst>
              <a:gd name="adj" fmla="val 8725"/>
            </a:avLst>
          </a:prstGeom>
          <a:solidFill>
            <a:schemeClr val="lt2"/>
          </a:solid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2600">
                <a:solidFill>
                  <a:schemeClr val="dk1"/>
                </a:solidFill>
                <a:latin typeface="DS Indigo"/>
                <a:ea typeface="DS Indigo"/>
                <a:cs typeface="DS Indigo"/>
                <a:sym typeface="DS Indigo"/>
              </a:rPr>
              <a:t>02</a:t>
            </a:r>
            <a:endParaRPr sz="2600">
              <a:solidFill>
                <a:schemeClr val="dk1"/>
              </a:solidFill>
              <a:latin typeface="DS Indigo"/>
              <a:ea typeface="DS Indigo"/>
              <a:cs typeface="DS Indigo"/>
              <a:sym typeface="DS Indigo"/>
            </a:endParaRPr>
          </a:p>
          <a:p>
            <a:pPr marL="0" lvl="0" indent="0" algn="l" rtl="0">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2600">
              <a:solidFill>
                <a:schemeClr val="dk1"/>
              </a:solidFill>
              <a:latin typeface="DS Indigo"/>
              <a:ea typeface="DS Indigo"/>
              <a:cs typeface="DS Indigo"/>
              <a:sym typeface="DS Indigo"/>
            </a:endParaRPr>
          </a:p>
        </p:txBody>
      </p:sp>
      <p:sp>
        <p:nvSpPr>
          <p:cNvPr id="2258" name="Google Shape;2258;p211"/>
          <p:cNvSpPr/>
          <p:nvPr/>
        </p:nvSpPr>
        <p:spPr>
          <a:xfrm>
            <a:off x="6161850" y="1107500"/>
            <a:ext cx="2648100" cy="1549500"/>
          </a:xfrm>
          <a:prstGeom prst="roundRect">
            <a:avLst>
              <a:gd name="adj" fmla="val 8725"/>
            </a:avLst>
          </a:prstGeom>
          <a:solidFill>
            <a:schemeClr val="lt2"/>
          </a:solid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2600">
                <a:solidFill>
                  <a:schemeClr val="dk1"/>
                </a:solidFill>
                <a:latin typeface="DS Indigo"/>
                <a:ea typeface="DS Indigo"/>
                <a:cs typeface="DS Indigo"/>
                <a:sym typeface="DS Indigo"/>
              </a:rPr>
              <a:t>03</a:t>
            </a:r>
            <a:endParaRPr sz="2600">
              <a:solidFill>
                <a:schemeClr val="dk1"/>
              </a:solidFill>
              <a:latin typeface="DS Indigo"/>
              <a:ea typeface="DS Indigo"/>
              <a:cs typeface="DS Indigo"/>
              <a:sym typeface="DS Indigo"/>
            </a:endParaRPr>
          </a:p>
          <a:p>
            <a:pPr marL="0" lvl="0" indent="0" algn="l" rtl="0">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2600">
              <a:solidFill>
                <a:schemeClr val="dk1"/>
              </a:solidFill>
              <a:latin typeface="DS Indigo"/>
              <a:ea typeface="DS Indigo"/>
              <a:cs typeface="DS Indigo"/>
              <a:sym typeface="DS Indigo"/>
            </a:endParaRPr>
          </a:p>
        </p:txBody>
      </p:sp>
      <p:sp>
        <p:nvSpPr>
          <p:cNvPr id="2259" name="Google Shape;2259;p211"/>
          <p:cNvSpPr/>
          <p:nvPr/>
        </p:nvSpPr>
        <p:spPr>
          <a:xfrm>
            <a:off x="333950" y="2839175"/>
            <a:ext cx="2648100" cy="1549500"/>
          </a:xfrm>
          <a:prstGeom prst="roundRect">
            <a:avLst>
              <a:gd name="adj" fmla="val 8725"/>
            </a:avLst>
          </a:prstGeom>
          <a:solidFill>
            <a:schemeClr val="lt2"/>
          </a:solid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2600">
                <a:solidFill>
                  <a:schemeClr val="dk1"/>
                </a:solidFill>
                <a:latin typeface="DS Indigo"/>
                <a:ea typeface="DS Indigo"/>
                <a:cs typeface="DS Indigo"/>
                <a:sym typeface="DS Indigo"/>
              </a:rPr>
              <a:t>04</a:t>
            </a:r>
            <a:endParaRPr sz="2600">
              <a:solidFill>
                <a:schemeClr val="dk1"/>
              </a:solidFill>
              <a:latin typeface="DS Indigo"/>
              <a:ea typeface="DS Indigo"/>
              <a:cs typeface="DS Indigo"/>
              <a:sym typeface="DS Indigo"/>
            </a:endParaRPr>
          </a:p>
          <a:p>
            <a:pPr marL="0" lvl="0" indent="0" algn="l" rtl="0">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1000">
              <a:solidFill>
                <a:schemeClr val="dk1"/>
              </a:solidFill>
              <a:latin typeface="DS Indigo"/>
              <a:ea typeface="DS Indigo"/>
              <a:cs typeface="DS Indigo"/>
              <a:sym typeface="DS Indigo"/>
            </a:endParaRPr>
          </a:p>
        </p:txBody>
      </p:sp>
      <p:sp>
        <p:nvSpPr>
          <p:cNvPr id="2260" name="Google Shape;2260;p211"/>
          <p:cNvSpPr/>
          <p:nvPr/>
        </p:nvSpPr>
        <p:spPr>
          <a:xfrm>
            <a:off x="3247900" y="2839175"/>
            <a:ext cx="2648100" cy="1549500"/>
          </a:xfrm>
          <a:prstGeom prst="roundRect">
            <a:avLst>
              <a:gd name="adj" fmla="val 8725"/>
            </a:avLst>
          </a:prstGeom>
          <a:solidFill>
            <a:schemeClr val="lt2"/>
          </a:solid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2600">
                <a:solidFill>
                  <a:schemeClr val="dk1"/>
                </a:solidFill>
                <a:latin typeface="DS Indigo"/>
                <a:ea typeface="DS Indigo"/>
                <a:cs typeface="DS Indigo"/>
                <a:sym typeface="DS Indigo"/>
              </a:rPr>
              <a:t>05</a:t>
            </a:r>
            <a:endParaRPr sz="2600">
              <a:solidFill>
                <a:schemeClr val="dk1"/>
              </a:solidFill>
              <a:latin typeface="DS Indigo"/>
              <a:ea typeface="DS Indigo"/>
              <a:cs typeface="DS Indigo"/>
              <a:sym typeface="DS Indigo"/>
            </a:endParaRPr>
          </a:p>
          <a:p>
            <a:pPr marL="0" lvl="0" indent="0" algn="l" rtl="0">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2600">
              <a:solidFill>
                <a:schemeClr val="dk1"/>
              </a:solidFill>
              <a:latin typeface="DS Indigo"/>
              <a:ea typeface="DS Indigo"/>
              <a:cs typeface="DS Indigo"/>
              <a:sym typeface="DS Indigo"/>
            </a:endParaRPr>
          </a:p>
        </p:txBody>
      </p:sp>
      <p:sp>
        <p:nvSpPr>
          <p:cNvPr id="2261" name="Google Shape;2261;p211"/>
          <p:cNvSpPr/>
          <p:nvPr/>
        </p:nvSpPr>
        <p:spPr>
          <a:xfrm>
            <a:off x="6161850" y="2839175"/>
            <a:ext cx="2648100" cy="1549500"/>
          </a:xfrm>
          <a:prstGeom prst="roundRect">
            <a:avLst>
              <a:gd name="adj" fmla="val 8725"/>
            </a:avLst>
          </a:prstGeom>
          <a:solidFill>
            <a:schemeClr val="lt2"/>
          </a:solid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2600">
                <a:solidFill>
                  <a:schemeClr val="dk1"/>
                </a:solidFill>
                <a:latin typeface="DS Indigo"/>
                <a:ea typeface="DS Indigo"/>
                <a:cs typeface="DS Indigo"/>
                <a:sym typeface="DS Indigo"/>
              </a:rPr>
              <a:t>06</a:t>
            </a:r>
            <a:endParaRPr sz="2600">
              <a:solidFill>
                <a:schemeClr val="dk1"/>
              </a:solidFill>
              <a:latin typeface="DS Indigo"/>
              <a:ea typeface="DS Indigo"/>
              <a:cs typeface="DS Indigo"/>
              <a:sym typeface="DS Indigo"/>
            </a:endParaRPr>
          </a:p>
          <a:p>
            <a:pPr marL="0" lvl="0" indent="0" algn="l" rtl="0">
              <a:spcBef>
                <a:spcPts val="0"/>
              </a:spcBef>
              <a:spcAft>
                <a:spcPts val="0"/>
              </a:spcAft>
              <a:buNone/>
            </a:pPr>
            <a:r>
              <a:rPr lang="en" sz="1000">
                <a:solidFill>
                  <a:schemeClr val="dk1"/>
                </a:solidFill>
                <a:latin typeface="DS Indigo"/>
                <a:ea typeface="DS Indigo"/>
                <a:cs typeface="DS Indigo"/>
                <a:sym typeface="DS Indigo"/>
              </a:rPr>
              <a:t>Lorem ipsum dolor sit amet, consectetur adipiscing elit. Donec eget velit id ex consectetur auctor eu at nibh. Curabitur sagittis velit a tincidunt semper.</a:t>
            </a:r>
            <a:endParaRPr sz="2600">
              <a:solidFill>
                <a:schemeClr val="dk1"/>
              </a:solidFill>
              <a:latin typeface="DS Indigo"/>
              <a:ea typeface="DS Indigo"/>
              <a:cs typeface="DS Indigo"/>
              <a:sym typeface="DS Indigo"/>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212"/>
          <p:cNvSpPr txBox="1">
            <a:spLocks noGrp="1"/>
          </p:cNvSpPr>
          <p:nvPr>
            <p:ph type="title"/>
          </p:nvPr>
        </p:nvSpPr>
        <p:spPr>
          <a:xfrm>
            <a:off x="1533525" y="953400"/>
            <a:ext cx="6083100" cy="23085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en"/>
              <a:t>Creative Assets &amp; Resources</a:t>
            </a:r>
            <a:endParaRPr/>
          </a:p>
        </p:txBody>
      </p:sp>
      <p:sp>
        <p:nvSpPr>
          <p:cNvPr id="2267" name="Google Shape;2267;p212"/>
          <p:cNvSpPr txBox="1">
            <a:spLocks noGrp="1"/>
          </p:cNvSpPr>
          <p:nvPr>
            <p:ph type="subTitle" idx="1"/>
          </p:nvPr>
        </p:nvSpPr>
        <p:spPr>
          <a:xfrm>
            <a:off x="1533525" y="3424100"/>
            <a:ext cx="5548800" cy="61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68" name="Google Shape;2268;p212"/>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272"/>
        <p:cNvGrpSpPr/>
        <p:nvPr/>
      </p:nvGrpSpPr>
      <p:grpSpPr>
        <a:xfrm>
          <a:off x="0" y="0"/>
          <a:ext cx="0" cy="0"/>
          <a:chOff x="0" y="0"/>
          <a:chExt cx="0" cy="0"/>
        </a:xfrm>
      </p:grpSpPr>
      <p:sp>
        <p:nvSpPr>
          <p:cNvPr id="2273" name="Google Shape;2273;p213"/>
          <p:cNvSpPr txBox="1">
            <a:spLocks noGrp="1"/>
          </p:cNvSpPr>
          <p:nvPr>
            <p:ph type="title"/>
          </p:nvPr>
        </p:nvSpPr>
        <p:spPr>
          <a:xfrm>
            <a:off x="342900" y="1240700"/>
            <a:ext cx="1911900" cy="3537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Icons  </a:t>
            </a:r>
            <a:endParaRPr/>
          </a:p>
        </p:txBody>
      </p:sp>
      <p:sp>
        <p:nvSpPr>
          <p:cNvPr id="2274" name="Google Shape;2274;p213"/>
          <p:cNvSpPr txBox="1"/>
          <p:nvPr/>
        </p:nvSpPr>
        <p:spPr>
          <a:xfrm>
            <a:off x="342900" y="1757050"/>
            <a:ext cx="1590000" cy="25146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000">
                <a:latin typeface="DS Indigo"/>
                <a:ea typeface="DS Indigo"/>
                <a:cs typeface="DS Indigo"/>
                <a:sym typeface="DS Indigo"/>
              </a:rPr>
              <a:t>Our icons quickly identify and </a:t>
            </a:r>
            <a:r>
              <a:rPr lang="en" sz="1000">
                <a:solidFill>
                  <a:schemeClr val="dk1"/>
                </a:solidFill>
                <a:latin typeface="DS Indigo"/>
                <a:ea typeface="DS Indigo"/>
                <a:cs typeface="DS Indigo"/>
                <a:sym typeface="DS Indigo"/>
              </a:rPr>
              <a:t>represent features, functionality, or content. Icons are meant to be simple, visual elements that are recognized and understood immediately.</a:t>
            </a:r>
            <a:endParaRPr sz="100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endParaRPr sz="1000">
              <a:solidFill>
                <a:schemeClr val="dk1"/>
              </a:solidFill>
              <a:latin typeface="DS Indigo"/>
              <a:ea typeface="DS Indigo"/>
              <a:cs typeface="DS Indigo"/>
              <a:sym typeface="DS Indigo"/>
            </a:endParaRPr>
          </a:p>
          <a:p>
            <a:pPr marL="0" lvl="0" indent="0" algn="l" rtl="0">
              <a:lnSpc>
                <a:spcPct val="120000"/>
              </a:lnSpc>
              <a:spcBef>
                <a:spcPts val="0"/>
              </a:spcBef>
              <a:spcAft>
                <a:spcPts val="0"/>
              </a:spcAft>
              <a:buNone/>
            </a:pPr>
            <a:r>
              <a:rPr lang="en" sz="1000">
                <a:solidFill>
                  <a:schemeClr val="dk1"/>
                </a:solidFill>
                <a:latin typeface="DS Indigo"/>
                <a:ea typeface="DS Indigo"/>
                <a:cs typeface="DS Indigo"/>
                <a:sym typeface="DS Indigo"/>
              </a:rPr>
              <a:t>Use icons when images, graphics, and/or plain text just won’t cut it.</a:t>
            </a:r>
            <a:endParaRPr sz="1000">
              <a:solidFill>
                <a:schemeClr val="dk1"/>
              </a:solidFill>
              <a:latin typeface="DS Indigo"/>
              <a:ea typeface="DS Indigo"/>
              <a:cs typeface="DS Indigo"/>
              <a:sym typeface="DS Indigo"/>
            </a:endParaRPr>
          </a:p>
        </p:txBody>
      </p:sp>
      <p:grpSp>
        <p:nvGrpSpPr>
          <p:cNvPr id="2275" name="Google Shape;2275;p213"/>
          <p:cNvGrpSpPr/>
          <p:nvPr/>
        </p:nvGrpSpPr>
        <p:grpSpPr>
          <a:xfrm>
            <a:off x="2725896" y="1247959"/>
            <a:ext cx="290321" cy="290321"/>
            <a:chOff x="2725896" y="1247959"/>
            <a:chExt cx="290321" cy="290321"/>
          </a:xfrm>
        </p:grpSpPr>
        <p:sp>
          <p:nvSpPr>
            <p:cNvPr id="2276" name="Google Shape;2276;p213"/>
            <p:cNvSpPr/>
            <p:nvPr/>
          </p:nvSpPr>
          <p:spPr>
            <a:xfrm>
              <a:off x="2725896" y="1247959"/>
              <a:ext cx="290321" cy="290321"/>
            </a:xfrm>
            <a:custGeom>
              <a:avLst/>
              <a:gdLst/>
              <a:ahLst/>
              <a:cxnLst/>
              <a:rect l="l" t="t" r="r" b="b"/>
              <a:pathLst>
                <a:path w="13810" h="13810" extrusionOk="0">
                  <a:moveTo>
                    <a:pt x="6905" y="12774"/>
                  </a:moveTo>
                  <a:cubicBezTo>
                    <a:pt x="10150" y="12774"/>
                    <a:pt x="12774" y="10150"/>
                    <a:pt x="12774" y="6905"/>
                  </a:cubicBezTo>
                  <a:cubicBezTo>
                    <a:pt x="12774" y="3660"/>
                    <a:pt x="10150" y="1036"/>
                    <a:pt x="6905" y="1036"/>
                  </a:cubicBezTo>
                  <a:cubicBezTo>
                    <a:pt x="3660" y="1036"/>
                    <a:pt x="1036" y="3660"/>
                    <a:pt x="1036" y="6905"/>
                  </a:cubicBezTo>
                  <a:cubicBezTo>
                    <a:pt x="1036" y="10150"/>
                    <a:pt x="3660" y="12774"/>
                    <a:pt x="6905" y="12774"/>
                  </a:cubicBezTo>
                  <a:close/>
                  <a:moveTo>
                    <a:pt x="6905" y="13810"/>
                  </a:moveTo>
                  <a:cubicBezTo>
                    <a:pt x="10716" y="13810"/>
                    <a:pt x="13810" y="10717"/>
                    <a:pt x="13810" y="6905"/>
                  </a:cubicBezTo>
                  <a:cubicBezTo>
                    <a:pt x="13810" y="3094"/>
                    <a:pt x="10716" y="0"/>
                    <a:pt x="6905" y="0"/>
                  </a:cubicBezTo>
                  <a:cubicBezTo>
                    <a:pt x="3093" y="0"/>
                    <a:pt x="0" y="3094"/>
                    <a:pt x="0" y="6905"/>
                  </a:cubicBezTo>
                  <a:cubicBezTo>
                    <a:pt x="0" y="10717"/>
                    <a:pt x="3093" y="13810"/>
                    <a:pt x="6905" y="138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213"/>
            <p:cNvSpPr/>
            <p:nvPr/>
          </p:nvSpPr>
          <p:spPr>
            <a:xfrm>
              <a:off x="2812972" y="1335055"/>
              <a:ext cx="116149" cy="116149"/>
            </a:xfrm>
            <a:custGeom>
              <a:avLst/>
              <a:gdLst/>
              <a:ahLst/>
              <a:cxnLst/>
              <a:rect l="l" t="t" r="r" b="b"/>
              <a:pathLst>
                <a:path w="5525" h="5525" extrusionOk="0">
                  <a:moveTo>
                    <a:pt x="2252" y="0"/>
                  </a:moveTo>
                  <a:lnTo>
                    <a:pt x="2252" y="2251"/>
                  </a:lnTo>
                  <a:lnTo>
                    <a:pt x="1" y="2251"/>
                  </a:lnTo>
                  <a:lnTo>
                    <a:pt x="1" y="3287"/>
                  </a:lnTo>
                  <a:lnTo>
                    <a:pt x="2252" y="3287"/>
                  </a:lnTo>
                  <a:lnTo>
                    <a:pt x="2252" y="5524"/>
                  </a:lnTo>
                  <a:lnTo>
                    <a:pt x="3288" y="5524"/>
                  </a:lnTo>
                  <a:lnTo>
                    <a:pt x="3288" y="3287"/>
                  </a:lnTo>
                  <a:lnTo>
                    <a:pt x="5525" y="3287"/>
                  </a:lnTo>
                  <a:lnTo>
                    <a:pt x="5525" y="2251"/>
                  </a:lnTo>
                  <a:lnTo>
                    <a:pt x="3288" y="2251"/>
                  </a:lnTo>
                  <a:lnTo>
                    <a:pt x="32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8" name="Google Shape;2278;p213"/>
          <p:cNvGrpSpPr/>
          <p:nvPr/>
        </p:nvGrpSpPr>
        <p:grpSpPr>
          <a:xfrm>
            <a:off x="3303910" y="1276991"/>
            <a:ext cx="275815" cy="232257"/>
            <a:chOff x="3303910" y="1276991"/>
            <a:chExt cx="275815" cy="232257"/>
          </a:xfrm>
        </p:grpSpPr>
        <p:sp>
          <p:nvSpPr>
            <p:cNvPr id="2279" name="Google Shape;2279;p213"/>
            <p:cNvSpPr/>
            <p:nvPr/>
          </p:nvSpPr>
          <p:spPr>
            <a:xfrm>
              <a:off x="3347448" y="1276991"/>
              <a:ext cx="116149" cy="116149"/>
            </a:xfrm>
            <a:custGeom>
              <a:avLst/>
              <a:gdLst/>
              <a:ahLst/>
              <a:cxnLst/>
              <a:rect l="l" t="t" r="r" b="b"/>
              <a:pathLst>
                <a:path w="5525" h="5525" extrusionOk="0">
                  <a:moveTo>
                    <a:pt x="2762" y="4488"/>
                  </a:moveTo>
                  <a:cubicBezTo>
                    <a:pt x="3715" y="4488"/>
                    <a:pt x="4489" y="3715"/>
                    <a:pt x="4489" y="2762"/>
                  </a:cubicBezTo>
                  <a:cubicBezTo>
                    <a:pt x="4489" y="1809"/>
                    <a:pt x="3715" y="1036"/>
                    <a:pt x="2762" y="1036"/>
                  </a:cubicBezTo>
                  <a:cubicBezTo>
                    <a:pt x="1810" y="1036"/>
                    <a:pt x="1036" y="1809"/>
                    <a:pt x="1036" y="2762"/>
                  </a:cubicBezTo>
                  <a:cubicBezTo>
                    <a:pt x="1036" y="3715"/>
                    <a:pt x="1810" y="4488"/>
                    <a:pt x="2762" y="4488"/>
                  </a:cubicBezTo>
                  <a:close/>
                  <a:moveTo>
                    <a:pt x="2762" y="5524"/>
                  </a:moveTo>
                  <a:cubicBezTo>
                    <a:pt x="4282" y="5524"/>
                    <a:pt x="5524" y="4295"/>
                    <a:pt x="5524" y="2762"/>
                  </a:cubicBezTo>
                  <a:cubicBezTo>
                    <a:pt x="5524" y="1229"/>
                    <a:pt x="4282" y="0"/>
                    <a:pt x="2762" y="0"/>
                  </a:cubicBezTo>
                  <a:cubicBezTo>
                    <a:pt x="1230" y="0"/>
                    <a:pt x="1" y="1243"/>
                    <a:pt x="1" y="2762"/>
                  </a:cubicBezTo>
                  <a:cubicBezTo>
                    <a:pt x="1" y="4295"/>
                    <a:pt x="1230" y="5524"/>
                    <a:pt x="2762" y="5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213"/>
            <p:cNvSpPr/>
            <p:nvPr/>
          </p:nvSpPr>
          <p:spPr>
            <a:xfrm>
              <a:off x="3303910" y="1422151"/>
              <a:ext cx="203225" cy="87096"/>
            </a:xfrm>
            <a:custGeom>
              <a:avLst/>
              <a:gdLst/>
              <a:ahLst/>
              <a:cxnLst/>
              <a:rect l="l" t="t" r="r" b="b"/>
              <a:pathLst>
                <a:path w="9667" h="4143" extrusionOk="0">
                  <a:moveTo>
                    <a:pt x="2265" y="0"/>
                  </a:moveTo>
                  <a:cubicBezTo>
                    <a:pt x="1008" y="0"/>
                    <a:pt x="0" y="1008"/>
                    <a:pt x="0" y="2265"/>
                  </a:cubicBezTo>
                  <a:lnTo>
                    <a:pt x="0" y="4143"/>
                  </a:lnTo>
                  <a:lnTo>
                    <a:pt x="1036" y="4143"/>
                  </a:lnTo>
                  <a:lnTo>
                    <a:pt x="1036" y="2265"/>
                  </a:lnTo>
                  <a:cubicBezTo>
                    <a:pt x="1036" y="1588"/>
                    <a:pt x="1588" y="1036"/>
                    <a:pt x="2265" y="1036"/>
                  </a:cubicBezTo>
                  <a:lnTo>
                    <a:pt x="7402" y="1036"/>
                  </a:lnTo>
                  <a:cubicBezTo>
                    <a:pt x="8079" y="1036"/>
                    <a:pt x="8631" y="1588"/>
                    <a:pt x="8631" y="2265"/>
                  </a:cubicBezTo>
                  <a:lnTo>
                    <a:pt x="8631" y="4143"/>
                  </a:lnTo>
                  <a:lnTo>
                    <a:pt x="9667" y="4143"/>
                  </a:lnTo>
                  <a:lnTo>
                    <a:pt x="9667" y="2265"/>
                  </a:lnTo>
                  <a:cubicBezTo>
                    <a:pt x="9667" y="1008"/>
                    <a:pt x="8659" y="0"/>
                    <a:pt x="7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213"/>
            <p:cNvSpPr/>
            <p:nvPr/>
          </p:nvSpPr>
          <p:spPr>
            <a:xfrm>
              <a:off x="3492608" y="1335055"/>
              <a:ext cx="87117" cy="87117"/>
            </a:xfrm>
            <a:custGeom>
              <a:avLst/>
              <a:gdLst/>
              <a:ahLst/>
              <a:cxnLst/>
              <a:rect l="l" t="t" r="r" b="b"/>
              <a:pathLst>
                <a:path w="4144" h="4144" extrusionOk="0">
                  <a:moveTo>
                    <a:pt x="1547" y="0"/>
                  </a:moveTo>
                  <a:lnTo>
                    <a:pt x="1547" y="1561"/>
                  </a:lnTo>
                  <a:lnTo>
                    <a:pt x="0" y="1561"/>
                  </a:lnTo>
                  <a:lnTo>
                    <a:pt x="0" y="2596"/>
                  </a:lnTo>
                  <a:lnTo>
                    <a:pt x="1547" y="2596"/>
                  </a:lnTo>
                  <a:lnTo>
                    <a:pt x="1547" y="4143"/>
                  </a:lnTo>
                  <a:lnTo>
                    <a:pt x="2583" y="4143"/>
                  </a:lnTo>
                  <a:lnTo>
                    <a:pt x="2583" y="2596"/>
                  </a:lnTo>
                  <a:lnTo>
                    <a:pt x="4143" y="2596"/>
                  </a:lnTo>
                  <a:lnTo>
                    <a:pt x="4143" y="1561"/>
                  </a:lnTo>
                  <a:lnTo>
                    <a:pt x="2583" y="1561"/>
                  </a:lnTo>
                  <a:lnTo>
                    <a:pt x="2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2" name="Google Shape;2282;p213"/>
          <p:cNvGrpSpPr/>
          <p:nvPr/>
        </p:nvGrpSpPr>
        <p:grpSpPr>
          <a:xfrm>
            <a:off x="3867397" y="1247959"/>
            <a:ext cx="290342" cy="290321"/>
            <a:chOff x="3867397" y="1247959"/>
            <a:chExt cx="290342" cy="290321"/>
          </a:xfrm>
        </p:grpSpPr>
        <p:sp>
          <p:nvSpPr>
            <p:cNvPr id="2283" name="Google Shape;2283;p213"/>
            <p:cNvSpPr/>
            <p:nvPr/>
          </p:nvSpPr>
          <p:spPr>
            <a:xfrm>
              <a:off x="3954493" y="1327508"/>
              <a:ext cx="131538" cy="131517"/>
            </a:xfrm>
            <a:custGeom>
              <a:avLst/>
              <a:gdLst/>
              <a:ahLst/>
              <a:cxnLst/>
              <a:rect l="l" t="t" r="r" b="b"/>
              <a:pathLst>
                <a:path w="6257" h="6256" extrusionOk="0">
                  <a:moveTo>
                    <a:pt x="3122" y="0"/>
                  </a:moveTo>
                  <a:lnTo>
                    <a:pt x="2390" y="732"/>
                  </a:lnTo>
                  <a:lnTo>
                    <a:pt x="4268" y="2610"/>
                  </a:lnTo>
                  <a:lnTo>
                    <a:pt x="1" y="2610"/>
                  </a:lnTo>
                  <a:lnTo>
                    <a:pt x="1" y="3646"/>
                  </a:lnTo>
                  <a:lnTo>
                    <a:pt x="4268" y="3646"/>
                  </a:lnTo>
                  <a:lnTo>
                    <a:pt x="2390" y="5524"/>
                  </a:lnTo>
                  <a:lnTo>
                    <a:pt x="3122" y="6256"/>
                  </a:lnTo>
                  <a:lnTo>
                    <a:pt x="6256" y="3121"/>
                  </a:lnTo>
                  <a:lnTo>
                    <a:pt x="3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213"/>
            <p:cNvSpPr/>
            <p:nvPr/>
          </p:nvSpPr>
          <p:spPr>
            <a:xfrm>
              <a:off x="3867397" y="1247959"/>
              <a:ext cx="290342" cy="290321"/>
            </a:xfrm>
            <a:custGeom>
              <a:avLst/>
              <a:gdLst/>
              <a:ahLst/>
              <a:cxnLst/>
              <a:rect l="l" t="t" r="r" b="b"/>
              <a:pathLst>
                <a:path w="13811" h="13810" extrusionOk="0">
                  <a:moveTo>
                    <a:pt x="6906" y="12774"/>
                  </a:moveTo>
                  <a:cubicBezTo>
                    <a:pt x="10151" y="12774"/>
                    <a:pt x="12775" y="10150"/>
                    <a:pt x="12775" y="6905"/>
                  </a:cubicBezTo>
                  <a:cubicBezTo>
                    <a:pt x="12775" y="3660"/>
                    <a:pt x="10151" y="1036"/>
                    <a:pt x="6906" y="1036"/>
                  </a:cubicBezTo>
                  <a:cubicBezTo>
                    <a:pt x="3660" y="1036"/>
                    <a:pt x="1036" y="3660"/>
                    <a:pt x="1036" y="6905"/>
                  </a:cubicBezTo>
                  <a:cubicBezTo>
                    <a:pt x="1036" y="10150"/>
                    <a:pt x="3660" y="12774"/>
                    <a:pt x="6906" y="12774"/>
                  </a:cubicBezTo>
                  <a:close/>
                  <a:moveTo>
                    <a:pt x="6906" y="13810"/>
                  </a:moveTo>
                  <a:cubicBezTo>
                    <a:pt x="10717" y="13810"/>
                    <a:pt x="13810" y="10717"/>
                    <a:pt x="13810" y="6905"/>
                  </a:cubicBezTo>
                  <a:cubicBezTo>
                    <a:pt x="13810" y="3094"/>
                    <a:pt x="10717" y="0"/>
                    <a:pt x="6906" y="0"/>
                  </a:cubicBezTo>
                  <a:cubicBezTo>
                    <a:pt x="3094" y="0"/>
                    <a:pt x="1" y="3094"/>
                    <a:pt x="1" y="6905"/>
                  </a:cubicBezTo>
                  <a:cubicBezTo>
                    <a:pt x="1" y="10717"/>
                    <a:pt x="3094" y="13810"/>
                    <a:pt x="6906" y="138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5" name="Google Shape;2285;p213"/>
          <p:cNvGrpSpPr/>
          <p:nvPr/>
        </p:nvGrpSpPr>
        <p:grpSpPr>
          <a:xfrm>
            <a:off x="4443098" y="1283382"/>
            <a:ext cx="276677" cy="219496"/>
            <a:chOff x="4443098" y="1283382"/>
            <a:chExt cx="276677" cy="219496"/>
          </a:xfrm>
        </p:grpSpPr>
        <p:sp>
          <p:nvSpPr>
            <p:cNvPr id="2286" name="Google Shape;2286;p213"/>
            <p:cNvSpPr/>
            <p:nvPr/>
          </p:nvSpPr>
          <p:spPr>
            <a:xfrm>
              <a:off x="4443098" y="1283382"/>
              <a:ext cx="131538" cy="211360"/>
            </a:xfrm>
            <a:custGeom>
              <a:avLst/>
              <a:gdLst/>
              <a:ahLst/>
              <a:cxnLst/>
              <a:rect l="l" t="t" r="r" b="b"/>
              <a:pathLst>
                <a:path w="6257" h="10054" extrusionOk="0">
                  <a:moveTo>
                    <a:pt x="3121" y="0"/>
                  </a:moveTo>
                  <a:lnTo>
                    <a:pt x="0" y="3121"/>
                  </a:lnTo>
                  <a:lnTo>
                    <a:pt x="732" y="3853"/>
                  </a:lnTo>
                  <a:lnTo>
                    <a:pt x="2610" y="1989"/>
                  </a:lnTo>
                  <a:lnTo>
                    <a:pt x="2610" y="10053"/>
                  </a:lnTo>
                  <a:lnTo>
                    <a:pt x="3646" y="10053"/>
                  </a:lnTo>
                  <a:lnTo>
                    <a:pt x="3646" y="1975"/>
                  </a:lnTo>
                  <a:lnTo>
                    <a:pt x="5524" y="3853"/>
                  </a:lnTo>
                  <a:lnTo>
                    <a:pt x="6256" y="3121"/>
                  </a:lnTo>
                  <a:lnTo>
                    <a:pt x="3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213"/>
            <p:cNvSpPr/>
            <p:nvPr/>
          </p:nvSpPr>
          <p:spPr>
            <a:xfrm>
              <a:off x="4588259" y="1291496"/>
              <a:ext cx="131517" cy="211381"/>
            </a:xfrm>
            <a:custGeom>
              <a:avLst/>
              <a:gdLst/>
              <a:ahLst/>
              <a:cxnLst/>
              <a:rect l="l" t="t" r="r" b="b"/>
              <a:pathLst>
                <a:path w="6256" h="10055" extrusionOk="0">
                  <a:moveTo>
                    <a:pt x="2610" y="1"/>
                  </a:moveTo>
                  <a:lnTo>
                    <a:pt x="2610" y="8079"/>
                  </a:lnTo>
                  <a:lnTo>
                    <a:pt x="732" y="6201"/>
                  </a:lnTo>
                  <a:lnTo>
                    <a:pt x="0" y="6933"/>
                  </a:lnTo>
                  <a:lnTo>
                    <a:pt x="3121" y="10054"/>
                  </a:lnTo>
                  <a:lnTo>
                    <a:pt x="6256" y="6919"/>
                  </a:lnTo>
                  <a:lnTo>
                    <a:pt x="5524" y="6187"/>
                  </a:lnTo>
                  <a:lnTo>
                    <a:pt x="3646" y="8079"/>
                  </a:lnTo>
                  <a:lnTo>
                    <a:pt x="3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8" name="Google Shape;2288;p213"/>
          <p:cNvSpPr/>
          <p:nvPr/>
        </p:nvSpPr>
        <p:spPr>
          <a:xfrm>
            <a:off x="4999038" y="1258113"/>
            <a:ext cx="306592" cy="279599"/>
          </a:xfrm>
          <a:custGeom>
            <a:avLst/>
            <a:gdLst/>
            <a:ahLst/>
            <a:cxnLst/>
            <a:rect l="l" t="t" r="r" b="b"/>
            <a:pathLst>
              <a:path w="14584" h="13300" extrusionOk="0">
                <a:moveTo>
                  <a:pt x="12568" y="2693"/>
                </a:moveTo>
                <a:cubicBezTo>
                  <a:pt x="11684" y="1810"/>
                  <a:pt x="10275" y="1810"/>
                  <a:pt x="9391" y="2693"/>
                </a:cubicBezTo>
                <a:lnTo>
                  <a:pt x="4517" y="7568"/>
                </a:lnTo>
                <a:cubicBezTo>
                  <a:pt x="4171" y="7914"/>
                  <a:pt x="4171" y="8452"/>
                  <a:pt x="4517" y="8797"/>
                </a:cubicBezTo>
                <a:cubicBezTo>
                  <a:pt x="4848" y="9129"/>
                  <a:pt x="5400" y="9129"/>
                  <a:pt x="5732" y="8797"/>
                </a:cubicBezTo>
                <a:lnTo>
                  <a:pt x="11104" y="3425"/>
                </a:lnTo>
                <a:lnTo>
                  <a:pt x="11836" y="4157"/>
                </a:lnTo>
                <a:lnTo>
                  <a:pt x="6464" y="9529"/>
                </a:lnTo>
                <a:cubicBezTo>
                  <a:pt x="5718" y="10261"/>
                  <a:pt x="4517" y="10261"/>
                  <a:pt x="3785" y="9529"/>
                </a:cubicBezTo>
                <a:cubicBezTo>
                  <a:pt x="3039" y="8784"/>
                  <a:pt x="3039" y="7582"/>
                  <a:pt x="3785" y="6836"/>
                </a:cubicBezTo>
                <a:lnTo>
                  <a:pt x="8660" y="1962"/>
                </a:lnTo>
                <a:cubicBezTo>
                  <a:pt x="9944" y="677"/>
                  <a:pt x="12015" y="677"/>
                  <a:pt x="13300" y="1962"/>
                </a:cubicBezTo>
                <a:cubicBezTo>
                  <a:pt x="14584" y="3232"/>
                  <a:pt x="14584" y="5317"/>
                  <a:pt x="13300" y="6588"/>
                </a:cubicBezTo>
                <a:lnTo>
                  <a:pt x="8411" y="11476"/>
                </a:lnTo>
                <a:cubicBezTo>
                  <a:pt x="6602" y="13299"/>
                  <a:pt x="3647" y="13299"/>
                  <a:pt x="1824" y="11476"/>
                </a:cubicBezTo>
                <a:cubicBezTo>
                  <a:pt x="1" y="9654"/>
                  <a:pt x="1" y="6698"/>
                  <a:pt x="1824" y="4889"/>
                </a:cubicBezTo>
                <a:lnTo>
                  <a:pt x="6712" y="1"/>
                </a:lnTo>
                <a:lnTo>
                  <a:pt x="7444" y="732"/>
                </a:lnTo>
                <a:lnTo>
                  <a:pt x="2556" y="5621"/>
                </a:lnTo>
                <a:cubicBezTo>
                  <a:pt x="1147" y="7030"/>
                  <a:pt x="1147" y="9322"/>
                  <a:pt x="2556" y="10745"/>
                </a:cubicBezTo>
                <a:cubicBezTo>
                  <a:pt x="3978" y="12153"/>
                  <a:pt x="6270" y="12153"/>
                  <a:pt x="7679" y="10745"/>
                </a:cubicBezTo>
                <a:lnTo>
                  <a:pt x="12568" y="5856"/>
                </a:lnTo>
                <a:cubicBezTo>
                  <a:pt x="13438" y="4986"/>
                  <a:pt x="13438" y="3563"/>
                  <a:pt x="12568" y="26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9" name="Google Shape;2289;p213"/>
          <p:cNvGrpSpPr/>
          <p:nvPr/>
        </p:nvGrpSpPr>
        <p:grpSpPr>
          <a:xfrm>
            <a:off x="5607534" y="1240706"/>
            <a:ext cx="232278" cy="304847"/>
            <a:chOff x="5607534" y="1240706"/>
            <a:chExt cx="232278" cy="304847"/>
          </a:xfrm>
        </p:grpSpPr>
        <p:sp>
          <p:nvSpPr>
            <p:cNvPr id="2290" name="Google Shape;2290;p213"/>
            <p:cNvSpPr/>
            <p:nvPr/>
          </p:nvSpPr>
          <p:spPr>
            <a:xfrm>
              <a:off x="5607534" y="1240706"/>
              <a:ext cx="232278" cy="304847"/>
            </a:xfrm>
            <a:custGeom>
              <a:avLst/>
              <a:gdLst/>
              <a:ahLst/>
              <a:cxnLst/>
              <a:rect l="l" t="t" r="r" b="b"/>
              <a:pathLst>
                <a:path w="11049" h="14501" extrusionOk="0">
                  <a:moveTo>
                    <a:pt x="8977" y="9832"/>
                  </a:moveTo>
                  <a:cubicBezTo>
                    <a:pt x="10248" y="8824"/>
                    <a:pt x="11049" y="7264"/>
                    <a:pt x="11049" y="5524"/>
                  </a:cubicBezTo>
                  <a:cubicBezTo>
                    <a:pt x="11049" y="2472"/>
                    <a:pt x="8577" y="0"/>
                    <a:pt x="5525" y="0"/>
                  </a:cubicBezTo>
                  <a:cubicBezTo>
                    <a:pt x="2473" y="0"/>
                    <a:pt x="1" y="2472"/>
                    <a:pt x="1" y="5524"/>
                  </a:cubicBezTo>
                  <a:cubicBezTo>
                    <a:pt x="1" y="7264"/>
                    <a:pt x="816" y="8824"/>
                    <a:pt x="2072" y="9832"/>
                  </a:cubicBezTo>
                  <a:lnTo>
                    <a:pt x="2072" y="14500"/>
                  </a:lnTo>
                  <a:lnTo>
                    <a:pt x="5525" y="13119"/>
                  </a:lnTo>
                  <a:lnTo>
                    <a:pt x="8977" y="14500"/>
                  </a:lnTo>
                  <a:close/>
                  <a:moveTo>
                    <a:pt x="10013" y="5524"/>
                  </a:moveTo>
                  <a:cubicBezTo>
                    <a:pt x="10013" y="8010"/>
                    <a:pt x="8011" y="10012"/>
                    <a:pt x="5525" y="10012"/>
                  </a:cubicBezTo>
                  <a:cubicBezTo>
                    <a:pt x="3053" y="10012"/>
                    <a:pt x="1037" y="8010"/>
                    <a:pt x="1037" y="5524"/>
                  </a:cubicBezTo>
                  <a:cubicBezTo>
                    <a:pt x="1037" y="3052"/>
                    <a:pt x="3053" y="1036"/>
                    <a:pt x="5525" y="1036"/>
                  </a:cubicBezTo>
                  <a:cubicBezTo>
                    <a:pt x="8011" y="1036"/>
                    <a:pt x="10013" y="3052"/>
                    <a:pt x="10013" y="5524"/>
                  </a:cubicBezTo>
                  <a:close/>
                  <a:moveTo>
                    <a:pt x="7942" y="10495"/>
                  </a:moveTo>
                  <a:cubicBezTo>
                    <a:pt x="7210" y="10854"/>
                    <a:pt x="6395" y="11048"/>
                    <a:pt x="5525" y="11048"/>
                  </a:cubicBezTo>
                  <a:cubicBezTo>
                    <a:pt x="4669" y="11048"/>
                    <a:pt x="3840" y="10854"/>
                    <a:pt x="3108" y="10495"/>
                  </a:cubicBezTo>
                  <a:lnTo>
                    <a:pt x="3108" y="12967"/>
                  </a:lnTo>
                  <a:lnTo>
                    <a:pt x="5525" y="12001"/>
                  </a:lnTo>
                  <a:lnTo>
                    <a:pt x="7942" y="129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213"/>
            <p:cNvSpPr/>
            <p:nvPr/>
          </p:nvSpPr>
          <p:spPr>
            <a:xfrm>
              <a:off x="5662698" y="1298749"/>
              <a:ext cx="122246" cy="116149"/>
            </a:xfrm>
            <a:custGeom>
              <a:avLst/>
              <a:gdLst/>
              <a:ahLst/>
              <a:cxnLst/>
              <a:rect l="l" t="t" r="r" b="b"/>
              <a:pathLst>
                <a:path w="5815" h="5525" extrusionOk="0">
                  <a:moveTo>
                    <a:pt x="3591" y="2114"/>
                  </a:moveTo>
                  <a:lnTo>
                    <a:pt x="5815" y="2114"/>
                  </a:lnTo>
                  <a:lnTo>
                    <a:pt x="4019" y="3412"/>
                  </a:lnTo>
                  <a:lnTo>
                    <a:pt x="4696" y="5525"/>
                  </a:lnTo>
                  <a:lnTo>
                    <a:pt x="2901" y="4227"/>
                  </a:lnTo>
                  <a:lnTo>
                    <a:pt x="1106" y="5525"/>
                  </a:lnTo>
                  <a:lnTo>
                    <a:pt x="1796" y="3412"/>
                  </a:lnTo>
                  <a:lnTo>
                    <a:pt x="1" y="2114"/>
                  </a:lnTo>
                  <a:lnTo>
                    <a:pt x="2210" y="2114"/>
                  </a:lnTo>
                  <a:lnTo>
                    <a:pt x="2901" y="1"/>
                  </a:lnTo>
                  <a:lnTo>
                    <a:pt x="3591" y="211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2" name="Google Shape;2292;p213"/>
          <p:cNvGrpSpPr/>
          <p:nvPr/>
        </p:nvGrpSpPr>
        <p:grpSpPr>
          <a:xfrm>
            <a:off x="6148696" y="1249704"/>
            <a:ext cx="290321" cy="286852"/>
            <a:chOff x="6148696" y="1249704"/>
            <a:chExt cx="290321" cy="286852"/>
          </a:xfrm>
        </p:grpSpPr>
        <p:sp>
          <p:nvSpPr>
            <p:cNvPr id="2293" name="Google Shape;2293;p213"/>
            <p:cNvSpPr/>
            <p:nvPr/>
          </p:nvSpPr>
          <p:spPr>
            <a:xfrm>
              <a:off x="6148696" y="1249704"/>
              <a:ext cx="290321" cy="101623"/>
            </a:xfrm>
            <a:custGeom>
              <a:avLst/>
              <a:gdLst/>
              <a:ahLst/>
              <a:cxnLst/>
              <a:rect l="l" t="t" r="r" b="b"/>
              <a:pathLst>
                <a:path w="13810" h="4834" extrusionOk="0">
                  <a:moveTo>
                    <a:pt x="1616" y="3798"/>
                  </a:moveTo>
                  <a:lnTo>
                    <a:pt x="12180" y="3798"/>
                  </a:lnTo>
                  <a:lnTo>
                    <a:pt x="6905" y="1160"/>
                  </a:lnTo>
                  <a:lnTo>
                    <a:pt x="1616" y="3798"/>
                  </a:lnTo>
                  <a:close/>
                  <a:moveTo>
                    <a:pt x="6905" y="0"/>
                  </a:moveTo>
                  <a:lnTo>
                    <a:pt x="0" y="3453"/>
                  </a:lnTo>
                  <a:lnTo>
                    <a:pt x="0" y="4833"/>
                  </a:lnTo>
                  <a:lnTo>
                    <a:pt x="13810" y="4833"/>
                  </a:lnTo>
                  <a:lnTo>
                    <a:pt x="13810" y="34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213"/>
            <p:cNvSpPr/>
            <p:nvPr/>
          </p:nvSpPr>
          <p:spPr>
            <a:xfrm>
              <a:off x="6282819" y="1380337"/>
              <a:ext cx="21779" cy="101623"/>
            </a:xfrm>
            <a:custGeom>
              <a:avLst/>
              <a:gdLst/>
              <a:ahLst/>
              <a:cxnLst/>
              <a:rect l="l" t="t" r="r" b="b"/>
              <a:pathLst>
                <a:path w="1036" h="4834" extrusionOk="0">
                  <a:moveTo>
                    <a:pt x="0" y="4834"/>
                  </a:moveTo>
                  <a:lnTo>
                    <a:pt x="0" y="0"/>
                  </a:lnTo>
                  <a:lnTo>
                    <a:pt x="1036" y="0"/>
                  </a:lnTo>
                  <a:lnTo>
                    <a:pt x="1036" y="48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213"/>
            <p:cNvSpPr/>
            <p:nvPr/>
          </p:nvSpPr>
          <p:spPr>
            <a:xfrm>
              <a:off x="6181196" y="1380337"/>
              <a:ext cx="21800" cy="101623"/>
            </a:xfrm>
            <a:custGeom>
              <a:avLst/>
              <a:gdLst/>
              <a:ahLst/>
              <a:cxnLst/>
              <a:rect l="l" t="t" r="r" b="b"/>
              <a:pathLst>
                <a:path w="1037" h="4834" extrusionOk="0">
                  <a:moveTo>
                    <a:pt x="1" y="4834"/>
                  </a:moveTo>
                  <a:lnTo>
                    <a:pt x="1" y="0"/>
                  </a:lnTo>
                  <a:lnTo>
                    <a:pt x="1037" y="0"/>
                  </a:lnTo>
                  <a:lnTo>
                    <a:pt x="1037" y="48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213"/>
            <p:cNvSpPr/>
            <p:nvPr/>
          </p:nvSpPr>
          <p:spPr>
            <a:xfrm>
              <a:off x="6384421" y="1380337"/>
              <a:ext cx="21800" cy="101623"/>
            </a:xfrm>
            <a:custGeom>
              <a:avLst/>
              <a:gdLst/>
              <a:ahLst/>
              <a:cxnLst/>
              <a:rect l="l" t="t" r="r" b="b"/>
              <a:pathLst>
                <a:path w="1037" h="4834" extrusionOk="0">
                  <a:moveTo>
                    <a:pt x="1" y="4834"/>
                  </a:moveTo>
                  <a:lnTo>
                    <a:pt x="1" y="0"/>
                  </a:lnTo>
                  <a:lnTo>
                    <a:pt x="1036" y="0"/>
                  </a:lnTo>
                  <a:lnTo>
                    <a:pt x="1036" y="48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213"/>
            <p:cNvSpPr/>
            <p:nvPr/>
          </p:nvSpPr>
          <p:spPr>
            <a:xfrm>
              <a:off x="6148696" y="1514755"/>
              <a:ext cx="290321" cy="21800"/>
            </a:xfrm>
            <a:custGeom>
              <a:avLst/>
              <a:gdLst/>
              <a:ahLst/>
              <a:cxnLst/>
              <a:rect l="l" t="t" r="r" b="b"/>
              <a:pathLst>
                <a:path w="13810" h="1037" extrusionOk="0">
                  <a:moveTo>
                    <a:pt x="13810" y="1036"/>
                  </a:moveTo>
                  <a:lnTo>
                    <a:pt x="0" y="1036"/>
                  </a:lnTo>
                  <a:lnTo>
                    <a:pt x="0" y="0"/>
                  </a:lnTo>
                  <a:lnTo>
                    <a:pt x="138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8" name="Google Shape;2298;p213"/>
          <p:cNvGrpSpPr/>
          <p:nvPr/>
        </p:nvGrpSpPr>
        <p:grpSpPr>
          <a:xfrm>
            <a:off x="6720907" y="1247959"/>
            <a:ext cx="290321" cy="290321"/>
            <a:chOff x="6720907" y="1247959"/>
            <a:chExt cx="290321" cy="290321"/>
          </a:xfrm>
        </p:grpSpPr>
        <p:sp>
          <p:nvSpPr>
            <p:cNvPr id="2299" name="Google Shape;2299;p213"/>
            <p:cNvSpPr/>
            <p:nvPr/>
          </p:nvSpPr>
          <p:spPr>
            <a:xfrm>
              <a:off x="6720907" y="1247959"/>
              <a:ext cx="290321" cy="290321"/>
            </a:xfrm>
            <a:custGeom>
              <a:avLst/>
              <a:gdLst/>
              <a:ahLst/>
              <a:cxnLst/>
              <a:rect l="l" t="t" r="r" b="b"/>
              <a:pathLst>
                <a:path w="13810" h="13810" extrusionOk="0">
                  <a:moveTo>
                    <a:pt x="8976" y="4143"/>
                  </a:moveTo>
                  <a:lnTo>
                    <a:pt x="8976" y="0"/>
                  </a:lnTo>
                  <a:lnTo>
                    <a:pt x="691" y="2072"/>
                  </a:lnTo>
                  <a:lnTo>
                    <a:pt x="691" y="12774"/>
                  </a:lnTo>
                  <a:lnTo>
                    <a:pt x="0" y="12774"/>
                  </a:lnTo>
                  <a:lnTo>
                    <a:pt x="0" y="13810"/>
                  </a:lnTo>
                  <a:lnTo>
                    <a:pt x="13810" y="13810"/>
                  </a:lnTo>
                  <a:lnTo>
                    <a:pt x="13810" y="12774"/>
                  </a:lnTo>
                  <a:lnTo>
                    <a:pt x="13119" y="12774"/>
                  </a:lnTo>
                  <a:lnTo>
                    <a:pt x="13119" y="4143"/>
                  </a:lnTo>
                  <a:close/>
                  <a:moveTo>
                    <a:pt x="1726" y="2886"/>
                  </a:moveTo>
                  <a:lnTo>
                    <a:pt x="1726" y="12774"/>
                  </a:lnTo>
                  <a:lnTo>
                    <a:pt x="7941" y="12774"/>
                  </a:lnTo>
                  <a:lnTo>
                    <a:pt x="7941" y="1326"/>
                  </a:lnTo>
                  <a:close/>
                  <a:moveTo>
                    <a:pt x="8976" y="5179"/>
                  </a:moveTo>
                  <a:lnTo>
                    <a:pt x="8976" y="12774"/>
                  </a:lnTo>
                  <a:lnTo>
                    <a:pt x="12084" y="12774"/>
                  </a:lnTo>
                  <a:lnTo>
                    <a:pt x="12084" y="517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213"/>
            <p:cNvSpPr/>
            <p:nvPr/>
          </p:nvSpPr>
          <p:spPr>
            <a:xfrm>
              <a:off x="6807982" y="1454946"/>
              <a:ext cx="29053" cy="21800"/>
            </a:xfrm>
            <a:custGeom>
              <a:avLst/>
              <a:gdLst/>
              <a:ahLst/>
              <a:cxnLst/>
              <a:rect l="l" t="t" r="r" b="b"/>
              <a:pathLst>
                <a:path w="1382" h="1037" extrusionOk="0">
                  <a:moveTo>
                    <a:pt x="1382" y="1036"/>
                  </a:moveTo>
                  <a:lnTo>
                    <a:pt x="1" y="1036"/>
                  </a:lnTo>
                  <a:lnTo>
                    <a:pt x="1" y="1"/>
                  </a:lnTo>
                  <a:lnTo>
                    <a:pt x="1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213"/>
            <p:cNvSpPr/>
            <p:nvPr/>
          </p:nvSpPr>
          <p:spPr>
            <a:xfrm>
              <a:off x="6807982" y="1396882"/>
              <a:ext cx="29053" cy="21800"/>
            </a:xfrm>
            <a:custGeom>
              <a:avLst/>
              <a:gdLst/>
              <a:ahLst/>
              <a:cxnLst/>
              <a:rect l="l" t="t" r="r" b="b"/>
              <a:pathLst>
                <a:path w="1382" h="1037" extrusionOk="0">
                  <a:moveTo>
                    <a:pt x="1382" y="1036"/>
                  </a:moveTo>
                  <a:lnTo>
                    <a:pt x="1" y="1036"/>
                  </a:lnTo>
                  <a:lnTo>
                    <a:pt x="1" y="1"/>
                  </a:lnTo>
                  <a:lnTo>
                    <a:pt x="1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213"/>
            <p:cNvSpPr/>
            <p:nvPr/>
          </p:nvSpPr>
          <p:spPr>
            <a:xfrm>
              <a:off x="6807982" y="1338818"/>
              <a:ext cx="29053" cy="21800"/>
            </a:xfrm>
            <a:custGeom>
              <a:avLst/>
              <a:gdLst/>
              <a:ahLst/>
              <a:cxnLst/>
              <a:rect l="l" t="t" r="r" b="b"/>
              <a:pathLst>
                <a:path w="1382" h="1037" extrusionOk="0">
                  <a:moveTo>
                    <a:pt x="1382" y="1036"/>
                  </a:moveTo>
                  <a:lnTo>
                    <a:pt x="1" y="1036"/>
                  </a:lnTo>
                  <a:lnTo>
                    <a:pt x="1" y="1"/>
                  </a:lnTo>
                  <a:lnTo>
                    <a:pt x="1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3" name="Google Shape;2303;p213"/>
          <p:cNvGrpSpPr/>
          <p:nvPr/>
        </p:nvGrpSpPr>
        <p:grpSpPr>
          <a:xfrm>
            <a:off x="7293392" y="1247959"/>
            <a:ext cx="290342" cy="290321"/>
            <a:chOff x="7293392" y="1247959"/>
            <a:chExt cx="290342" cy="290321"/>
          </a:xfrm>
        </p:grpSpPr>
        <p:sp>
          <p:nvSpPr>
            <p:cNvPr id="2304" name="Google Shape;2304;p213"/>
            <p:cNvSpPr/>
            <p:nvPr/>
          </p:nvSpPr>
          <p:spPr>
            <a:xfrm>
              <a:off x="7351456" y="1338818"/>
              <a:ext cx="174213" cy="21800"/>
            </a:xfrm>
            <a:custGeom>
              <a:avLst/>
              <a:gdLst/>
              <a:ahLst/>
              <a:cxnLst/>
              <a:rect l="l" t="t" r="r" b="b"/>
              <a:pathLst>
                <a:path w="8287" h="1037" extrusionOk="0">
                  <a:moveTo>
                    <a:pt x="8287" y="1036"/>
                  </a:moveTo>
                  <a:lnTo>
                    <a:pt x="1" y="1036"/>
                  </a:lnTo>
                  <a:lnTo>
                    <a:pt x="1" y="1"/>
                  </a:lnTo>
                  <a:lnTo>
                    <a:pt x="82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213"/>
            <p:cNvSpPr/>
            <p:nvPr/>
          </p:nvSpPr>
          <p:spPr>
            <a:xfrm>
              <a:off x="7293392" y="1247959"/>
              <a:ext cx="290342" cy="290321"/>
            </a:xfrm>
            <a:custGeom>
              <a:avLst/>
              <a:gdLst/>
              <a:ahLst/>
              <a:cxnLst/>
              <a:rect l="l" t="t" r="r" b="b"/>
              <a:pathLst>
                <a:path w="13811" h="13810" extrusionOk="0">
                  <a:moveTo>
                    <a:pt x="9847" y="1381"/>
                  </a:moveTo>
                  <a:lnTo>
                    <a:pt x="3978" y="1381"/>
                  </a:lnTo>
                  <a:lnTo>
                    <a:pt x="3978" y="0"/>
                  </a:lnTo>
                  <a:lnTo>
                    <a:pt x="2942" y="0"/>
                  </a:lnTo>
                  <a:lnTo>
                    <a:pt x="2942" y="1381"/>
                  </a:lnTo>
                  <a:lnTo>
                    <a:pt x="1" y="1381"/>
                  </a:lnTo>
                  <a:lnTo>
                    <a:pt x="1" y="13810"/>
                  </a:lnTo>
                  <a:lnTo>
                    <a:pt x="13810" y="13810"/>
                  </a:lnTo>
                  <a:lnTo>
                    <a:pt x="13810" y="1381"/>
                  </a:lnTo>
                  <a:lnTo>
                    <a:pt x="10883" y="1381"/>
                  </a:lnTo>
                  <a:lnTo>
                    <a:pt x="10883" y="0"/>
                  </a:lnTo>
                  <a:lnTo>
                    <a:pt x="9847" y="0"/>
                  </a:lnTo>
                  <a:close/>
                  <a:moveTo>
                    <a:pt x="12775" y="2417"/>
                  </a:moveTo>
                  <a:lnTo>
                    <a:pt x="1037" y="2417"/>
                  </a:lnTo>
                  <a:lnTo>
                    <a:pt x="1037" y="12774"/>
                  </a:lnTo>
                  <a:lnTo>
                    <a:pt x="12775" y="1277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6" name="Google Shape;2306;p213"/>
          <p:cNvSpPr/>
          <p:nvPr/>
        </p:nvSpPr>
        <p:spPr>
          <a:xfrm>
            <a:off x="7865898" y="1247959"/>
            <a:ext cx="290342" cy="290321"/>
          </a:xfrm>
          <a:custGeom>
            <a:avLst/>
            <a:gdLst/>
            <a:ahLst/>
            <a:cxnLst/>
            <a:rect l="l" t="t" r="r" b="b"/>
            <a:pathLst>
              <a:path w="13811" h="13810" extrusionOk="0">
                <a:moveTo>
                  <a:pt x="6905" y="0"/>
                </a:moveTo>
                <a:cubicBezTo>
                  <a:pt x="3094" y="0"/>
                  <a:pt x="0" y="3094"/>
                  <a:pt x="0" y="6905"/>
                </a:cubicBezTo>
                <a:cubicBezTo>
                  <a:pt x="0" y="10717"/>
                  <a:pt x="3094" y="13810"/>
                  <a:pt x="6905" y="13810"/>
                </a:cubicBezTo>
                <a:cubicBezTo>
                  <a:pt x="10717" y="13810"/>
                  <a:pt x="13810" y="10717"/>
                  <a:pt x="13810" y="6905"/>
                </a:cubicBezTo>
                <a:cubicBezTo>
                  <a:pt x="13810" y="5165"/>
                  <a:pt x="13175" y="3577"/>
                  <a:pt x="12112" y="2362"/>
                </a:cubicBezTo>
                <a:lnTo>
                  <a:pt x="6215" y="8258"/>
                </a:lnTo>
                <a:lnTo>
                  <a:pt x="3812" y="5856"/>
                </a:lnTo>
                <a:lnTo>
                  <a:pt x="3094" y="6574"/>
                </a:lnTo>
                <a:lnTo>
                  <a:pt x="6215" y="9708"/>
                </a:lnTo>
                <a:lnTo>
                  <a:pt x="11973" y="3950"/>
                </a:lnTo>
                <a:cubicBezTo>
                  <a:pt x="12484" y="4820"/>
                  <a:pt x="12774" y="5828"/>
                  <a:pt x="12774" y="6905"/>
                </a:cubicBezTo>
                <a:cubicBezTo>
                  <a:pt x="12774" y="10150"/>
                  <a:pt x="10151" y="12774"/>
                  <a:pt x="6905" y="12774"/>
                </a:cubicBezTo>
                <a:cubicBezTo>
                  <a:pt x="3660" y="12774"/>
                  <a:pt x="1036" y="10150"/>
                  <a:pt x="1036" y="6905"/>
                </a:cubicBezTo>
                <a:cubicBezTo>
                  <a:pt x="1036" y="3660"/>
                  <a:pt x="3660" y="1036"/>
                  <a:pt x="6905" y="1036"/>
                </a:cubicBezTo>
                <a:cubicBezTo>
                  <a:pt x="8328" y="1036"/>
                  <a:pt x="9626" y="1533"/>
                  <a:pt x="10634" y="2376"/>
                </a:cubicBezTo>
                <a:lnTo>
                  <a:pt x="11366" y="1644"/>
                </a:lnTo>
                <a:cubicBezTo>
                  <a:pt x="10164" y="622"/>
                  <a:pt x="8604" y="0"/>
                  <a:pt x="6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7" name="Google Shape;2307;p213"/>
          <p:cNvGrpSpPr/>
          <p:nvPr/>
        </p:nvGrpSpPr>
        <p:grpSpPr>
          <a:xfrm>
            <a:off x="8434619" y="1247959"/>
            <a:ext cx="290342" cy="290321"/>
            <a:chOff x="8434619" y="1247959"/>
            <a:chExt cx="290342" cy="290321"/>
          </a:xfrm>
        </p:grpSpPr>
        <p:sp>
          <p:nvSpPr>
            <p:cNvPr id="2308" name="Google Shape;2308;p213"/>
            <p:cNvSpPr/>
            <p:nvPr/>
          </p:nvSpPr>
          <p:spPr>
            <a:xfrm>
              <a:off x="8528674" y="1341719"/>
              <a:ext cx="102506" cy="102800"/>
            </a:xfrm>
            <a:custGeom>
              <a:avLst/>
              <a:gdLst/>
              <a:ahLst/>
              <a:cxnLst/>
              <a:rect l="l" t="t" r="r" b="b"/>
              <a:pathLst>
                <a:path w="4876" h="4890" extrusionOk="0">
                  <a:moveTo>
                    <a:pt x="733" y="1"/>
                  </a:moveTo>
                  <a:lnTo>
                    <a:pt x="1" y="733"/>
                  </a:lnTo>
                  <a:lnTo>
                    <a:pt x="1700" y="2445"/>
                  </a:lnTo>
                  <a:lnTo>
                    <a:pt x="1" y="4157"/>
                  </a:lnTo>
                  <a:lnTo>
                    <a:pt x="733" y="4889"/>
                  </a:lnTo>
                  <a:lnTo>
                    <a:pt x="2432" y="3177"/>
                  </a:lnTo>
                  <a:lnTo>
                    <a:pt x="4144" y="4889"/>
                  </a:lnTo>
                  <a:lnTo>
                    <a:pt x="4876" y="4157"/>
                  </a:lnTo>
                  <a:lnTo>
                    <a:pt x="3163" y="2445"/>
                  </a:lnTo>
                  <a:lnTo>
                    <a:pt x="4876" y="733"/>
                  </a:lnTo>
                  <a:lnTo>
                    <a:pt x="4144" y="1"/>
                  </a:lnTo>
                  <a:lnTo>
                    <a:pt x="2432" y="1713"/>
                  </a:lnTo>
                  <a:lnTo>
                    <a:pt x="7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213"/>
            <p:cNvSpPr/>
            <p:nvPr/>
          </p:nvSpPr>
          <p:spPr>
            <a:xfrm>
              <a:off x="8434619" y="1247959"/>
              <a:ext cx="290342" cy="290321"/>
            </a:xfrm>
            <a:custGeom>
              <a:avLst/>
              <a:gdLst/>
              <a:ahLst/>
              <a:cxnLst/>
              <a:rect l="l" t="t" r="r" b="b"/>
              <a:pathLst>
                <a:path w="13811" h="13810" extrusionOk="0">
                  <a:moveTo>
                    <a:pt x="6906" y="12774"/>
                  </a:moveTo>
                  <a:cubicBezTo>
                    <a:pt x="10151" y="12774"/>
                    <a:pt x="12775" y="10150"/>
                    <a:pt x="12775" y="6905"/>
                  </a:cubicBezTo>
                  <a:cubicBezTo>
                    <a:pt x="12775" y="3660"/>
                    <a:pt x="10151" y="1036"/>
                    <a:pt x="6906" y="1036"/>
                  </a:cubicBezTo>
                  <a:cubicBezTo>
                    <a:pt x="3674" y="1036"/>
                    <a:pt x="1036" y="3660"/>
                    <a:pt x="1036" y="6905"/>
                  </a:cubicBezTo>
                  <a:cubicBezTo>
                    <a:pt x="1036" y="10150"/>
                    <a:pt x="3674" y="12774"/>
                    <a:pt x="6906" y="12774"/>
                  </a:cubicBezTo>
                  <a:close/>
                  <a:moveTo>
                    <a:pt x="6906" y="13810"/>
                  </a:moveTo>
                  <a:cubicBezTo>
                    <a:pt x="10731" y="13810"/>
                    <a:pt x="13810" y="10717"/>
                    <a:pt x="13810" y="6905"/>
                  </a:cubicBezTo>
                  <a:cubicBezTo>
                    <a:pt x="13810" y="3094"/>
                    <a:pt x="10731" y="0"/>
                    <a:pt x="6906" y="0"/>
                  </a:cubicBezTo>
                  <a:cubicBezTo>
                    <a:pt x="3094" y="0"/>
                    <a:pt x="1" y="3094"/>
                    <a:pt x="1" y="6905"/>
                  </a:cubicBezTo>
                  <a:cubicBezTo>
                    <a:pt x="1" y="10717"/>
                    <a:pt x="3094" y="13810"/>
                    <a:pt x="6906" y="138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0" name="Google Shape;2310;p213"/>
          <p:cNvGrpSpPr/>
          <p:nvPr/>
        </p:nvGrpSpPr>
        <p:grpSpPr>
          <a:xfrm>
            <a:off x="2725896" y="1799253"/>
            <a:ext cx="290321" cy="203246"/>
            <a:chOff x="2725896" y="1799253"/>
            <a:chExt cx="290321" cy="203246"/>
          </a:xfrm>
        </p:grpSpPr>
        <p:sp>
          <p:nvSpPr>
            <p:cNvPr id="2311" name="Google Shape;2311;p213"/>
            <p:cNvSpPr/>
            <p:nvPr/>
          </p:nvSpPr>
          <p:spPr>
            <a:xfrm>
              <a:off x="2827204" y="1878508"/>
              <a:ext cx="95253" cy="74062"/>
            </a:xfrm>
            <a:custGeom>
              <a:avLst/>
              <a:gdLst/>
              <a:ahLst/>
              <a:cxnLst/>
              <a:rect l="l" t="t" r="r" b="b"/>
              <a:pathLst>
                <a:path w="4531" h="3523" extrusionOk="0">
                  <a:moveTo>
                    <a:pt x="4530" y="733"/>
                  </a:moveTo>
                  <a:lnTo>
                    <a:pt x="1741" y="3522"/>
                  </a:lnTo>
                  <a:lnTo>
                    <a:pt x="1" y="1769"/>
                  </a:lnTo>
                  <a:lnTo>
                    <a:pt x="732" y="1037"/>
                  </a:lnTo>
                  <a:lnTo>
                    <a:pt x="1741" y="2059"/>
                  </a:lnTo>
                  <a:lnTo>
                    <a:pt x="37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213"/>
            <p:cNvSpPr/>
            <p:nvPr/>
          </p:nvSpPr>
          <p:spPr>
            <a:xfrm>
              <a:off x="2725896" y="1799253"/>
              <a:ext cx="290321" cy="203246"/>
            </a:xfrm>
            <a:custGeom>
              <a:avLst/>
              <a:gdLst/>
              <a:ahLst/>
              <a:cxnLst/>
              <a:rect l="l" t="t" r="r" b="b"/>
              <a:pathLst>
                <a:path w="13810" h="9668" extrusionOk="0">
                  <a:moveTo>
                    <a:pt x="5261" y="3798"/>
                  </a:moveTo>
                  <a:lnTo>
                    <a:pt x="3452" y="3798"/>
                  </a:lnTo>
                  <a:cubicBezTo>
                    <a:pt x="2113" y="3798"/>
                    <a:pt x="1036" y="4876"/>
                    <a:pt x="1036" y="6215"/>
                  </a:cubicBezTo>
                  <a:cubicBezTo>
                    <a:pt x="1036" y="7541"/>
                    <a:pt x="2113" y="8632"/>
                    <a:pt x="3452" y="8632"/>
                  </a:cubicBezTo>
                  <a:lnTo>
                    <a:pt x="8976" y="8632"/>
                  </a:lnTo>
                  <a:cubicBezTo>
                    <a:pt x="11075" y="8632"/>
                    <a:pt x="12774" y="6933"/>
                    <a:pt x="12774" y="4834"/>
                  </a:cubicBezTo>
                  <a:cubicBezTo>
                    <a:pt x="12774" y="2735"/>
                    <a:pt x="11075" y="1037"/>
                    <a:pt x="8976" y="1037"/>
                  </a:cubicBezTo>
                  <a:cubicBezTo>
                    <a:pt x="7457" y="1037"/>
                    <a:pt x="6159" y="1920"/>
                    <a:pt x="5538" y="3205"/>
                  </a:cubicBezTo>
                  <a:lnTo>
                    <a:pt x="5261" y="3798"/>
                  </a:lnTo>
                  <a:close/>
                  <a:moveTo>
                    <a:pt x="13810" y="4834"/>
                  </a:moveTo>
                  <a:cubicBezTo>
                    <a:pt x="13810" y="7499"/>
                    <a:pt x="11642" y="9668"/>
                    <a:pt x="8976" y="9668"/>
                  </a:cubicBezTo>
                  <a:lnTo>
                    <a:pt x="3452" y="9668"/>
                  </a:lnTo>
                  <a:cubicBezTo>
                    <a:pt x="1547" y="9668"/>
                    <a:pt x="0" y="8121"/>
                    <a:pt x="0" y="6215"/>
                  </a:cubicBezTo>
                  <a:cubicBezTo>
                    <a:pt x="0" y="4296"/>
                    <a:pt x="1547" y="2763"/>
                    <a:pt x="3452" y="2763"/>
                  </a:cubicBezTo>
                  <a:lnTo>
                    <a:pt x="4612" y="2763"/>
                  </a:lnTo>
                  <a:cubicBezTo>
                    <a:pt x="5386" y="1119"/>
                    <a:pt x="7043" y="1"/>
                    <a:pt x="8976" y="1"/>
                  </a:cubicBezTo>
                  <a:cubicBezTo>
                    <a:pt x="11642" y="1"/>
                    <a:pt x="13810" y="2155"/>
                    <a:pt x="13810" y="48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3" name="Google Shape;2313;p213"/>
          <p:cNvGrpSpPr/>
          <p:nvPr/>
        </p:nvGrpSpPr>
        <p:grpSpPr>
          <a:xfrm>
            <a:off x="3296636" y="1784159"/>
            <a:ext cx="290342" cy="233140"/>
            <a:chOff x="3296636" y="1784159"/>
            <a:chExt cx="290342" cy="233140"/>
          </a:xfrm>
        </p:grpSpPr>
        <p:sp>
          <p:nvSpPr>
            <p:cNvPr id="2314" name="Google Shape;2314;p213"/>
            <p:cNvSpPr/>
            <p:nvPr/>
          </p:nvSpPr>
          <p:spPr>
            <a:xfrm>
              <a:off x="3296636" y="1784159"/>
              <a:ext cx="290342" cy="203246"/>
            </a:xfrm>
            <a:custGeom>
              <a:avLst/>
              <a:gdLst/>
              <a:ahLst/>
              <a:cxnLst/>
              <a:rect l="l" t="t" r="r" b="b"/>
              <a:pathLst>
                <a:path w="13811" h="9668" extrusionOk="0">
                  <a:moveTo>
                    <a:pt x="8977" y="1"/>
                  </a:moveTo>
                  <a:cubicBezTo>
                    <a:pt x="7044" y="1"/>
                    <a:pt x="5387" y="1133"/>
                    <a:pt x="4613" y="2763"/>
                  </a:cubicBezTo>
                  <a:lnTo>
                    <a:pt x="3453" y="2763"/>
                  </a:lnTo>
                  <a:cubicBezTo>
                    <a:pt x="1548" y="2763"/>
                    <a:pt x="1" y="4309"/>
                    <a:pt x="1" y="6215"/>
                  </a:cubicBezTo>
                  <a:cubicBezTo>
                    <a:pt x="1" y="8121"/>
                    <a:pt x="1548" y="9668"/>
                    <a:pt x="3453" y="9668"/>
                  </a:cubicBezTo>
                  <a:lnTo>
                    <a:pt x="3453" y="8632"/>
                  </a:lnTo>
                  <a:cubicBezTo>
                    <a:pt x="2114" y="8632"/>
                    <a:pt x="1037" y="7555"/>
                    <a:pt x="1037" y="6215"/>
                  </a:cubicBezTo>
                  <a:cubicBezTo>
                    <a:pt x="1037" y="4889"/>
                    <a:pt x="2114" y="3798"/>
                    <a:pt x="3453" y="3798"/>
                  </a:cubicBezTo>
                  <a:lnTo>
                    <a:pt x="5262" y="3798"/>
                  </a:lnTo>
                  <a:lnTo>
                    <a:pt x="5539" y="3205"/>
                  </a:lnTo>
                  <a:cubicBezTo>
                    <a:pt x="6160" y="1920"/>
                    <a:pt x="7458" y="1036"/>
                    <a:pt x="8977" y="1036"/>
                  </a:cubicBezTo>
                  <a:cubicBezTo>
                    <a:pt x="11076" y="1036"/>
                    <a:pt x="12775" y="2735"/>
                    <a:pt x="12775" y="4834"/>
                  </a:cubicBezTo>
                  <a:cubicBezTo>
                    <a:pt x="12775" y="6450"/>
                    <a:pt x="11767" y="7817"/>
                    <a:pt x="10358" y="8369"/>
                  </a:cubicBezTo>
                  <a:lnTo>
                    <a:pt x="10358" y="9474"/>
                  </a:lnTo>
                  <a:cubicBezTo>
                    <a:pt x="12361" y="8880"/>
                    <a:pt x="13811" y="7030"/>
                    <a:pt x="13811" y="4834"/>
                  </a:cubicBezTo>
                  <a:cubicBezTo>
                    <a:pt x="13811" y="2169"/>
                    <a:pt x="11642" y="1"/>
                    <a:pt x="8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213"/>
            <p:cNvSpPr/>
            <p:nvPr/>
          </p:nvSpPr>
          <p:spPr>
            <a:xfrm>
              <a:off x="3390418" y="1914813"/>
              <a:ext cx="102506" cy="102485"/>
            </a:xfrm>
            <a:custGeom>
              <a:avLst/>
              <a:gdLst/>
              <a:ahLst/>
              <a:cxnLst/>
              <a:rect l="l" t="t" r="r" b="b"/>
              <a:pathLst>
                <a:path w="4876" h="4875" extrusionOk="0">
                  <a:moveTo>
                    <a:pt x="1920" y="0"/>
                  </a:moveTo>
                  <a:lnTo>
                    <a:pt x="1920" y="2900"/>
                  </a:lnTo>
                  <a:lnTo>
                    <a:pt x="732" y="1712"/>
                  </a:lnTo>
                  <a:lnTo>
                    <a:pt x="0" y="2444"/>
                  </a:lnTo>
                  <a:lnTo>
                    <a:pt x="2445" y="4875"/>
                  </a:lnTo>
                  <a:lnTo>
                    <a:pt x="4875" y="2444"/>
                  </a:lnTo>
                  <a:lnTo>
                    <a:pt x="4143" y="1712"/>
                  </a:lnTo>
                  <a:lnTo>
                    <a:pt x="2956" y="2900"/>
                  </a:lnTo>
                  <a:lnTo>
                    <a:pt x="29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6" name="Google Shape;2316;p213"/>
          <p:cNvGrpSpPr/>
          <p:nvPr/>
        </p:nvGrpSpPr>
        <p:grpSpPr>
          <a:xfrm>
            <a:off x="3867397" y="1792000"/>
            <a:ext cx="290342" cy="217751"/>
            <a:chOff x="3867397" y="1792000"/>
            <a:chExt cx="290342" cy="217751"/>
          </a:xfrm>
        </p:grpSpPr>
        <p:sp>
          <p:nvSpPr>
            <p:cNvPr id="2317" name="Google Shape;2317;p213"/>
            <p:cNvSpPr/>
            <p:nvPr/>
          </p:nvSpPr>
          <p:spPr>
            <a:xfrm>
              <a:off x="3867397" y="1792000"/>
              <a:ext cx="290342" cy="203246"/>
            </a:xfrm>
            <a:custGeom>
              <a:avLst/>
              <a:gdLst/>
              <a:ahLst/>
              <a:cxnLst/>
              <a:rect l="l" t="t" r="r" b="b"/>
              <a:pathLst>
                <a:path w="13811" h="9668" extrusionOk="0">
                  <a:moveTo>
                    <a:pt x="8977" y="1"/>
                  </a:moveTo>
                  <a:cubicBezTo>
                    <a:pt x="7044" y="1"/>
                    <a:pt x="5386" y="1119"/>
                    <a:pt x="4613" y="2763"/>
                  </a:cubicBezTo>
                  <a:lnTo>
                    <a:pt x="3453" y="2763"/>
                  </a:lnTo>
                  <a:cubicBezTo>
                    <a:pt x="1547" y="2763"/>
                    <a:pt x="1" y="4295"/>
                    <a:pt x="1" y="6215"/>
                  </a:cubicBezTo>
                  <a:cubicBezTo>
                    <a:pt x="1" y="8121"/>
                    <a:pt x="1547" y="9667"/>
                    <a:pt x="3453" y="9667"/>
                  </a:cubicBezTo>
                  <a:lnTo>
                    <a:pt x="3453" y="8632"/>
                  </a:lnTo>
                  <a:cubicBezTo>
                    <a:pt x="2114" y="8632"/>
                    <a:pt x="1036" y="7541"/>
                    <a:pt x="1036" y="6215"/>
                  </a:cubicBezTo>
                  <a:cubicBezTo>
                    <a:pt x="1036" y="4875"/>
                    <a:pt x="2114" y="3798"/>
                    <a:pt x="3453" y="3798"/>
                  </a:cubicBezTo>
                  <a:lnTo>
                    <a:pt x="5262" y="3798"/>
                  </a:lnTo>
                  <a:lnTo>
                    <a:pt x="5538" y="3204"/>
                  </a:lnTo>
                  <a:cubicBezTo>
                    <a:pt x="6160" y="1920"/>
                    <a:pt x="7458" y="1036"/>
                    <a:pt x="8977" y="1036"/>
                  </a:cubicBezTo>
                  <a:cubicBezTo>
                    <a:pt x="11076" y="1036"/>
                    <a:pt x="12775" y="2735"/>
                    <a:pt x="12775" y="4834"/>
                  </a:cubicBezTo>
                  <a:cubicBezTo>
                    <a:pt x="12775" y="6436"/>
                    <a:pt x="11767" y="7817"/>
                    <a:pt x="10358" y="8369"/>
                  </a:cubicBezTo>
                  <a:lnTo>
                    <a:pt x="10358" y="9460"/>
                  </a:lnTo>
                  <a:cubicBezTo>
                    <a:pt x="12360" y="8866"/>
                    <a:pt x="13810" y="7016"/>
                    <a:pt x="13810" y="4834"/>
                  </a:cubicBezTo>
                  <a:cubicBezTo>
                    <a:pt x="13810" y="2155"/>
                    <a:pt x="11642" y="1"/>
                    <a:pt x="8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213"/>
            <p:cNvSpPr/>
            <p:nvPr/>
          </p:nvSpPr>
          <p:spPr>
            <a:xfrm>
              <a:off x="3961178" y="1907266"/>
              <a:ext cx="102506" cy="102485"/>
            </a:xfrm>
            <a:custGeom>
              <a:avLst/>
              <a:gdLst/>
              <a:ahLst/>
              <a:cxnLst/>
              <a:rect l="l" t="t" r="r" b="b"/>
              <a:pathLst>
                <a:path w="4876" h="4875" extrusionOk="0">
                  <a:moveTo>
                    <a:pt x="2445" y="0"/>
                  </a:moveTo>
                  <a:lnTo>
                    <a:pt x="0" y="2431"/>
                  </a:lnTo>
                  <a:lnTo>
                    <a:pt x="732" y="3162"/>
                  </a:lnTo>
                  <a:lnTo>
                    <a:pt x="1920" y="1975"/>
                  </a:lnTo>
                  <a:lnTo>
                    <a:pt x="1920" y="4875"/>
                  </a:lnTo>
                  <a:lnTo>
                    <a:pt x="2955" y="4875"/>
                  </a:lnTo>
                  <a:lnTo>
                    <a:pt x="2955" y="1975"/>
                  </a:lnTo>
                  <a:lnTo>
                    <a:pt x="4143" y="3162"/>
                  </a:lnTo>
                  <a:lnTo>
                    <a:pt x="4875" y="2431"/>
                  </a:lnTo>
                  <a:lnTo>
                    <a:pt x="24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9" name="Google Shape;2319;p213"/>
          <p:cNvGrpSpPr/>
          <p:nvPr/>
        </p:nvGrpSpPr>
        <p:grpSpPr>
          <a:xfrm>
            <a:off x="4436119" y="1755715"/>
            <a:ext cx="290342" cy="290342"/>
            <a:chOff x="4436119" y="1755715"/>
            <a:chExt cx="290342" cy="290342"/>
          </a:xfrm>
        </p:grpSpPr>
        <p:sp>
          <p:nvSpPr>
            <p:cNvPr id="2320" name="Google Shape;2320;p213"/>
            <p:cNvSpPr/>
            <p:nvPr/>
          </p:nvSpPr>
          <p:spPr>
            <a:xfrm>
              <a:off x="4436119" y="1755715"/>
              <a:ext cx="290342" cy="290342"/>
            </a:xfrm>
            <a:custGeom>
              <a:avLst/>
              <a:gdLst/>
              <a:ahLst/>
              <a:cxnLst/>
              <a:rect l="l" t="t" r="r" b="b"/>
              <a:pathLst>
                <a:path w="13811" h="13811" extrusionOk="0">
                  <a:moveTo>
                    <a:pt x="12402" y="6380"/>
                  </a:moveTo>
                  <a:cubicBezTo>
                    <a:pt x="12167" y="3743"/>
                    <a:pt x="10054" y="1644"/>
                    <a:pt x="7430" y="1395"/>
                  </a:cubicBezTo>
                  <a:lnTo>
                    <a:pt x="7430" y="0"/>
                  </a:lnTo>
                  <a:lnTo>
                    <a:pt x="6395" y="0"/>
                  </a:lnTo>
                  <a:lnTo>
                    <a:pt x="6395" y="1395"/>
                  </a:lnTo>
                  <a:cubicBezTo>
                    <a:pt x="3757" y="1644"/>
                    <a:pt x="1658" y="3743"/>
                    <a:pt x="1409" y="6380"/>
                  </a:cubicBezTo>
                  <a:lnTo>
                    <a:pt x="1" y="6380"/>
                  </a:lnTo>
                  <a:lnTo>
                    <a:pt x="1" y="7416"/>
                  </a:lnTo>
                  <a:lnTo>
                    <a:pt x="1409" y="7416"/>
                  </a:lnTo>
                  <a:cubicBezTo>
                    <a:pt x="1644" y="9999"/>
                    <a:pt x="3660" y="12070"/>
                    <a:pt x="6215" y="12388"/>
                  </a:cubicBezTo>
                  <a:lnTo>
                    <a:pt x="6215" y="13810"/>
                  </a:lnTo>
                  <a:lnTo>
                    <a:pt x="7596" y="13810"/>
                  </a:lnTo>
                  <a:lnTo>
                    <a:pt x="7596" y="12388"/>
                  </a:lnTo>
                  <a:cubicBezTo>
                    <a:pt x="10151" y="12056"/>
                    <a:pt x="12167" y="9999"/>
                    <a:pt x="12402" y="7416"/>
                  </a:cubicBezTo>
                  <a:lnTo>
                    <a:pt x="13811" y="7416"/>
                  </a:lnTo>
                  <a:lnTo>
                    <a:pt x="13811" y="6380"/>
                  </a:lnTo>
                  <a:close/>
                  <a:moveTo>
                    <a:pt x="6906" y="11393"/>
                  </a:moveTo>
                  <a:cubicBezTo>
                    <a:pt x="9391" y="11393"/>
                    <a:pt x="11394" y="9377"/>
                    <a:pt x="11394" y="6905"/>
                  </a:cubicBezTo>
                  <a:cubicBezTo>
                    <a:pt x="11394" y="4419"/>
                    <a:pt x="9391" y="2417"/>
                    <a:pt x="6906" y="2417"/>
                  </a:cubicBezTo>
                  <a:cubicBezTo>
                    <a:pt x="4420" y="2417"/>
                    <a:pt x="2418" y="4419"/>
                    <a:pt x="2418" y="6905"/>
                  </a:cubicBezTo>
                  <a:cubicBezTo>
                    <a:pt x="2418" y="9377"/>
                    <a:pt x="4420" y="11393"/>
                    <a:pt x="6906" y="113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213"/>
            <p:cNvSpPr/>
            <p:nvPr/>
          </p:nvSpPr>
          <p:spPr>
            <a:xfrm>
              <a:off x="4523215" y="1842811"/>
              <a:ext cx="116149" cy="116149"/>
            </a:xfrm>
            <a:custGeom>
              <a:avLst/>
              <a:gdLst/>
              <a:ahLst/>
              <a:cxnLst/>
              <a:rect l="l" t="t" r="r" b="b"/>
              <a:pathLst>
                <a:path w="5525" h="5525" extrusionOk="0">
                  <a:moveTo>
                    <a:pt x="2763" y="4488"/>
                  </a:moveTo>
                  <a:cubicBezTo>
                    <a:pt x="3716" y="4488"/>
                    <a:pt x="4489" y="3715"/>
                    <a:pt x="4489" y="2762"/>
                  </a:cubicBezTo>
                  <a:cubicBezTo>
                    <a:pt x="4489" y="1809"/>
                    <a:pt x="3716" y="1036"/>
                    <a:pt x="2763" y="1036"/>
                  </a:cubicBezTo>
                  <a:cubicBezTo>
                    <a:pt x="1810" y="1036"/>
                    <a:pt x="1036" y="1809"/>
                    <a:pt x="1036" y="2762"/>
                  </a:cubicBezTo>
                  <a:cubicBezTo>
                    <a:pt x="1036" y="3715"/>
                    <a:pt x="1810" y="4488"/>
                    <a:pt x="2763" y="4488"/>
                  </a:cubicBezTo>
                  <a:close/>
                  <a:moveTo>
                    <a:pt x="2763" y="5524"/>
                  </a:moveTo>
                  <a:cubicBezTo>
                    <a:pt x="4296" y="5524"/>
                    <a:pt x="5525" y="4281"/>
                    <a:pt x="5525" y="2762"/>
                  </a:cubicBezTo>
                  <a:cubicBezTo>
                    <a:pt x="5525" y="1229"/>
                    <a:pt x="4296" y="0"/>
                    <a:pt x="2763" y="0"/>
                  </a:cubicBezTo>
                  <a:cubicBezTo>
                    <a:pt x="1230" y="0"/>
                    <a:pt x="1" y="1229"/>
                    <a:pt x="1" y="2762"/>
                  </a:cubicBezTo>
                  <a:cubicBezTo>
                    <a:pt x="1" y="4281"/>
                    <a:pt x="1244" y="5524"/>
                    <a:pt x="2763" y="5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2" name="Google Shape;2322;p213"/>
          <p:cNvGrpSpPr/>
          <p:nvPr/>
        </p:nvGrpSpPr>
        <p:grpSpPr>
          <a:xfrm>
            <a:off x="5008624" y="1776906"/>
            <a:ext cx="290342" cy="247666"/>
            <a:chOff x="5008624" y="1776906"/>
            <a:chExt cx="290342" cy="247666"/>
          </a:xfrm>
        </p:grpSpPr>
        <p:sp>
          <p:nvSpPr>
            <p:cNvPr id="2323" name="Google Shape;2323;p213"/>
            <p:cNvSpPr/>
            <p:nvPr/>
          </p:nvSpPr>
          <p:spPr>
            <a:xfrm>
              <a:off x="5240881" y="1848319"/>
              <a:ext cx="58085" cy="176253"/>
            </a:xfrm>
            <a:custGeom>
              <a:avLst/>
              <a:gdLst/>
              <a:ahLst/>
              <a:cxnLst/>
              <a:rect l="l" t="t" r="r" b="b"/>
              <a:pathLst>
                <a:path w="2763" h="8384" extrusionOk="0">
                  <a:moveTo>
                    <a:pt x="1809" y="1"/>
                  </a:moveTo>
                  <a:lnTo>
                    <a:pt x="1050" y="760"/>
                  </a:lnTo>
                  <a:cubicBezTo>
                    <a:pt x="1478" y="1575"/>
                    <a:pt x="1727" y="2514"/>
                    <a:pt x="1727" y="3508"/>
                  </a:cubicBezTo>
                  <a:cubicBezTo>
                    <a:pt x="1727" y="5124"/>
                    <a:pt x="1064" y="6602"/>
                    <a:pt x="0" y="7651"/>
                  </a:cubicBezTo>
                  <a:lnTo>
                    <a:pt x="732" y="8383"/>
                  </a:lnTo>
                  <a:cubicBezTo>
                    <a:pt x="1989" y="7140"/>
                    <a:pt x="2762" y="5414"/>
                    <a:pt x="2762" y="3508"/>
                  </a:cubicBezTo>
                  <a:cubicBezTo>
                    <a:pt x="2762" y="2224"/>
                    <a:pt x="2417" y="1023"/>
                    <a:pt x="18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213"/>
            <p:cNvSpPr/>
            <p:nvPr/>
          </p:nvSpPr>
          <p:spPr>
            <a:xfrm>
              <a:off x="5008624" y="1776906"/>
              <a:ext cx="218928" cy="247666"/>
            </a:xfrm>
            <a:custGeom>
              <a:avLst/>
              <a:gdLst/>
              <a:ahLst/>
              <a:cxnLst/>
              <a:rect l="l" t="t" r="r" b="b"/>
              <a:pathLst>
                <a:path w="10414" h="11781" extrusionOk="0">
                  <a:moveTo>
                    <a:pt x="6905" y="0"/>
                  </a:moveTo>
                  <a:cubicBezTo>
                    <a:pt x="3094" y="0"/>
                    <a:pt x="1" y="3094"/>
                    <a:pt x="1" y="6905"/>
                  </a:cubicBezTo>
                  <a:cubicBezTo>
                    <a:pt x="1" y="8811"/>
                    <a:pt x="774" y="10537"/>
                    <a:pt x="2017" y="11780"/>
                  </a:cubicBezTo>
                  <a:lnTo>
                    <a:pt x="2749" y="11048"/>
                  </a:lnTo>
                  <a:cubicBezTo>
                    <a:pt x="1699" y="9999"/>
                    <a:pt x="1036" y="8521"/>
                    <a:pt x="1036" y="6905"/>
                  </a:cubicBezTo>
                  <a:cubicBezTo>
                    <a:pt x="1036" y="3660"/>
                    <a:pt x="3660" y="1036"/>
                    <a:pt x="6905" y="1036"/>
                  </a:cubicBezTo>
                  <a:cubicBezTo>
                    <a:pt x="7900" y="1036"/>
                    <a:pt x="8825" y="1285"/>
                    <a:pt x="9654" y="1713"/>
                  </a:cubicBezTo>
                  <a:lnTo>
                    <a:pt x="10413" y="953"/>
                  </a:lnTo>
                  <a:cubicBezTo>
                    <a:pt x="9377" y="346"/>
                    <a:pt x="8190" y="0"/>
                    <a:pt x="6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213"/>
            <p:cNvSpPr/>
            <p:nvPr/>
          </p:nvSpPr>
          <p:spPr>
            <a:xfrm>
              <a:off x="5124753" y="1812623"/>
              <a:ext cx="138202" cy="138496"/>
            </a:xfrm>
            <a:custGeom>
              <a:avLst/>
              <a:gdLst/>
              <a:ahLst/>
              <a:cxnLst/>
              <a:rect l="l" t="t" r="r" b="b"/>
              <a:pathLst>
                <a:path w="6574" h="6588" extrusionOk="0">
                  <a:moveTo>
                    <a:pt x="5842" y="0"/>
                  </a:moveTo>
                  <a:lnTo>
                    <a:pt x="1920" y="3936"/>
                  </a:lnTo>
                  <a:cubicBezTo>
                    <a:pt x="1754" y="3867"/>
                    <a:pt x="1575" y="3825"/>
                    <a:pt x="1381" y="3825"/>
                  </a:cubicBezTo>
                  <a:cubicBezTo>
                    <a:pt x="622" y="3825"/>
                    <a:pt x="0" y="4447"/>
                    <a:pt x="0" y="5206"/>
                  </a:cubicBezTo>
                  <a:cubicBezTo>
                    <a:pt x="0" y="5966"/>
                    <a:pt x="622" y="6587"/>
                    <a:pt x="1381" y="6587"/>
                  </a:cubicBezTo>
                  <a:cubicBezTo>
                    <a:pt x="2141" y="6587"/>
                    <a:pt x="2762" y="5966"/>
                    <a:pt x="2762" y="5206"/>
                  </a:cubicBezTo>
                  <a:cubicBezTo>
                    <a:pt x="2762" y="5013"/>
                    <a:pt x="2721" y="4833"/>
                    <a:pt x="2652" y="4668"/>
                  </a:cubicBezTo>
                  <a:lnTo>
                    <a:pt x="6574" y="746"/>
                  </a:lnTo>
                  <a:lnTo>
                    <a:pt x="58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6" name="Google Shape;2326;p213"/>
          <p:cNvGrpSpPr/>
          <p:nvPr/>
        </p:nvGrpSpPr>
        <p:grpSpPr>
          <a:xfrm>
            <a:off x="5593029" y="1770221"/>
            <a:ext cx="261310" cy="261310"/>
            <a:chOff x="5593029" y="1770221"/>
            <a:chExt cx="261310" cy="261310"/>
          </a:xfrm>
        </p:grpSpPr>
        <p:sp>
          <p:nvSpPr>
            <p:cNvPr id="2327" name="Google Shape;2327;p213"/>
            <p:cNvSpPr/>
            <p:nvPr/>
          </p:nvSpPr>
          <p:spPr>
            <a:xfrm>
              <a:off x="5593029" y="1949059"/>
              <a:ext cx="261310" cy="82471"/>
            </a:xfrm>
            <a:custGeom>
              <a:avLst/>
              <a:gdLst/>
              <a:ahLst/>
              <a:cxnLst/>
              <a:rect l="l" t="t" r="r" b="b"/>
              <a:pathLst>
                <a:path w="12430" h="3923" extrusionOk="0">
                  <a:moveTo>
                    <a:pt x="0" y="1"/>
                  </a:moveTo>
                  <a:lnTo>
                    <a:pt x="0" y="1216"/>
                  </a:lnTo>
                  <a:cubicBezTo>
                    <a:pt x="0" y="2790"/>
                    <a:pt x="2790" y="3923"/>
                    <a:pt x="6215" y="3923"/>
                  </a:cubicBezTo>
                  <a:cubicBezTo>
                    <a:pt x="9653" y="3923"/>
                    <a:pt x="12429" y="2790"/>
                    <a:pt x="12429" y="1216"/>
                  </a:cubicBezTo>
                  <a:lnTo>
                    <a:pt x="12429" y="1"/>
                  </a:lnTo>
                  <a:cubicBezTo>
                    <a:pt x="12125" y="235"/>
                    <a:pt x="11780" y="443"/>
                    <a:pt x="11393" y="608"/>
                  </a:cubicBezTo>
                  <a:lnTo>
                    <a:pt x="11393" y="1202"/>
                  </a:lnTo>
                  <a:cubicBezTo>
                    <a:pt x="11393" y="1326"/>
                    <a:pt x="11255" y="1754"/>
                    <a:pt x="10206" y="2210"/>
                  </a:cubicBezTo>
                  <a:cubicBezTo>
                    <a:pt x="9239" y="2611"/>
                    <a:pt x="7831" y="2887"/>
                    <a:pt x="6215" y="2887"/>
                  </a:cubicBezTo>
                  <a:cubicBezTo>
                    <a:pt x="4599" y="2887"/>
                    <a:pt x="3190" y="2611"/>
                    <a:pt x="2238" y="2210"/>
                  </a:cubicBezTo>
                  <a:cubicBezTo>
                    <a:pt x="1174" y="1754"/>
                    <a:pt x="1036" y="1326"/>
                    <a:pt x="1036" y="1202"/>
                  </a:cubicBezTo>
                  <a:lnTo>
                    <a:pt x="1036" y="608"/>
                  </a:lnTo>
                  <a:cubicBezTo>
                    <a:pt x="663" y="443"/>
                    <a:pt x="304" y="235"/>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213"/>
            <p:cNvSpPr/>
            <p:nvPr/>
          </p:nvSpPr>
          <p:spPr>
            <a:xfrm>
              <a:off x="5593029" y="1872705"/>
              <a:ext cx="261310" cy="86255"/>
            </a:xfrm>
            <a:custGeom>
              <a:avLst/>
              <a:gdLst/>
              <a:ahLst/>
              <a:cxnLst/>
              <a:rect l="l" t="t" r="r" b="b"/>
              <a:pathLst>
                <a:path w="12430" h="4103" extrusionOk="0">
                  <a:moveTo>
                    <a:pt x="0" y="1"/>
                  </a:moveTo>
                  <a:lnTo>
                    <a:pt x="0" y="1727"/>
                  </a:lnTo>
                  <a:cubicBezTo>
                    <a:pt x="0" y="3108"/>
                    <a:pt x="2790" y="4102"/>
                    <a:pt x="6215" y="4102"/>
                  </a:cubicBezTo>
                  <a:cubicBezTo>
                    <a:pt x="9653" y="4102"/>
                    <a:pt x="12429" y="3108"/>
                    <a:pt x="12429" y="1727"/>
                  </a:cubicBezTo>
                  <a:lnTo>
                    <a:pt x="12429" y="1"/>
                  </a:lnTo>
                  <a:cubicBezTo>
                    <a:pt x="12125" y="263"/>
                    <a:pt x="11766" y="484"/>
                    <a:pt x="11393" y="677"/>
                  </a:cubicBezTo>
                  <a:lnTo>
                    <a:pt x="11393" y="1727"/>
                  </a:lnTo>
                  <a:cubicBezTo>
                    <a:pt x="11393" y="1727"/>
                    <a:pt x="11393" y="1741"/>
                    <a:pt x="11380" y="1755"/>
                  </a:cubicBezTo>
                  <a:cubicBezTo>
                    <a:pt x="11366" y="1782"/>
                    <a:pt x="11338" y="1837"/>
                    <a:pt x="11242" y="1920"/>
                  </a:cubicBezTo>
                  <a:cubicBezTo>
                    <a:pt x="11062" y="2086"/>
                    <a:pt x="10744" y="2279"/>
                    <a:pt x="10247" y="2459"/>
                  </a:cubicBezTo>
                  <a:cubicBezTo>
                    <a:pt x="9267" y="2832"/>
                    <a:pt x="7844" y="3066"/>
                    <a:pt x="6215" y="3066"/>
                  </a:cubicBezTo>
                  <a:cubicBezTo>
                    <a:pt x="4585" y="3066"/>
                    <a:pt x="3163" y="2832"/>
                    <a:pt x="2182" y="2459"/>
                  </a:cubicBezTo>
                  <a:cubicBezTo>
                    <a:pt x="1685" y="2279"/>
                    <a:pt x="1368" y="2086"/>
                    <a:pt x="1188" y="1920"/>
                  </a:cubicBezTo>
                  <a:cubicBezTo>
                    <a:pt x="1105" y="1837"/>
                    <a:pt x="1064" y="1782"/>
                    <a:pt x="1050" y="1755"/>
                  </a:cubicBezTo>
                  <a:cubicBezTo>
                    <a:pt x="1036" y="1741"/>
                    <a:pt x="1036" y="1727"/>
                    <a:pt x="1036" y="1727"/>
                  </a:cubicBezTo>
                  <a:lnTo>
                    <a:pt x="1036" y="677"/>
                  </a:lnTo>
                  <a:cubicBezTo>
                    <a:pt x="677" y="484"/>
                    <a:pt x="318" y="26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213"/>
            <p:cNvSpPr/>
            <p:nvPr/>
          </p:nvSpPr>
          <p:spPr>
            <a:xfrm>
              <a:off x="5593029" y="1770221"/>
              <a:ext cx="261310" cy="116149"/>
            </a:xfrm>
            <a:custGeom>
              <a:avLst/>
              <a:gdLst/>
              <a:ahLst/>
              <a:cxnLst/>
              <a:rect l="l" t="t" r="r" b="b"/>
              <a:pathLst>
                <a:path w="12430" h="5525" extrusionOk="0">
                  <a:moveTo>
                    <a:pt x="10206" y="3812"/>
                  </a:moveTo>
                  <a:cubicBezTo>
                    <a:pt x="11269" y="3370"/>
                    <a:pt x="11393" y="2942"/>
                    <a:pt x="11393" y="2832"/>
                  </a:cubicBezTo>
                  <a:cubicBezTo>
                    <a:pt x="11393" y="2708"/>
                    <a:pt x="11242" y="2252"/>
                    <a:pt x="10178" y="1769"/>
                  </a:cubicBezTo>
                  <a:cubicBezTo>
                    <a:pt x="9225" y="1327"/>
                    <a:pt x="7817" y="1037"/>
                    <a:pt x="6215" y="1037"/>
                  </a:cubicBezTo>
                  <a:cubicBezTo>
                    <a:pt x="4613" y="1037"/>
                    <a:pt x="3218" y="1327"/>
                    <a:pt x="2251" y="1769"/>
                  </a:cubicBezTo>
                  <a:cubicBezTo>
                    <a:pt x="1202" y="2252"/>
                    <a:pt x="1036" y="2708"/>
                    <a:pt x="1036" y="2832"/>
                  </a:cubicBezTo>
                  <a:cubicBezTo>
                    <a:pt x="1036" y="2942"/>
                    <a:pt x="1174" y="3370"/>
                    <a:pt x="2224" y="3812"/>
                  </a:cubicBezTo>
                  <a:cubicBezTo>
                    <a:pt x="3190" y="4227"/>
                    <a:pt x="4599" y="4489"/>
                    <a:pt x="6215" y="4489"/>
                  </a:cubicBezTo>
                  <a:cubicBezTo>
                    <a:pt x="7844" y="4489"/>
                    <a:pt x="9253" y="4213"/>
                    <a:pt x="10206" y="3812"/>
                  </a:cubicBezTo>
                  <a:close/>
                  <a:moveTo>
                    <a:pt x="6215" y="5525"/>
                  </a:moveTo>
                  <a:cubicBezTo>
                    <a:pt x="9653" y="5525"/>
                    <a:pt x="12429" y="4406"/>
                    <a:pt x="12429" y="2832"/>
                  </a:cubicBezTo>
                  <a:cubicBezTo>
                    <a:pt x="12429" y="1271"/>
                    <a:pt x="9653" y="1"/>
                    <a:pt x="6215" y="1"/>
                  </a:cubicBezTo>
                  <a:cubicBezTo>
                    <a:pt x="2790" y="1"/>
                    <a:pt x="0" y="1271"/>
                    <a:pt x="0" y="2832"/>
                  </a:cubicBezTo>
                  <a:cubicBezTo>
                    <a:pt x="0" y="4406"/>
                    <a:pt x="2790" y="5525"/>
                    <a:pt x="6215" y="55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0" name="Google Shape;2330;p213"/>
          <p:cNvGrpSpPr/>
          <p:nvPr/>
        </p:nvGrpSpPr>
        <p:grpSpPr>
          <a:xfrm>
            <a:off x="6170454" y="1755715"/>
            <a:ext cx="246804" cy="290342"/>
            <a:chOff x="6170454" y="1755715"/>
            <a:chExt cx="246804" cy="290342"/>
          </a:xfrm>
        </p:grpSpPr>
        <p:sp>
          <p:nvSpPr>
            <p:cNvPr id="2331" name="Google Shape;2331;p213"/>
            <p:cNvSpPr/>
            <p:nvPr/>
          </p:nvSpPr>
          <p:spPr>
            <a:xfrm>
              <a:off x="6170454" y="1755715"/>
              <a:ext cx="246804" cy="290342"/>
            </a:xfrm>
            <a:custGeom>
              <a:avLst/>
              <a:gdLst/>
              <a:ahLst/>
              <a:cxnLst/>
              <a:rect l="l" t="t" r="r" b="b"/>
              <a:pathLst>
                <a:path w="11740" h="13811" extrusionOk="0">
                  <a:moveTo>
                    <a:pt x="11739" y="13810"/>
                  </a:moveTo>
                  <a:lnTo>
                    <a:pt x="1" y="13810"/>
                  </a:lnTo>
                  <a:lnTo>
                    <a:pt x="1" y="0"/>
                  </a:lnTo>
                  <a:lnTo>
                    <a:pt x="8977" y="0"/>
                  </a:lnTo>
                  <a:lnTo>
                    <a:pt x="11739" y="2762"/>
                  </a:lnTo>
                  <a:close/>
                  <a:moveTo>
                    <a:pt x="10703" y="12774"/>
                  </a:moveTo>
                  <a:lnTo>
                    <a:pt x="1037" y="12774"/>
                  </a:lnTo>
                  <a:lnTo>
                    <a:pt x="1037" y="1036"/>
                  </a:lnTo>
                  <a:lnTo>
                    <a:pt x="8287" y="1036"/>
                  </a:lnTo>
                  <a:lnTo>
                    <a:pt x="8287" y="3453"/>
                  </a:lnTo>
                  <a:lnTo>
                    <a:pt x="10703" y="34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213"/>
            <p:cNvSpPr/>
            <p:nvPr/>
          </p:nvSpPr>
          <p:spPr>
            <a:xfrm>
              <a:off x="6228518" y="1860807"/>
              <a:ext cx="130676" cy="21800"/>
            </a:xfrm>
            <a:custGeom>
              <a:avLst/>
              <a:gdLst/>
              <a:ahLst/>
              <a:cxnLst/>
              <a:rect l="l" t="t" r="r" b="b"/>
              <a:pathLst>
                <a:path w="6216" h="1037" extrusionOk="0">
                  <a:moveTo>
                    <a:pt x="6215" y="1036"/>
                  </a:moveTo>
                  <a:lnTo>
                    <a:pt x="1" y="1036"/>
                  </a:lnTo>
                  <a:lnTo>
                    <a:pt x="1" y="0"/>
                  </a:lnTo>
                  <a:lnTo>
                    <a:pt x="62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213"/>
            <p:cNvSpPr/>
            <p:nvPr/>
          </p:nvSpPr>
          <p:spPr>
            <a:xfrm>
              <a:off x="6228518" y="1918871"/>
              <a:ext cx="101644" cy="21800"/>
            </a:xfrm>
            <a:custGeom>
              <a:avLst/>
              <a:gdLst/>
              <a:ahLst/>
              <a:cxnLst/>
              <a:rect l="l" t="t" r="r" b="b"/>
              <a:pathLst>
                <a:path w="4835" h="1037" extrusionOk="0">
                  <a:moveTo>
                    <a:pt x="4834" y="1036"/>
                  </a:moveTo>
                  <a:lnTo>
                    <a:pt x="1" y="1036"/>
                  </a:lnTo>
                  <a:lnTo>
                    <a:pt x="1" y="0"/>
                  </a:lnTo>
                  <a:lnTo>
                    <a:pt x="48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4" name="Google Shape;2334;p213"/>
          <p:cNvSpPr/>
          <p:nvPr/>
        </p:nvSpPr>
        <p:spPr>
          <a:xfrm>
            <a:off x="6766484" y="1741189"/>
            <a:ext cx="199461" cy="319374"/>
          </a:xfrm>
          <a:custGeom>
            <a:avLst/>
            <a:gdLst/>
            <a:ahLst/>
            <a:cxnLst/>
            <a:rect l="l" t="t" r="r" b="b"/>
            <a:pathLst>
              <a:path w="9488" h="15192" extrusionOk="0">
                <a:moveTo>
                  <a:pt x="4309" y="1"/>
                </a:moveTo>
                <a:lnTo>
                  <a:pt x="4309" y="2238"/>
                </a:lnTo>
                <a:lnTo>
                  <a:pt x="2928" y="2238"/>
                </a:lnTo>
                <a:cubicBezTo>
                  <a:pt x="1409" y="2238"/>
                  <a:pt x="166" y="3481"/>
                  <a:pt x="166" y="5000"/>
                </a:cubicBezTo>
                <a:cubicBezTo>
                  <a:pt x="166" y="6353"/>
                  <a:pt x="1146" y="7500"/>
                  <a:pt x="2472" y="7721"/>
                </a:cubicBezTo>
                <a:lnTo>
                  <a:pt x="7016" y="8480"/>
                </a:lnTo>
                <a:cubicBezTo>
                  <a:pt x="7844" y="8618"/>
                  <a:pt x="8452" y="9336"/>
                  <a:pt x="8452" y="10179"/>
                </a:cubicBezTo>
                <a:cubicBezTo>
                  <a:pt x="8452" y="11131"/>
                  <a:pt x="7678" y="11905"/>
                  <a:pt x="6726" y="11905"/>
                </a:cubicBezTo>
                <a:lnTo>
                  <a:pt x="0" y="11905"/>
                </a:lnTo>
                <a:lnTo>
                  <a:pt x="0" y="12941"/>
                </a:lnTo>
                <a:lnTo>
                  <a:pt x="4309" y="12941"/>
                </a:lnTo>
                <a:lnTo>
                  <a:pt x="4309" y="15192"/>
                </a:lnTo>
                <a:lnTo>
                  <a:pt x="5345" y="15192"/>
                </a:lnTo>
                <a:lnTo>
                  <a:pt x="5345" y="12941"/>
                </a:lnTo>
                <a:lnTo>
                  <a:pt x="6726" y="12941"/>
                </a:lnTo>
                <a:cubicBezTo>
                  <a:pt x="8258" y="12941"/>
                  <a:pt x="9487" y="11712"/>
                  <a:pt x="9487" y="10179"/>
                </a:cubicBezTo>
                <a:cubicBezTo>
                  <a:pt x="9487" y="8839"/>
                  <a:pt x="8507" y="7679"/>
                  <a:pt x="7181" y="7458"/>
                </a:cubicBezTo>
                <a:lnTo>
                  <a:pt x="2652" y="6699"/>
                </a:lnTo>
                <a:cubicBezTo>
                  <a:pt x="1809" y="6560"/>
                  <a:pt x="1202" y="5842"/>
                  <a:pt x="1202" y="5000"/>
                </a:cubicBezTo>
                <a:cubicBezTo>
                  <a:pt x="1202" y="4047"/>
                  <a:pt x="1975" y="3274"/>
                  <a:pt x="2928" y="3274"/>
                </a:cubicBezTo>
                <a:lnTo>
                  <a:pt x="8976" y="3274"/>
                </a:lnTo>
                <a:lnTo>
                  <a:pt x="8976" y="2238"/>
                </a:lnTo>
                <a:lnTo>
                  <a:pt x="5345" y="2238"/>
                </a:lnTo>
                <a:lnTo>
                  <a:pt x="53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5" name="Google Shape;2335;p213"/>
          <p:cNvGrpSpPr/>
          <p:nvPr/>
        </p:nvGrpSpPr>
        <p:grpSpPr>
          <a:xfrm>
            <a:off x="7322424" y="1786492"/>
            <a:ext cx="232278" cy="228494"/>
            <a:chOff x="7322424" y="1786492"/>
            <a:chExt cx="232278" cy="228494"/>
          </a:xfrm>
        </p:grpSpPr>
        <p:sp>
          <p:nvSpPr>
            <p:cNvPr id="2336" name="Google Shape;2336;p213"/>
            <p:cNvSpPr/>
            <p:nvPr/>
          </p:nvSpPr>
          <p:spPr>
            <a:xfrm>
              <a:off x="7351162" y="1786492"/>
              <a:ext cx="175096" cy="167823"/>
            </a:xfrm>
            <a:custGeom>
              <a:avLst/>
              <a:gdLst/>
              <a:ahLst/>
              <a:cxnLst/>
              <a:rect l="l" t="t" r="r" b="b"/>
              <a:pathLst>
                <a:path w="8329" h="7983" extrusionOk="0">
                  <a:moveTo>
                    <a:pt x="3647" y="0"/>
                  </a:moveTo>
                  <a:lnTo>
                    <a:pt x="3647" y="5994"/>
                  </a:lnTo>
                  <a:lnTo>
                    <a:pt x="733" y="3080"/>
                  </a:lnTo>
                  <a:lnTo>
                    <a:pt x="1" y="3812"/>
                  </a:lnTo>
                  <a:lnTo>
                    <a:pt x="4158" y="7982"/>
                  </a:lnTo>
                  <a:lnTo>
                    <a:pt x="8328" y="3812"/>
                  </a:lnTo>
                  <a:lnTo>
                    <a:pt x="7596" y="3080"/>
                  </a:lnTo>
                  <a:lnTo>
                    <a:pt x="4682" y="5994"/>
                  </a:lnTo>
                  <a:lnTo>
                    <a:pt x="46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213"/>
            <p:cNvSpPr/>
            <p:nvPr/>
          </p:nvSpPr>
          <p:spPr>
            <a:xfrm>
              <a:off x="7322424" y="1993185"/>
              <a:ext cx="232278" cy="21800"/>
            </a:xfrm>
            <a:custGeom>
              <a:avLst/>
              <a:gdLst/>
              <a:ahLst/>
              <a:cxnLst/>
              <a:rect l="l" t="t" r="r" b="b"/>
              <a:pathLst>
                <a:path w="11049" h="1037" extrusionOk="0">
                  <a:moveTo>
                    <a:pt x="11048" y="1036"/>
                  </a:moveTo>
                  <a:lnTo>
                    <a:pt x="1" y="1036"/>
                  </a:lnTo>
                  <a:lnTo>
                    <a:pt x="1" y="1"/>
                  </a:lnTo>
                  <a:lnTo>
                    <a:pt x="110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8" name="Google Shape;2338;p213"/>
          <p:cNvSpPr/>
          <p:nvPr/>
        </p:nvSpPr>
        <p:spPr>
          <a:xfrm>
            <a:off x="7894930" y="1755715"/>
            <a:ext cx="232278" cy="290342"/>
          </a:xfrm>
          <a:custGeom>
            <a:avLst/>
            <a:gdLst/>
            <a:ahLst/>
            <a:cxnLst/>
            <a:rect l="l" t="t" r="r" b="b"/>
            <a:pathLst>
              <a:path w="11049" h="13811" extrusionOk="0">
                <a:moveTo>
                  <a:pt x="9018" y="5469"/>
                </a:moveTo>
                <a:lnTo>
                  <a:pt x="9032" y="5483"/>
                </a:lnTo>
                <a:cubicBezTo>
                  <a:pt x="9640" y="6242"/>
                  <a:pt x="10012" y="7223"/>
                  <a:pt x="10012" y="8286"/>
                </a:cubicBezTo>
                <a:cubicBezTo>
                  <a:pt x="10012" y="10758"/>
                  <a:pt x="8010" y="12774"/>
                  <a:pt x="5524" y="12774"/>
                </a:cubicBezTo>
                <a:cubicBezTo>
                  <a:pt x="3052" y="12774"/>
                  <a:pt x="1036" y="10758"/>
                  <a:pt x="1036" y="8286"/>
                </a:cubicBezTo>
                <a:cubicBezTo>
                  <a:pt x="1036" y="7223"/>
                  <a:pt x="1409" y="6242"/>
                  <a:pt x="2017" y="5483"/>
                </a:cubicBezTo>
                <a:lnTo>
                  <a:pt x="2030" y="5469"/>
                </a:lnTo>
                <a:cubicBezTo>
                  <a:pt x="2900" y="4378"/>
                  <a:pt x="3840" y="3370"/>
                  <a:pt x="4806" y="2320"/>
                </a:cubicBezTo>
                <a:cubicBezTo>
                  <a:pt x="5041" y="2072"/>
                  <a:pt x="5276" y="1809"/>
                  <a:pt x="5524" y="1547"/>
                </a:cubicBezTo>
                <a:close/>
                <a:moveTo>
                  <a:pt x="5524" y="0"/>
                </a:moveTo>
                <a:cubicBezTo>
                  <a:pt x="5290" y="249"/>
                  <a:pt x="5055" y="511"/>
                  <a:pt x="4820" y="760"/>
                </a:cubicBezTo>
                <a:cubicBezTo>
                  <a:pt x="4571" y="1036"/>
                  <a:pt x="4323" y="1312"/>
                  <a:pt x="4074" y="1588"/>
                </a:cubicBezTo>
                <a:cubicBezTo>
                  <a:pt x="3094" y="2638"/>
                  <a:pt x="2113" y="3701"/>
                  <a:pt x="1216" y="4820"/>
                </a:cubicBezTo>
                <a:lnTo>
                  <a:pt x="1216" y="4834"/>
                </a:lnTo>
                <a:cubicBezTo>
                  <a:pt x="456" y="5773"/>
                  <a:pt x="0" y="6974"/>
                  <a:pt x="0" y="8286"/>
                </a:cubicBezTo>
                <a:cubicBezTo>
                  <a:pt x="0" y="11338"/>
                  <a:pt x="2472" y="13810"/>
                  <a:pt x="5524" y="13810"/>
                </a:cubicBezTo>
                <a:cubicBezTo>
                  <a:pt x="8576" y="13810"/>
                  <a:pt x="11048" y="11324"/>
                  <a:pt x="11048" y="8286"/>
                </a:cubicBezTo>
                <a:cubicBezTo>
                  <a:pt x="11048" y="7416"/>
                  <a:pt x="10841" y="6588"/>
                  <a:pt x="10496" y="5869"/>
                </a:cubicBezTo>
                <a:cubicBezTo>
                  <a:pt x="10316" y="5497"/>
                  <a:pt x="10095" y="5151"/>
                  <a:pt x="9833" y="4834"/>
                </a:cubicBezTo>
                <a:lnTo>
                  <a:pt x="9833" y="4834"/>
                </a:lnTo>
                <a:lnTo>
                  <a:pt x="9833" y="4834"/>
                </a:lnTo>
                <a:lnTo>
                  <a:pt x="9847" y="48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213"/>
          <p:cNvSpPr/>
          <p:nvPr/>
        </p:nvSpPr>
        <p:spPr>
          <a:xfrm>
            <a:off x="8470631" y="1759205"/>
            <a:ext cx="218613" cy="283068"/>
          </a:xfrm>
          <a:custGeom>
            <a:avLst/>
            <a:gdLst/>
            <a:ahLst/>
            <a:cxnLst/>
            <a:rect l="l" t="t" r="r" b="b"/>
            <a:pathLst>
              <a:path w="10399" h="13465" extrusionOk="0">
                <a:moveTo>
                  <a:pt x="7595" y="0"/>
                </a:moveTo>
                <a:cubicBezTo>
                  <a:pt x="4820" y="0"/>
                  <a:pt x="2541" y="2072"/>
                  <a:pt x="1809" y="4833"/>
                </a:cubicBezTo>
                <a:lnTo>
                  <a:pt x="0" y="4833"/>
                </a:lnTo>
                <a:lnTo>
                  <a:pt x="0" y="5869"/>
                </a:lnTo>
                <a:lnTo>
                  <a:pt x="1616" y="5869"/>
                </a:lnTo>
                <a:cubicBezTo>
                  <a:pt x="1574" y="6159"/>
                  <a:pt x="1561" y="6449"/>
                  <a:pt x="1561" y="6739"/>
                </a:cubicBezTo>
                <a:cubicBezTo>
                  <a:pt x="1561" y="7029"/>
                  <a:pt x="1574" y="7319"/>
                  <a:pt x="1616" y="7595"/>
                </a:cubicBezTo>
                <a:lnTo>
                  <a:pt x="0" y="7595"/>
                </a:lnTo>
                <a:lnTo>
                  <a:pt x="0" y="8631"/>
                </a:lnTo>
                <a:lnTo>
                  <a:pt x="1809" y="8631"/>
                </a:lnTo>
                <a:cubicBezTo>
                  <a:pt x="2541" y="11393"/>
                  <a:pt x="4820" y="13465"/>
                  <a:pt x="7595" y="13465"/>
                </a:cubicBezTo>
                <a:cubicBezTo>
                  <a:pt x="8603" y="13465"/>
                  <a:pt x="9556" y="13188"/>
                  <a:pt x="10399" y="12705"/>
                </a:cubicBezTo>
                <a:lnTo>
                  <a:pt x="9874" y="11807"/>
                </a:lnTo>
                <a:cubicBezTo>
                  <a:pt x="9184" y="12208"/>
                  <a:pt x="8410" y="12429"/>
                  <a:pt x="7595" y="12429"/>
                </a:cubicBezTo>
                <a:cubicBezTo>
                  <a:pt x="5455" y="12429"/>
                  <a:pt x="3577" y="10868"/>
                  <a:pt x="2872" y="8631"/>
                </a:cubicBezTo>
                <a:lnTo>
                  <a:pt x="6905" y="8631"/>
                </a:lnTo>
                <a:lnTo>
                  <a:pt x="6905" y="7595"/>
                </a:lnTo>
                <a:lnTo>
                  <a:pt x="2652" y="7595"/>
                </a:lnTo>
                <a:cubicBezTo>
                  <a:pt x="2610" y="7319"/>
                  <a:pt x="2596" y="7029"/>
                  <a:pt x="2596" y="6739"/>
                </a:cubicBezTo>
                <a:cubicBezTo>
                  <a:pt x="2596" y="6435"/>
                  <a:pt x="2610" y="6159"/>
                  <a:pt x="2652" y="5869"/>
                </a:cubicBezTo>
                <a:lnTo>
                  <a:pt x="6905" y="5869"/>
                </a:lnTo>
                <a:lnTo>
                  <a:pt x="6905" y="4833"/>
                </a:lnTo>
                <a:lnTo>
                  <a:pt x="2872" y="4833"/>
                </a:lnTo>
                <a:cubicBezTo>
                  <a:pt x="3577" y="2596"/>
                  <a:pt x="5455" y="1036"/>
                  <a:pt x="7595" y="1036"/>
                </a:cubicBezTo>
                <a:cubicBezTo>
                  <a:pt x="8424" y="1036"/>
                  <a:pt x="9184" y="1257"/>
                  <a:pt x="9874" y="1657"/>
                </a:cubicBezTo>
                <a:lnTo>
                  <a:pt x="10399" y="760"/>
                </a:lnTo>
                <a:cubicBezTo>
                  <a:pt x="9556" y="276"/>
                  <a:pt x="8603" y="0"/>
                  <a:pt x="7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0" name="Google Shape;2340;p213"/>
          <p:cNvGrpSpPr/>
          <p:nvPr/>
        </p:nvGrpSpPr>
        <p:grpSpPr>
          <a:xfrm>
            <a:off x="2725896" y="2261432"/>
            <a:ext cx="290321" cy="290342"/>
            <a:chOff x="2725896" y="2261432"/>
            <a:chExt cx="290321" cy="290342"/>
          </a:xfrm>
        </p:grpSpPr>
        <p:sp>
          <p:nvSpPr>
            <p:cNvPr id="2341" name="Google Shape;2341;p213"/>
            <p:cNvSpPr/>
            <p:nvPr/>
          </p:nvSpPr>
          <p:spPr>
            <a:xfrm>
              <a:off x="2812698" y="2370014"/>
              <a:ext cx="124264" cy="95547"/>
            </a:xfrm>
            <a:custGeom>
              <a:avLst/>
              <a:gdLst/>
              <a:ahLst/>
              <a:cxnLst/>
              <a:rect l="l" t="t" r="r" b="b"/>
              <a:pathLst>
                <a:path w="5911" h="4545" extrusionOk="0">
                  <a:moveTo>
                    <a:pt x="5179" y="1"/>
                  </a:moveTo>
                  <a:lnTo>
                    <a:pt x="5911" y="733"/>
                  </a:lnTo>
                  <a:lnTo>
                    <a:pt x="2085" y="4544"/>
                  </a:lnTo>
                  <a:lnTo>
                    <a:pt x="0" y="2459"/>
                  </a:lnTo>
                  <a:lnTo>
                    <a:pt x="732" y="1727"/>
                  </a:lnTo>
                  <a:lnTo>
                    <a:pt x="2085" y="308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213"/>
            <p:cNvSpPr/>
            <p:nvPr/>
          </p:nvSpPr>
          <p:spPr>
            <a:xfrm>
              <a:off x="2725896" y="2261432"/>
              <a:ext cx="290321" cy="290342"/>
            </a:xfrm>
            <a:custGeom>
              <a:avLst/>
              <a:gdLst/>
              <a:ahLst/>
              <a:cxnLst/>
              <a:rect l="l" t="t" r="r" b="b"/>
              <a:pathLst>
                <a:path w="13810" h="13811" extrusionOk="0">
                  <a:moveTo>
                    <a:pt x="9846" y="1382"/>
                  </a:moveTo>
                  <a:lnTo>
                    <a:pt x="3977" y="1382"/>
                  </a:lnTo>
                  <a:lnTo>
                    <a:pt x="3977" y="1"/>
                  </a:lnTo>
                  <a:lnTo>
                    <a:pt x="2941" y="1"/>
                  </a:lnTo>
                  <a:lnTo>
                    <a:pt x="2941" y="1382"/>
                  </a:lnTo>
                  <a:lnTo>
                    <a:pt x="0" y="1382"/>
                  </a:lnTo>
                  <a:lnTo>
                    <a:pt x="0" y="13811"/>
                  </a:lnTo>
                  <a:lnTo>
                    <a:pt x="13810" y="13811"/>
                  </a:lnTo>
                  <a:lnTo>
                    <a:pt x="13810" y="1382"/>
                  </a:lnTo>
                  <a:lnTo>
                    <a:pt x="10882" y="1382"/>
                  </a:lnTo>
                  <a:lnTo>
                    <a:pt x="10882" y="1"/>
                  </a:lnTo>
                  <a:lnTo>
                    <a:pt x="9846" y="1"/>
                  </a:lnTo>
                  <a:close/>
                  <a:moveTo>
                    <a:pt x="12774" y="2418"/>
                  </a:moveTo>
                  <a:lnTo>
                    <a:pt x="1036" y="2418"/>
                  </a:lnTo>
                  <a:lnTo>
                    <a:pt x="1036" y="12775"/>
                  </a:lnTo>
                  <a:lnTo>
                    <a:pt x="12774" y="1277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3" name="Google Shape;2343;p213"/>
          <p:cNvSpPr/>
          <p:nvPr/>
        </p:nvSpPr>
        <p:spPr>
          <a:xfrm>
            <a:off x="3289089" y="2268412"/>
            <a:ext cx="305436" cy="268857"/>
          </a:xfrm>
          <a:custGeom>
            <a:avLst/>
            <a:gdLst/>
            <a:ahLst/>
            <a:cxnLst/>
            <a:rect l="l" t="t" r="r" b="b"/>
            <a:pathLst>
              <a:path w="14529" h="12789" extrusionOk="0">
                <a:moveTo>
                  <a:pt x="7265" y="3674"/>
                </a:moveTo>
                <a:lnTo>
                  <a:pt x="5815" y="2182"/>
                </a:lnTo>
                <a:cubicBezTo>
                  <a:pt x="4807" y="1133"/>
                  <a:pt x="3177" y="1133"/>
                  <a:pt x="2169" y="2182"/>
                </a:cubicBezTo>
                <a:cubicBezTo>
                  <a:pt x="1133" y="3246"/>
                  <a:pt x="1133" y="4972"/>
                  <a:pt x="2169" y="6035"/>
                </a:cubicBezTo>
                <a:lnTo>
                  <a:pt x="7265" y="11297"/>
                </a:lnTo>
                <a:lnTo>
                  <a:pt x="12360" y="6035"/>
                </a:lnTo>
                <a:cubicBezTo>
                  <a:pt x="13382" y="4972"/>
                  <a:pt x="13382" y="3246"/>
                  <a:pt x="12360" y="2182"/>
                </a:cubicBezTo>
                <a:cubicBezTo>
                  <a:pt x="11352" y="1133"/>
                  <a:pt x="9723" y="1133"/>
                  <a:pt x="8701" y="2182"/>
                </a:cubicBezTo>
                <a:lnTo>
                  <a:pt x="7265" y="3674"/>
                </a:lnTo>
                <a:close/>
                <a:moveTo>
                  <a:pt x="7265" y="12788"/>
                </a:moveTo>
                <a:lnTo>
                  <a:pt x="1423" y="6767"/>
                </a:lnTo>
                <a:cubicBezTo>
                  <a:pt x="1" y="5303"/>
                  <a:pt x="1" y="2928"/>
                  <a:pt x="1423" y="1464"/>
                </a:cubicBezTo>
                <a:cubicBezTo>
                  <a:pt x="2832" y="0"/>
                  <a:pt x="5124" y="0"/>
                  <a:pt x="6547" y="1436"/>
                </a:cubicBezTo>
                <a:lnTo>
                  <a:pt x="6560" y="1464"/>
                </a:lnTo>
                <a:lnTo>
                  <a:pt x="7265" y="2182"/>
                </a:lnTo>
                <a:lnTo>
                  <a:pt x="7969" y="1464"/>
                </a:lnTo>
                <a:lnTo>
                  <a:pt x="7983" y="1436"/>
                </a:lnTo>
                <a:cubicBezTo>
                  <a:pt x="9405" y="0"/>
                  <a:pt x="11698" y="0"/>
                  <a:pt x="13106" y="1464"/>
                </a:cubicBezTo>
                <a:cubicBezTo>
                  <a:pt x="14529" y="2928"/>
                  <a:pt x="14529" y="5303"/>
                  <a:pt x="13106" y="6767"/>
                </a:cubicBezTo>
                <a:lnTo>
                  <a:pt x="7265" y="1278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4" name="Google Shape;2344;p213"/>
          <p:cNvGrpSpPr/>
          <p:nvPr/>
        </p:nvGrpSpPr>
        <p:grpSpPr>
          <a:xfrm>
            <a:off x="3896429" y="2261432"/>
            <a:ext cx="232278" cy="290342"/>
            <a:chOff x="3896429" y="2261432"/>
            <a:chExt cx="232278" cy="290342"/>
          </a:xfrm>
        </p:grpSpPr>
        <p:sp>
          <p:nvSpPr>
            <p:cNvPr id="2345" name="Google Shape;2345;p213"/>
            <p:cNvSpPr/>
            <p:nvPr/>
          </p:nvSpPr>
          <p:spPr>
            <a:xfrm>
              <a:off x="3896429" y="2261432"/>
              <a:ext cx="232278" cy="290342"/>
            </a:xfrm>
            <a:custGeom>
              <a:avLst/>
              <a:gdLst/>
              <a:ahLst/>
              <a:cxnLst/>
              <a:rect l="l" t="t" r="r" b="b"/>
              <a:pathLst>
                <a:path w="11049" h="13811" extrusionOk="0">
                  <a:moveTo>
                    <a:pt x="11048" y="13811"/>
                  </a:moveTo>
                  <a:lnTo>
                    <a:pt x="1" y="13811"/>
                  </a:lnTo>
                  <a:lnTo>
                    <a:pt x="1" y="1"/>
                  </a:lnTo>
                  <a:lnTo>
                    <a:pt x="8286" y="1"/>
                  </a:lnTo>
                  <a:lnTo>
                    <a:pt x="11048" y="2763"/>
                  </a:lnTo>
                  <a:close/>
                  <a:moveTo>
                    <a:pt x="10013" y="12775"/>
                  </a:moveTo>
                  <a:lnTo>
                    <a:pt x="1036" y="12775"/>
                  </a:lnTo>
                  <a:lnTo>
                    <a:pt x="1036" y="1037"/>
                  </a:lnTo>
                  <a:lnTo>
                    <a:pt x="7596" y="1037"/>
                  </a:lnTo>
                  <a:lnTo>
                    <a:pt x="7596" y="3453"/>
                  </a:lnTo>
                  <a:lnTo>
                    <a:pt x="10013" y="34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213"/>
            <p:cNvSpPr/>
            <p:nvPr/>
          </p:nvSpPr>
          <p:spPr>
            <a:xfrm>
              <a:off x="3961746" y="2355781"/>
              <a:ext cx="101644" cy="101644"/>
            </a:xfrm>
            <a:custGeom>
              <a:avLst/>
              <a:gdLst/>
              <a:ahLst/>
              <a:cxnLst/>
              <a:rect l="l" t="t" r="r" b="b"/>
              <a:pathLst>
                <a:path w="4835" h="4835" extrusionOk="0">
                  <a:moveTo>
                    <a:pt x="1893" y="1"/>
                  </a:moveTo>
                  <a:lnTo>
                    <a:pt x="1893" y="1893"/>
                  </a:lnTo>
                  <a:lnTo>
                    <a:pt x="1" y="1893"/>
                  </a:lnTo>
                  <a:lnTo>
                    <a:pt x="1" y="2929"/>
                  </a:lnTo>
                  <a:lnTo>
                    <a:pt x="1893" y="2929"/>
                  </a:lnTo>
                  <a:lnTo>
                    <a:pt x="1893" y="4834"/>
                  </a:lnTo>
                  <a:lnTo>
                    <a:pt x="2928" y="4834"/>
                  </a:lnTo>
                  <a:lnTo>
                    <a:pt x="2928" y="2929"/>
                  </a:lnTo>
                  <a:lnTo>
                    <a:pt x="4834" y="2929"/>
                  </a:lnTo>
                  <a:lnTo>
                    <a:pt x="4834" y="1893"/>
                  </a:lnTo>
                  <a:lnTo>
                    <a:pt x="2928" y="1893"/>
                  </a:lnTo>
                  <a:lnTo>
                    <a:pt x="29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7" name="Google Shape;2347;p213"/>
          <p:cNvGrpSpPr/>
          <p:nvPr/>
        </p:nvGrpSpPr>
        <p:grpSpPr>
          <a:xfrm>
            <a:off x="4465151" y="2261432"/>
            <a:ext cx="232278" cy="290342"/>
            <a:chOff x="4465151" y="2261432"/>
            <a:chExt cx="232278" cy="290342"/>
          </a:xfrm>
        </p:grpSpPr>
        <p:sp>
          <p:nvSpPr>
            <p:cNvPr id="2348" name="Google Shape;2348;p213"/>
            <p:cNvSpPr/>
            <p:nvPr/>
          </p:nvSpPr>
          <p:spPr>
            <a:xfrm>
              <a:off x="4465151" y="2261432"/>
              <a:ext cx="232278" cy="290342"/>
            </a:xfrm>
            <a:custGeom>
              <a:avLst/>
              <a:gdLst/>
              <a:ahLst/>
              <a:cxnLst/>
              <a:rect l="l" t="t" r="r" b="b"/>
              <a:pathLst>
                <a:path w="11049" h="13811" extrusionOk="0">
                  <a:moveTo>
                    <a:pt x="11049" y="13811"/>
                  </a:moveTo>
                  <a:lnTo>
                    <a:pt x="1" y="13811"/>
                  </a:lnTo>
                  <a:lnTo>
                    <a:pt x="1" y="1"/>
                  </a:lnTo>
                  <a:lnTo>
                    <a:pt x="8287" y="1"/>
                  </a:lnTo>
                  <a:lnTo>
                    <a:pt x="11049" y="2763"/>
                  </a:lnTo>
                  <a:close/>
                  <a:moveTo>
                    <a:pt x="10013" y="12775"/>
                  </a:moveTo>
                  <a:lnTo>
                    <a:pt x="1037" y="12775"/>
                  </a:lnTo>
                  <a:lnTo>
                    <a:pt x="1037" y="1037"/>
                  </a:lnTo>
                  <a:lnTo>
                    <a:pt x="7596" y="1037"/>
                  </a:lnTo>
                  <a:lnTo>
                    <a:pt x="7596" y="3453"/>
                  </a:lnTo>
                  <a:lnTo>
                    <a:pt x="10013" y="34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213"/>
            <p:cNvSpPr/>
            <p:nvPr/>
          </p:nvSpPr>
          <p:spPr>
            <a:xfrm>
              <a:off x="4519746" y="2424588"/>
              <a:ext cx="123402" cy="54616"/>
            </a:xfrm>
            <a:custGeom>
              <a:avLst/>
              <a:gdLst/>
              <a:ahLst/>
              <a:cxnLst/>
              <a:rect l="l" t="t" r="r" b="b"/>
              <a:pathLst>
                <a:path w="5870" h="2598" extrusionOk="0">
                  <a:moveTo>
                    <a:pt x="1892" y="1050"/>
                  </a:moveTo>
                  <a:cubicBezTo>
                    <a:pt x="1422" y="1050"/>
                    <a:pt x="1036" y="1437"/>
                    <a:pt x="1036" y="1907"/>
                  </a:cubicBezTo>
                  <a:lnTo>
                    <a:pt x="1036" y="2597"/>
                  </a:lnTo>
                  <a:lnTo>
                    <a:pt x="0" y="2597"/>
                  </a:lnTo>
                  <a:lnTo>
                    <a:pt x="0" y="1907"/>
                  </a:lnTo>
                  <a:cubicBezTo>
                    <a:pt x="0" y="857"/>
                    <a:pt x="842" y="1"/>
                    <a:pt x="1892" y="1"/>
                  </a:cubicBezTo>
                  <a:lnTo>
                    <a:pt x="3963" y="1"/>
                  </a:lnTo>
                  <a:cubicBezTo>
                    <a:pt x="5013" y="1"/>
                    <a:pt x="5869" y="857"/>
                    <a:pt x="5869" y="1907"/>
                  </a:cubicBezTo>
                  <a:lnTo>
                    <a:pt x="5869" y="2597"/>
                  </a:lnTo>
                  <a:lnTo>
                    <a:pt x="4833" y="2597"/>
                  </a:lnTo>
                  <a:lnTo>
                    <a:pt x="4833" y="1907"/>
                  </a:lnTo>
                  <a:cubicBezTo>
                    <a:pt x="4833" y="1437"/>
                    <a:pt x="4447" y="1050"/>
                    <a:pt x="3963" y="10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213"/>
            <p:cNvSpPr/>
            <p:nvPr/>
          </p:nvSpPr>
          <p:spPr>
            <a:xfrm>
              <a:off x="4552247" y="2348529"/>
              <a:ext cx="58085" cy="58085"/>
            </a:xfrm>
            <a:custGeom>
              <a:avLst/>
              <a:gdLst/>
              <a:ahLst/>
              <a:cxnLst/>
              <a:rect l="l" t="t" r="r" b="b"/>
              <a:pathLst>
                <a:path w="2763" h="2763" extrusionOk="0">
                  <a:moveTo>
                    <a:pt x="1382" y="1"/>
                  </a:moveTo>
                  <a:cubicBezTo>
                    <a:pt x="622" y="1"/>
                    <a:pt x="1" y="622"/>
                    <a:pt x="1" y="1382"/>
                  </a:cubicBezTo>
                  <a:cubicBezTo>
                    <a:pt x="1" y="2141"/>
                    <a:pt x="622" y="2763"/>
                    <a:pt x="1382" y="2763"/>
                  </a:cubicBezTo>
                  <a:cubicBezTo>
                    <a:pt x="2141" y="2763"/>
                    <a:pt x="2763" y="2141"/>
                    <a:pt x="2763" y="1382"/>
                  </a:cubicBezTo>
                  <a:cubicBezTo>
                    <a:pt x="2763" y="622"/>
                    <a:pt x="2141" y="1"/>
                    <a:pt x="1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51" name="Google Shape;2351;p213"/>
          <p:cNvSpPr/>
          <p:nvPr/>
        </p:nvSpPr>
        <p:spPr>
          <a:xfrm>
            <a:off x="5037657" y="2261432"/>
            <a:ext cx="232278" cy="290342"/>
          </a:xfrm>
          <a:custGeom>
            <a:avLst/>
            <a:gdLst/>
            <a:ahLst/>
            <a:cxnLst/>
            <a:rect l="l" t="t" r="r" b="b"/>
            <a:pathLst>
              <a:path w="11049" h="13811" extrusionOk="0">
                <a:moveTo>
                  <a:pt x="11048" y="13811"/>
                </a:moveTo>
                <a:lnTo>
                  <a:pt x="1" y="13811"/>
                </a:lnTo>
                <a:lnTo>
                  <a:pt x="1" y="1"/>
                </a:lnTo>
                <a:lnTo>
                  <a:pt x="8286" y="1"/>
                </a:lnTo>
                <a:lnTo>
                  <a:pt x="11048" y="2763"/>
                </a:lnTo>
                <a:close/>
                <a:moveTo>
                  <a:pt x="10013" y="12775"/>
                </a:moveTo>
                <a:lnTo>
                  <a:pt x="1036" y="12775"/>
                </a:lnTo>
                <a:lnTo>
                  <a:pt x="1036" y="1037"/>
                </a:lnTo>
                <a:lnTo>
                  <a:pt x="7596" y="1037"/>
                </a:lnTo>
                <a:lnTo>
                  <a:pt x="7596" y="3453"/>
                </a:lnTo>
                <a:lnTo>
                  <a:pt x="10013" y="34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52" name="Google Shape;2352;p213"/>
          <p:cNvGrpSpPr/>
          <p:nvPr/>
        </p:nvGrpSpPr>
        <p:grpSpPr>
          <a:xfrm>
            <a:off x="5593029" y="2261432"/>
            <a:ext cx="261310" cy="290342"/>
            <a:chOff x="5593029" y="2261432"/>
            <a:chExt cx="261310" cy="290342"/>
          </a:xfrm>
        </p:grpSpPr>
        <p:sp>
          <p:nvSpPr>
            <p:cNvPr id="2353" name="Google Shape;2353;p213"/>
            <p:cNvSpPr/>
            <p:nvPr/>
          </p:nvSpPr>
          <p:spPr>
            <a:xfrm>
              <a:off x="5651093" y="2261432"/>
              <a:ext cx="203246" cy="232278"/>
            </a:xfrm>
            <a:custGeom>
              <a:avLst/>
              <a:gdLst/>
              <a:ahLst/>
              <a:cxnLst/>
              <a:rect l="l" t="t" r="r" b="b"/>
              <a:pathLst>
                <a:path w="9668" h="11049" extrusionOk="0">
                  <a:moveTo>
                    <a:pt x="9667" y="11049"/>
                  </a:moveTo>
                  <a:lnTo>
                    <a:pt x="0" y="11049"/>
                  </a:lnTo>
                  <a:lnTo>
                    <a:pt x="0" y="1"/>
                  </a:lnTo>
                  <a:lnTo>
                    <a:pt x="6905" y="1"/>
                  </a:lnTo>
                  <a:lnTo>
                    <a:pt x="9667" y="2763"/>
                  </a:lnTo>
                  <a:close/>
                  <a:moveTo>
                    <a:pt x="8631" y="10013"/>
                  </a:moveTo>
                  <a:lnTo>
                    <a:pt x="1036" y="10013"/>
                  </a:lnTo>
                  <a:lnTo>
                    <a:pt x="1036" y="1037"/>
                  </a:lnTo>
                  <a:lnTo>
                    <a:pt x="6215" y="1037"/>
                  </a:lnTo>
                  <a:lnTo>
                    <a:pt x="6215" y="3453"/>
                  </a:lnTo>
                  <a:lnTo>
                    <a:pt x="8631" y="34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213"/>
            <p:cNvSpPr/>
            <p:nvPr/>
          </p:nvSpPr>
          <p:spPr>
            <a:xfrm>
              <a:off x="5593029" y="2319497"/>
              <a:ext cx="203246" cy="232278"/>
            </a:xfrm>
            <a:custGeom>
              <a:avLst/>
              <a:gdLst/>
              <a:ahLst/>
              <a:cxnLst/>
              <a:rect l="l" t="t" r="r" b="b"/>
              <a:pathLst>
                <a:path w="9668" h="11049" extrusionOk="0">
                  <a:moveTo>
                    <a:pt x="0" y="1"/>
                  </a:moveTo>
                  <a:lnTo>
                    <a:pt x="0" y="11049"/>
                  </a:lnTo>
                  <a:lnTo>
                    <a:pt x="9667" y="11049"/>
                  </a:lnTo>
                  <a:lnTo>
                    <a:pt x="9667" y="9322"/>
                  </a:lnTo>
                  <a:lnTo>
                    <a:pt x="8632" y="9322"/>
                  </a:lnTo>
                  <a:lnTo>
                    <a:pt x="8632" y="10013"/>
                  </a:lnTo>
                  <a:lnTo>
                    <a:pt x="1036" y="10013"/>
                  </a:lnTo>
                  <a:lnTo>
                    <a:pt x="1036" y="1037"/>
                  </a:lnTo>
                  <a:lnTo>
                    <a:pt x="1727" y="1037"/>
                  </a:lnTo>
                  <a:lnTo>
                    <a:pt x="17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5" name="Google Shape;2355;p213"/>
          <p:cNvGrpSpPr/>
          <p:nvPr/>
        </p:nvGrpSpPr>
        <p:grpSpPr>
          <a:xfrm>
            <a:off x="6134169" y="2275959"/>
            <a:ext cx="319374" cy="261310"/>
            <a:chOff x="6134169" y="2275959"/>
            <a:chExt cx="319374" cy="261310"/>
          </a:xfrm>
        </p:grpSpPr>
        <p:sp>
          <p:nvSpPr>
            <p:cNvPr id="2356" name="Google Shape;2356;p213"/>
            <p:cNvSpPr/>
            <p:nvPr/>
          </p:nvSpPr>
          <p:spPr>
            <a:xfrm>
              <a:off x="6316497" y="2275959"/>
              <a:ext cx="78982" cy="130655"/>
            </a:xfrm>
            <a:custGeom>
              <a:avLst/>
              <a:gdLst/>
              <a:ahLst/>
              <a:cxnLst/>
              <a:rect l="l" t="t" r="r" b="b"/>
              <a:pathLst>
                <a:path w="3757" h="6215" extrusionOk="0">
                  <a:moveTo>
                    <a:pt x="649" y="0"/>
                  </a:moveTo>
                  <a:cubicBezTo>
                    <a:pt x="428" y="0"/>
                    <a:pt x="207" y="28"/>
                    <a:pt x="0" y="69"/>
                  </a:cubicBezTo>
                  <a:cubicBezTo>
                    <a:pt x="304" y="346"/>
                    <a:pt x="566" y="677"/>
                    <a:pt x="787" y="1036"/>
                  </a:cubicBezTo>
                  <a:cubicBezTo>
                    <a:pt x="1864" y="1119"/>
                    <a:pt x="2721" y="2017"/>
                    <a:pt x="2721" y="3108"/>
                  </a:cubicBezTo>
                  <a:cubicBezTo>
                    <a:pt x="2721" y="4198"/>
                    <a:pt x="1864" y="5110"/>
                    <a:pt x="787" y="5179"/>
                  </a:cubicBezTo>
                  <a:cubicBezTo>
                    <a:pt x="580" y="5538"/>
                    <a:pt x="304" y="5869"/>
                    <a:pt x="0" y="6146"/>
                  </a:cubicBezTo>
                  <a:cubicBezTo>
                    <a:pt x="207" y="6187"/>
                    <a:pt x="428" y="6215"/>
                    <a:pt x="649" y="6215"/>
                  </a:cubicBezTo>
                  <a:cubicBezTo>
                    <a:pt x="2362" y="6215"/>
                    <a:pt x="3756" y="4820"/>
                    <a:pt x="3756" y="3108"/>
                  </a:cubicBezTo>
                  <a:cubicBezTo>
                    <a:pt x="3756" y="1395"/>
                    <a:pt x="2362" y="0"/>
                    <a:pt x="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213"/>
            <p:cNvSpPr/>
            <p:nvPr/>
          </p:nvSpPr>
          <p:spPr>
            <a:xfrm>
              <a:off x="6192233" y="2275959"/>
              <a:ext cx="130655" cy="130655"/>
            </a:xfrm>
            <a:custGeom>
              <a:avLst/>
              <a:gdLst/>
              <a:ahLst/>
              <a:cxnLst/>
              <a:rect l="l" t="t" r="r" b="b"/>
              <a:pathLst>
                <a:path w="6215" h="6215" extrusionOk="0">
                  <a:moveTo>
                    <a:pt x="3108" y="5179"/>
                  </a:moveTo>
                  <a:cubicBezTo>
                    <a:pt x="4254" y="5179"/>
                    <a:pt x="5179" y="4254"/>
                    <a:pt x="5179" y="3108"/>
                  </a:cubicBezTo>
                  <a:cubicBezTo>
                    <a:pt x="5179" y="1961"/>
                    <a:pt x="4254" y="1036"/>
                    <a:pt x="3108" y="1036"/>
                  </a:cubicBezTo>
                  <a:cubicBezTo>
                    <a:pt x="1962" y="1036"/>
                    <a:pt x="1036" y="1961"/>
                    <a:pt x="1036" y="3108"/>
                  </a:cubicBezTo>
                  <a:cubicBezTo>
                    <a:pt x="1036" y="4254"/>
                    <a:pt x="1962" y="5179"/>
                    <a:pt x="3108" y="5179"/>
                  </a:cubicBezTo>
                  <a:close/>
                  <a:moveTo>
                    <a:pt x="3108" y="6215"/>
                  </a:moveTo>
                  <a:cubicBezTo>
                    <a:pt x="4820" y="6215"/>
                    <a:pt x="6215" y="4820"/>
                    <a:pt x="6215" y="3108"/>
                  </a:cubicBezTo>
                  <a:cubicBezTo>
                    <a:pt x="6215" y="1395"/>
                    <a:pt x="4820" y="0"/>
                    <a:pt x="3108" y="0"/>
                  </a:cubicBezTo>
                  <a:cubicBezTo>
                    <a:pt x="1382" y="0"/>
                    <a:pt x="1" y="1395"/>
                    <a:pt x="1" y="3108"/>
                  </a:cubicBezTo>
                  <a:cubicBezTo>
                    <a:pt x="1" y="4820"/>
                    <a:pt x="1382" y="6215"/>
                    <a:pt x="3108" y="62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213"/>
            <p:cNvSpPr/>
            <p:nvPr/>
          </p:nvSpPr>
          <p:spPr>
            <a:xfrm>
              <a:off x="6134169" y="2435625"/>
              <a:ext cx="246783" cy="101644"/>
            </a:xfrm>
            <a:custGeom>
              <a:avLst/>
              <a:gdLst/>
              <a:ahLst/>
              <a:cxnLst/>
              <a:rect l="l" t="t" r="r" b="b"/>
              <a:pathLst>
                <a:path w="11739" h="4835" extrusionOk="0">
                  <a:moveTo>
                    <a:pt x="2763" y="1"/>
                  </a:moveTo>
                  <a:cubicBezTo>
                    <a:pt x="1230" y="1"/>
                    <a:pt x="1" y="1244"/>
                    <a:pt x="1" y="2763"/>
                  </a:cubicBezTo>
                  <a:lnTo>
                    <a:pt x="1" y="4834"/>
                  </a:lnTo>
                  <a:lnTo>
                    <a:pt x="1036" y="4834"/>
                  </a:lnTo>
                  <a:lnTo>
                    <a:pt x="1036" y="2763"/>
                  </a:lnTo>
                  <a:cubicBezTo>
                    <a:pt x="1036" y="1810"/>
                    <a:pt x="1810" y="1036"/>
                    <a:pt x="2763" y="1036"/>
                  </a:cubicBezTo>
                  <a:lnTo>
                    <a:pt x="8977" y="1036"/>
                  </a:lnTo>
                  <a:cubicBezTo>
                    <a:pt x="9930" y="1036"/>
                    <a:pt x="10703" y="1810"/>
                    <a:pt x="10703" y="2763"/>
                  </a:cubicBezTo>
                  <a:lnTo>
                    <a:pt x="10703" y="4834"/>
                  </a:lnTo>
                  <a:lnTo>
                    <a:pt x="11739" y="4834"/>
                  </a:lnTo>
                  <a:lnTo>
                    <a:pt x="11739" y="2763"/>
                  </a:lnTo>
                  <a:cubicBezTo>
                    <a:pt x="11739" y="1244"/>
                    <a:pt x="10496" y="1"/>
                    <a:pt x="8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213"/>
            <p:cNvSpPr/>
            <p:nvPr/>
          </p:nvSpPr>
          <p:spPr>
            <a:xfrm>
              <a:off x="6377463" y="2435625"/>
              <a:ext cx="76080" cy="101644"/>
            </a:xfrm>
            <a:custGeom>
              <a:avLst/>
              <a:gdLst/>
              <a:ahLst/>
              <a:cxnLst/>
              <a:rect l="l" t="t" r="r" b="b"/>
              <a:pathLst>
                <a:path w="3619" h="4835" extrusionOk="0">
                  <a:moveTo>
                    <a:pt x="0" y="1"/>
                  </a:moveTo>
                  <a:cubicBezTo>
                    <a:pt x="345" y="318"/>
                    <a:pt x="622" y="705"/>
                    <a:pt x="829" y="1133"/>
                  </a:cubicBezTo>
                  <a:cubicBezTo>
                    <a:pt x="1837" y="1423"/>
                    <a:pt x="2583" y="2348"/>
                    <a:pt x="2583" y="3453"/>
                  </a:cubicBezTo>
                  <a:lnTo>
                    <a:pt x="2583" y="4834"/>
                  </a:lnTo>
                  <a:lnTo>
                    <a:pt x="3618" y="4834"/>
                  </a:lnTo>
                  <a:lnTo>
                    <a:pt x="3618" y="3453"/>
                  </a:lnTo>
                  <a:cubicBezTo>
                    <a:pt x="3618" y="1547"/>
                    <a:pt x="2072" y="1"/>
                    <a:pt x="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0" name="Google Shape;2360;p213"/>
          <p:cNvGrpSpPr/>
          <p:nvPr/>
        </p:nvGrpSpPr>
        <p:grpSpPr>
          <a:xfrm>
            <a:off x="6724670" y="2263177"/>
            <a:ext cx="283089" cy="286852"/>
            <a:chOff x="6724670" y="2263177"/>
            <a:chExt cx="283089" cy="286852"/>
          </a:xfrm>
        </p:grpSpPr>
        <p:sp>
          <p:nvSpPr>
            <p:cNvPr id="2361" name="Google Shape;2361;p213"/>
            <p:cNvSpPr/>
            <p:nvPr/>
          </p:nvSpPr>
          <p:spPr>
            <a:xfrm>
              <a:off x="6727866" y="2263177"/>
              <a:ext cx="279894" cy="163765"/>
            </a:xfrm>
            <a:custGeom>
              <a:avLst/>
              <a:gdLst/>
              <a:ahLst/>
              <a:cxnLst/>
              <a:rect l="l" t="t" r="r" b="b"/>
              <a:pathLst>
                <a:path w="13314" h="7790" extrusionOk="0">
                  <a:moveTo>
                    <a:pt x="10026" y="1"/>
                  </a:moveTo>
                  <a:lnTo>
                    <a:pt x="10026" y="1036"/>
                  </a:lnTo>
                  <a:lnTo>
                    <a:pt x="11545" y="1036"/>
                  </a:lnTo>
                  <a:lnTo>
                    <a:pt x="7955" y="4627"/>
                  </a:lnTo>
                  <a:lnTo>
                    <a:pt x="5193" y="1865"/>
                  </a:lnTo>
                  <a:lnTo>
                    <a:pt x="1" y="7057"/>
                  </a:lnTo>
                  <a:lnTo>
                    <a:pt x="732" y="7789"/>
                  </a:lnTo>
                  <a:lnTo>
                    <a:pt x="5193" y="3329"/>
                  </a:lnTo>
                  <a:lnTo>
                    <a:pt x="7955" y="6091"/>
                  </a:lnTo>
                  <a:lnTo>
                    <a:pt x="12277" y="1768"/>
                  </a:lnTo>
                  <a:lnTo>
                    <a:pt x="12277" y="3287"/>
                  </a:lnTo>
                  <a:lnTo>
                    <a:pt x="13313" y="3287"/>
                  </a:lnTo>
                  <a:lnTo>
                    <a:pt x="13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213"/>
            <p:cNvSpPr/>
            <p:nvPr/>
          </p:nvSpPr>
          <p:spPr>
            <a:xfrm>
              <a:off x="6724670" y="2462912"/>
              <a:ext cx="21800" cy="87117"/>
            </a:xfrm>
            <a:custGeom>
              <a:avLst/>
              <a:gdLst/>
              <a:ahLst/>
              <a:cxnLst/>
              <a:rect l="l" t="t" r="r" b="b"/>
              <a:pathLst>
                <a:path w="1037" h="4144" extrusionOk="0">
                  <a:moveTo>
                    <a:pt x="1" y="4144"/>
                  </a:moveTo>
                  <a:lnTo>
                    <a:pt x="1" y="1"/>
                  </a:lnTo>
                  <a:lnTo>
                    <a:pt x="1036" y="1"/>
                  </a:lnTo>
                  <a:lnTo>
                    <a:pt x="1036" y="414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213"/>
            <p:cNvSpPr/>
            <p:nvPr/>
          </p:nvSpPr>
          <p:spPr>
            <a:xfrm>
              <a:off x="6811766" y="2404848"/>
              <a:ext cx="21800" cy="145181"/>
            </a:xfrm>
            <a:custGeom>
              <a:avLst/>
              <a:gdLst/>
              <a:ahLst/>
              <a:cxnLst/>
              <a:rect l="l" t="t" r="r" b="b"/>
              <a:pathLst>
                <a:path w="1037" h="6906" extrusionOk="0">
                  <a:moveTo>
                    <a:pt x="1" y="6906"/>
                  </a:moveTo>
                  <a:lnTo>
                    <a:pt x="1" y="1"/>
                  </a:lnTo>
                  <a:lnTo>
                    <a:pt x="1036" y="1"/>
                  </a:lnTo>
                  <a:lnTo>
                    <a:pt x="1036" y="690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213"/>
            <p:cNvSpPr/>
            <p:nvPr/>
          </p:nvSpPr>
          <p:spPr>
            <a:xfrm>
              <a:off x="6898863" y="2433880"/>
              <a:ext cx="21800" cy="116149"/>
            </a:xfrm>
            <a:custGeom>
              <a:avLst/>
              <a:gdLst/>
              <a:ahLst/>
              <a:cxnLst/>
              <a:rect l="l" t="t" r="r" b="b"/>
              <a:pathLst>
                <a:path w="1037" h="5525" extrusionOk="0">
                  <a:moveTo>
                    <a:pt x="0" y="5525"/>
                  </a:moveTo>
                  <a:lnTo>
                    <a:pt x="0" y="1"/>
                  </a:lnTo>
                  <a:lnTo>
                    <a:pt x="1036" y="1"/>
                  </a:lnTo>
                  <a:lnTo>
                    <a:pt x="1036" y="552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213"/>
            <p:cNvSpPr/>
            <p:nvPr/>
          </p:nvSpPr>
          <p:spPr>
            <a:xfrm>
              <a:off x="6985959" y="2375816"/>
              <a:ext cx="21800" cy="174213"/>
            </a:xfrm>
            <a:custGeom>
              <a:avLst/>
              <a:gdLst/>
              <a:ahLst/>
              <a:cxnLst/>
              <a:rect l="l" t="t" r="r" b="b"/>
              <a:pathLst>
                <a:path w="1037" h="8287" extrusionOk="0">
                  <a:moveTo>
                    <a:pt x="0" y="8287"/>
                  </a:moveTo>
                  <a:lnTo>
                    <a:pt x="0" y="1"/>
                  </a:lnTo>
                  <a:lnTo>
                    <a:pt x="1036" y="1"/>
                  </a:lnTo>
                  <a:lnTo>
                    <a:pt x="1036" y="828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6" name="Google Shape;2366;p213"/>
          <p:cNvGrpSpPr/>
          <p:nvPr/>
        </p:nvGrpSpPr>
        <p:grpSpPr>
          <a:xfrm>
            <a:off x="7322424" y="2261432"/>
            <a:ext cx="232278" cy="290342"/>
            <a:chOff x="7322424" y="2261432"/>
            <a:chExt cx="232278" cy="290342"/>
          </a:xfrm>
        </p:grpSpPr>
        <p:sp>
          <p:nvSpPr>
            <p:cNvPr id="2367" name="Google Shape;2367;p213"/>
            <p:cNvSpPr/>
            <p:nvPr/>
          </p:nvSpPr>
          <p:spPr>
            <a:xfrm>
              <a:off x="7322424" y="2261432"/>
              <a:ext cx="232278" cy="290342"/>
            </a:xfrm>
            <a:custGeom>
              <a:avLst/>
              <a:gdLst/>
              <a:ahLst/>
              <a:cxnLst/>
              <a:rect l="l" t="t" r="r" b="b"/>
              <a:pathLst>
                <a:path w="11049" h="13811" extrusionOk="0">
                  <a:moveTo>
                    <a:pt x="5525" y="12678"/>
                  </a:moveTo>
                  <a:cubicBezTo>
                    <a:pt x="5635" y="12637"/>
                    <a:pt x="5759" y="12568"/>
                    <a:pt x="5897" y="12485"/>
                  </a:cubicBezTo>
                  <a:cubicBezTo>
                    <a:pt x="6367" y="12236"/>
                    <a:pt x="6988" y="11850"/>
                    <a:pt x="7610" y="11311"/>
                  </a:cubicBezTo>
                  <a:cubicBezTo>
                    <a:pt x="8839" y="10220"/>
                    <a:pt x="10013" y="8590"/>
                    <a:pt x="10013" y="6215"/>
                  </a:cubicBezTo>
                  <a:lnTo>
                    <a:pt x="10013" y="2790"/>
                  </a:lnTo>
                  <a:lnTo>
                    <a:pt x="5525" y="1106"/>
                  </a:lnTo>
                  <a:lnTo>
                    <a:pt x="1036" y="2790"/>
                  </a:lnTo>
                  <a:lnTo>
                    <a:pt x="1036" y="6215"/>
                  </a:lnTo>
                  <a:cubicBezTo>
                    <a:pt x="1036" y="8590"/>
                    <a:pt x="2210" y="10234"/>
                    <a:pt x="3453" y="11311"/>
                  </a:cubicBezTo>
                  <a:cubicBezTo>
                    <a:pt x="4075" y="11850"/>
                    <a:pt x="4696" y="12236"/>
                    <a:pt x="5166" y="12485"/>
                  </a:cubicBezTo>
                  <a:cubicBezTo>
                    <a:pt x="5304" y="12568"/>
                    <a:pt x="5428" y="12623"/>
                    <a:pt x="5525" y="12678"/>
                  </a:cubicBezTo>
                  <a:close/>
                  <a:moveTo>
                    <a:pt x="1" y="2072"/>
                  </a:moveTo>
                  <a:lnTo>
                    <a:pt x="5525" y="1"/>
                  </a:lnTo>
                  <a:lnTo>
                    <a:pt x="11048" y="2072"/>
                  </a:lnTo>
                  <a:lnTo>
                    <a:pt x="11048" y="6215"/>
                  </a:lnTo>
                  <a:cubicBezTo>
                    <a:pt x="11048" y="11739"/>
                    <a:pt x="5525" y="13811"/>
                    <a:pt x="5525" y="13811"/>
                  </a:cubicBezTo>
                  <a:cubicBezTo>
                    <a:pt x="5525" y="13811"/>
                    <a:pt x="1" y="11739"/>
                    <a:pt x="1" y="62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213"/>
            <p:cNvSpPr/>
            <p:nvPr/>
          </p:nvSpPr>
          <p:spPr>
            <a:xfrm>
              <a:off x="7395015" y="2363055"/>
              <a:ext cx="87117" cy="87117"/>
            </a:xfrm>
            <a:custGeom>
              <a:avLst/>
              <a:gdLst/>
              <a:ahLst/>
              <a:cxnLst/>
              <a:rect l="l" t="t" r="r" b="b"/>
              <a:pathLst>
                <a:path w="4144" h="4144" extrusionOk="0">
                  <a:moveTo>
                    <a:pt x="1561" y="0"/>
                  </a:moveTo>
                  <a:lnTo>
                    <a:pt x="1561" y="1547"/>
                  </a:lnTo>
                  <a:lnTo>
                    <a:pt x="0" y="1547"/>
                  </a:lnTo>
                  <a:lnTo>
                    <a:pt x="0" y="2583"/>
                  </a:lnTo>
                  <a:lnTo>
                    <a:pt x="1561" y="2583"/>
                  </a:lnTo>
                  <a:lnTo>
                    <a:pt x="1561" y="4143"/>
                  </a:lnTo>
                  <a:lnTo>
                    <a:pt x="2596" y="4143"/>
                  </a:lnTo>
                  <a:lnTo>
                    <a:pt x="2596" y="2583"/>
                  </a:lnTo>
                  <a:lnTo>
                    <a:pt x="4143" y="2583"/>
                  </a:lnTo>
                  <a:lnTo>
                    <a:pt x="4143" y="1547"/>
                  </a:lnTo>
                  <a:lnTo>
                    <a:pt x="2596" y="1547"/>
                  </a:lnTo>
                  <a:lnTo>
                    <a:pt x="25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9" name="Google Shape;2369;p213"/>
          <p:cNvGrpSpPr/>
          <p:nvPr/>
        </p:nvGrpSpPr>
        <p:grpSpPr>
          <a:xfrm>
            <a:off x="7865898" y="2261432"/>
            <a:ext cx="290342" cy="290342"/>
            <a:chOff x="7865898" y="2261432"/>
            <a:chExt cx="290342" cy="290342"/>
          </a:xfrm>
        </p:grpSpPr>
        <p:sp>
          <p:nvSpPr>
            <p:cNvPr id="2370" name="Google Shape;2370;p213"/>
            <p:cNvSpPr/>
            <p:nvPr/>
          </p:nvSpPr>
          <p:spPr>
            <a:xfrm>
              <a:off x="7865898" y="2261432"/>
              <a:ext cx="290342" cy="290342"/>
            </a:xfrm>
            <a:custGeom>
              <a:avLst/>
              <a:gdLst/>
              <a:ahLst/>
              <a:cxnLst/>
              <a:rect l="l" t="t" r="r" b="b"/>
              <a:pathLst>
                <a:path w="13811" h="13811" extrusionOk="0">
                  <a:moveTo>
                    <a:pt x="6905" y="12775"/>
                  </a:moveTo>
                  <a:cubicBezTo>
                    <a:pt x="10151" y="12775"/>
                    <a:pt x="12774" y="10151"/>
                    <a:pt x="12774" y="6906"/>
                  </a:cubicBezTo>
                  <a:cubicBezTo>
                    <a:pt x="12774" y="3660"/>
                    <a:pt x="10151" y="1037"/>
                    <a:pt x="6905" y="1037"/>
                  </a:cubicBezTo>
                  <a:cubicBezTo>
                    <a:pt x="3660" y="1037"/>
                    <a:pt x="1036" y="3660"/>
                    <a:pt x="1036" y="6906"/>
                  </a:cubicBezTo>
                  <a:cubicBezTo>
                    <a:pt x="1036" y="10151"/>
                    <a:pt x="3660" y="12775"/>
                    <a:pt x="6905" y="12775"/>
                  </a:cubicBezTo>
                  <a:close/>
                  <a:moveTo>
                    <a:pt x="6905" y="13811"/>
                  </a:moveTo>
                  <a:cubicBezTo>
                    <a:pt x="10717" y="13811"/>
                    <a:pt x="13810" y="10717"/>
                    <a:pt x="13810" y="6906"/>
                  </a:cubicBezTo>
                  <a:cubicBezTo>
                    <a:pt x="13810" y="3094"/>
                    <a:pt x="10717" y="1"/>
                    <a:pt x="6905" y="1"/>
                  </a:cubicBezTo>
                  <a:cubicBezTo>
                    <a:pt x="3094" y="1"/>
                    <a:pt x="0" y="3094"/>
                    <a:pt x="0" y="6906"/>
                  </a:cubicBezTo>
                  <a:cubicBezTo>
                    <a:pt x="0" y="10717"/>
                    <a:pt x="3094" y="13811"/>
                    <a:pt x="6905" y="138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213"/>
            <p:cNvSpPr/>
            <p:nvPr/>
          </p:nvSpPr>
          <p:spPr>
            <a:xfrm>
              <a:off x="7954739" y="2322986"/>
              <a:ext cx="114972" cy="127186"/>
            </a:xfrm>
            <a:custGeom>
              <a:avLst/>
              <a:gdLst/>
              <a:ahLst/>
              <a:cxnLst/>
              <a:rect l="l" t="t" r="r" b="b"/>
              <a:pathLst>
                <a:path w="5469" h="6050" extrusionOk="0">
                  <a:moveTo>
                    <a:pt x="2693" y="1036"/>
                  </a:moveTo>
                  <a:cubicBezTo>
                    <a:pt x="1878" y="1036"/>
                    <a:pt x="1202" y="1602"/>
                    <a:pt x="1008" y="2348"/>
                  </a:cubicBezTo>
                  <a:lnTo>
                    <a:pt x="0" y="2086"/>
                  </a:lnTo>
                  <a:cubicBezTo>
                    <a:pt x="304" y="898"/>
                    <a:pt x="1395" y="0"/>
                    <a:pt x="2693" y="0"/>
                  </a:cubicBezTo>
                  <a:cubicBezTo>
                    <a:pt x="4226" y="0"/>
                    <a:pt x="5469" y="1243"/>
                    <a:pt x="5469" y="2790"/>
                  </a:cubicBezTo>
                  <a:cubicBezTo>
                    <a:pt x="5469" y="4143"/>
                    <a:pt x="4488" y="5276"/>
                    <a:pt x="3204" y="5511"/>
                  </a:cubicBezTo>
                  <a:lnTo>
                    <a:pt x="3204" y="6049"/>
                  </a:lnTo>
                  <a:lnTo>
                    <a:pt x="2168" y="6049"/>
                  </a:lnTo>
                  <a:lnTo>
                    <a:pt x="2168" y="4530"/>
                  </a:lnTo>
                  <a:lnTo>
                    <a:pt x="2693" y="4530"/>
                  </a:lnTo>
                  <a:cubicBezTo>
                    <a:pt x="3646" y="4530"/>
                    <a:pt x="4433" y="3743"/>
                    <a:pt x="4433" y="2790"/>
                  </a:cubicBezTo>
                  <a:cubicBezTo>
                    <a:pt x="4433" y="1823"/>
                    <a:pt x="3646" y="1050"/>
                    <a:pt x="2693" y="10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213"/>
            <p:cNvSpPr/>
            <p:nvPr/>
          </p:nvSpPr>
          <p:spPr>
            <a:xfrm>
              <a:off x="8000315" y="2464657"/>
              <a:ext cx="21800" cy="29053"/>
            </a:xfrm>
            <a:custGeom>
              <a:avLst/>
              <a:gdLst/>
              <a:ahLst/>
              <a:cxnLst/>
              <a:rect l="l" t="t" r="r" b="b"/>
              <a:pathLst>
                <a:path w="1037" h="1382" extrusionOk="0">
                  <a:moveTo>
                    <a:pt x="0" y="1382"/>
                  </a:moveTo>
                  <a:lnTo>
                    <a:pt x="0" y="1"/>
                  </a:lnTo>
                  <a:lnTo>
                    <a:pt x="1036" y="1"/>
                  </a:lnTo>
                  <a:lnTo>
                    <a:pt x="1036" y="13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3" name="Google Shape;2373;p213"/>
          <p:cNvGrpSpPr/>
          <p:nvPr/>
        </p:nvGrpSpPr>
        <p:grpSpPr>
          <a:xfrm>
            <a:off x="8449146" y="2261432"/>
            <a:ext cx="261289" cy="290342"/>
            <a:chOff x="8449146" y="2261432"/>
            <a:chExt cx="261289" cy="290342"/>
          </a:xfrm>
        </p:grpSpPr>
        <p:sp>
          <p:nvSpPr>
            <p:cNvPr id="2374" name="Google Shape;2374;p213"/>
            <p:cNvSpPr/>
            <p:nvPr/>
          </p:nvSpPr>
          <p:spPr>
            <a:xfrm>
              <a:off x="8525500" y="2348529"/>
              <a:ext cx="108876" cy="159708"/>
            </a:xfrm>
            <a:custGeom>
              <a:avLst/>
              <a:gdLst/>
              <a:ahLst/>
              <a:cxnLst/>
              <a:rect l="l" t="t" r="r" b="b"/>
              <a:pathLst>
                <a:path w="5179" h="7597" extrusionOk="0">
                  <a:moveTo>
                    <a:pt x="2072" y="1"/>
                  </a:moveTo>
                  <a:lnTo>
                    <a:pt x="2072" y="857"/>
                  </a:lnTo>
                  <a:lnTo>
                    <a:pt x="1643" y="857"/>
                  </a:lnTo>
                  <a:cubicBezTo>
                    <a:pt x="732" y="857"/>
                    <a:pt x="0" y="1603"/>
                    <a:pt x="0" y="2500"/>
                  </a:cubicBezTo>
                  <a:cubicBezTo>
                    <a:pt x="0" y="3301"/>
                    <a:pt x="580" y="3992"/>
                    <a:pt x="1367" y="4116"/>
                  </a:cubicBezTo>
                  <a:lnTo>
                    <a:pt x="3632" y="4503"/>
                  </a:lnTo>
                  <a:cubicBezTo>
                    <a:pt x="3936" y="4544"/>
                    <a:pt x="4143" y="4807"/>
                    <a:pt x="4143" y="5097"/>
                  </a:cubicBezTo>
                  <a:cubicBezTo>
                    <a:pt x="4143" y="5428"/>
                    <a:pt x="3867" y="5704"/>
                    <a:pt x="3535" y="5704"/>
                  </a:cubicBezTo>
                  <a:lnTo>
                    <a:pt x="166" y="5704"/>
                  </a:lnTo>
                  <a:lnTo>
                    <a:pt x="166" y="6740"/>
                  </a:lnTo>
                  <a:lnTo>
                    <a:pt x="2072" y="6740"/>
                  </a:lnTo>
                  <a:lnTo>
                    <a:pt x="2072" y="7596"/>
                  </a:lnTo>
                  <a:lnTo>
                    <a:pt x="3107" y="7596"/>
                  </a:lnTo>
                  <a:lnTo>
                    <a:pt x="3107" y="6740"/>
                  </a:lnTo>
                  <a:lnTo>
                    <a:pt x="3535" y="6740"/>
                  </a:lnTo>
                  <a:cubicBezTo>
                    <a:pt x="4447" y="6740"/>
                    <a:pt x="5179" y="6008"/>
                    <a:pt x="5179" y="5097"/>
                  </a:cubicBezTo>
                  <a:cubicBezTo>
                    <a:pt x="5179" y="4296"/>
                    <a:pt x="4599" y="3605"/>
                    <a:pt x="3812" y="3481"/>
                  </a:cubicBezTo>
                  <a:lnTo>
                    <a:pt x="1533" y="3094"/>
                  </a:lnTo>
                  <a:cubicBezTo>
                    <a:pt x="1243" y="3053"/>
                    <a:pt x="1036" y="2804"/>
                    <a:pt x="1036" y="2500"/>
                  </a:cubicBezTo>
                  <a:cubicBezTo>
                    <a:pt x="1036" y="2169"/>
                    <a:pt x="1312" y="1893"/>
                    <a:pt x="1643" y="1893"/>
                  </a:cubicBezTo>
                  <a:lnTo>
                    <a:pt x="4999" y="1893"/>
                  </a:lnTo>
                  <a:lnTo>
                    <a:pt x="4999" y="857"/>
                  </a:lnTo>
                  <a:lnTo>
                    <a:pt x="3107" y="857"/>
                  </a:lnTo>
                  <a:lnTo>
                    <a:pt x="3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213"/>
            <p:cNvSpPr/>
            <p:nvPr/>
          </p:nvSpPr>
          <p:spPr>
            <a:xfrm>
              <a:off x="8449146" y="2261432"/>
              <a:ext cx="261289" cy="290342"/>
            </a:xfrm>
            <a:custGeom>
              <a:avLst/>
              <a:gdLst/>
              <a:ahLst/>
              <a:cxnLst/>
              <a:rect l="l" t="t" r="r" b="b"/>
              <a:pathLst>
                <a:path w="12429" h="13811" extrusionOk="0">
                  <a:moveTo>
                    <a:pt x="11393" y="5345"/>
                  </a:moveTo>
                  <a:lnTo>
                    <a:pt x="6215" y="1313"/>
                  </a:lnTo>
                  <a:lnTo>
                    <a:pt x="1036" y="5345"/>
                  </a:lnTo>
                  <a:lnTo>
                    <a:pt x="1036" y="12775"/>
                  </a:lnTo>
                  <a:lnTo>
                    <a:pt x="11393" y="12775"/>
                  </a:lnTo>
                  <a:close/>
                  <a:moveTo>
                    <a:pt x="6215" y="1"/>
                  </a:moveTo>
                  <a:lnTo>
                    <a:pt x="12429" y="4834"/>
                  </a:lnTo>
                  <a:lnTo>
                    <a:pt x="12429" y="13811"/>
                  </a:lnTo>
                  <a:lnTo>
                    <a:pt x="0" y="13811"/>
                  </a:lnTo>
                  <a:lnTo>
                    <a:pt x="0" y="48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6" name="Google Shape;2376;p213"/>
          <p:cNvSpPr/>
          <p:nvPr/>
        </p:nvSpPr>
        <p:spPr>
          <a:xfrm>
            <a:off x="2740402" y="2763681"/>
            <a:ext cx="261310" cy="290342"/>
          </a:xfrm>
          <a:custGeom>
            <a:avLst/>
            <a:gdLst/>
            <a:ahLst/>
            <a:cxnLst/>
            <a:rect l="l" t="t" r="r" b="b"/>
            <a:pathLst>
              <a:path w="12430" h="13811" extrusionOk="0">
                <a:moveTo>
                  <a:pt x="6215" y="1"/>
                </a:moveTo>
                <a:lnTo>
                  <a:pt x="12429" y="4834"/>
                </a:lnTo>
                <a:lnTo>
                  <a:pt x="12429" y="13810"/>
                </a:lnTo>
                <a:lnTo>
                  <a:pt x="7941" y="13810"/>
                </a:lnTo>
                <a:lnTo>
                  <a:pt x="7941" y="9322"/>
                </a:lnTo>
                <a:lnTo>
                  <a:pt x="4489" y="9322"/>
                </a:lnTo>
                <a:lnTo>
                  <a:pt x="4489" y="13810"/>
                </a:lnTo>
                <a:lnTo>
                  <a:pt x="0" y="13810"/>
                </a:lnTo>
                <a:lnTo>
                  <a:pt x="0" y="4834"/>
                </a:lnTo>
                <a:close/>
                <a:moveTo>
                  <a:pt x="6215" y="1313"/>
                </a:moveTo>
                <a:lnTo>
                  <a:pt x="11393" y="5345"/>
                </a:lnTo>
                <a:lnTo>
                  <a:pt x="11393" y="12775"/>
                </a:lnTo>
                <a:lnTo>
                  <a:pt x="8977" y="12775"/>
                </a:lnTo>
                <a:lnTo>
                  <a:pt x="8977" y="8286"/>
                </a:lnTo>
                <a:lnTo>
                  <a:pt x="3453" y="8286"/>
                </a:lnTo>
                <a:lnTo>
                  <a:pt x="3453" y="12775"/>
                </a:lnTo>
                <a:lnTo>
                  <a:pt x="1036" y="12775"/>
                </a:lnTo>
                <a:lnTo>
                  <a:pt x="1036" y="534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213"/>
          <p:cNvSpPr/>
          <p:nvPr/>
        </p:nvSpPr>
        <p:spPr>
          <a:xfrm>
            <a:off x="3296636" y="2778207"/>
            <a:ext cx="290342" cy="261289"/>
          </a:xfrm>
          <a:custGeom>
            <a:avLst/>
            <a:gdLst/>
            <a:ahLst/>
            <a:cxnLst/>
            <a:rect l="l" t="t" r="r" b="b"/>
            <a:pathLst>
              <a:path w="13811" h="12429" extrusionOk="0">
                <a:moveTo>
                  <a:pt x="13811" y="6905"/>
                </a:moveTo>
                <a:lnTo>
                  <a:pt x="13811" y="12429"/>
                </a:lnTo>
                <a:lnTo>
                  <a:pt x="1" y="12429"/>
                </a:lnTo>
                <a:lnTo>
                  <a:pt x="1" y="6905"/>
                </a:lnTo>
                <a:lnTo>
                  <a:pt x="2072" y="0"/>
                </a:lnTo>
                <a:lnTo>
                  <a:pt x="11739" y="0"/>
                </a:lnTo>
                <a:close/>
                <a:moveTo>
                  <a:pt x="2846" y="1036"/>
                </a:moveTo>
                <a:lnTo>
                  <a:pt x="1078" y="6905"/>
                </a:lnTo>
                <a:lnTo>
                  <a:pt x="4834" y="6905"/>
                </a:lnTo>
                <a:lnTo>
                  <a:pt x="5525" y="8286"/>
                </a:lnTo>
                <a:lnTo>
                  <a:pt x="8287" y="8286"/>
                </a:lnTo>
                <a:lnTo>
                  <a:pt x="8977" y="6905"/>
                </a:lnTo>
                <a:lnTo>
                  <a:pt x="12733" y="6905"/>
                </a:lnTo>
                <a:lnTo>
                  <a:pt x="10966" y="1036"/>
                </a:lnTo>
                <a:lnTo>
                  <a:pt x="2846" y="1036"/>
                </a:lnTo>
                <a:close/>
                <a:moveTo>
                  <a:pt x="1037" y="7941"/>
                </a:moveTo>
                <a:lnTo>
                  <a:pt x="1037" y="11393"/>
                </a:lnTo>
                <a:lnTo>
                  <a:pt x="12775" y="11393"/>
                </a:lnTo>
                <a:lnTo>
                  <a:pt x="12775" y="7941"/>
                </a:lnTo>
                <a:lnTo>
                  <a:pt x="9612" y="7941"/>
                </a:lnTo>
                <a:lnTo>
                  <a:pt x="8922" y="9322"/>
                </a:lnTo>
                <a:lnTo>
                  <a:pt x="4889" y="9322"/>
                </a:lnTo>
                <a:lnTo>
                  <a:pt x="4199" y="794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8" name="Google Shape;2378;p213"/>
          <p:cNvGrpSpPr/>
          <p:nvPr/>
        </p:nvGrpSpPr>
        <p:grpSpPr>
          <a:xfrm>
            <a:off x="3867397" y="2763681"/>
            <a:ext cx="290342" cy="290342"/>
            <a:chOff x="3867397" y="2763681"/>
            <a:chExt cx="290342" cy="290342"/>
          </a:xfrm>
        </p:grpSpPr>
        <p:sp>
          <p:nvSpPr>
            <p:cNvPr id="2379" name="Google Shape;2379;p213"/>
            <p:cNvSpPr/>
            <p:nvPr/>
          </p:nvSpPr>
          <p:spPr>
            <a:xfrm>
              <a:off x="3867397" y="2763681"/>
              <a:ext cx="290342" cy="290342"/>
            </a:xfrm>
            <a:custGeom>
              <a:avLst/>
              <a:gdLst/>
              <a:ahLst/>
              <a:cxnLst/>
              <a:rect l="l" t="t" r="r" b="b"/>
              <a:pathLst>
                <a:path w="13811" h="13811" extrusionOk="0">
                  <a:moveTo>
                    <a:pt x="6906" y="12775"/>
                  </a:moveTo>
                  <a:cubicBezTo>
                    <a:pt x="10151" y="12775"/>
                    <a:pt x="12775" y="10151"/>
                    <a:pt x="12775" y="6905"/>
                  </a:cubicBezTo>
                  <a:cubicBezTo>
                    <a:pt x="12775" y="3660"/>
                    <a:pt x="10151" y="1036"/>
                    <a:pt x="6906" y="1036"/>
                  </a:cubicBezTo>
                  <a:cubicBezTo>
                    <a:pt x="3660" y="1036"/>
                    <a:pt x="1036" y="3660"/>
                    <a:pt x="1036" y="6905"/>
                  </a:cubicBezTo>
                  <a:cubicBezTo>
                    <a:pt x="1036" y="10151"/>
                    <a:pt x="3660" y="12775"/>
                    <a:pt x="6906" y="12775"/>
                  </a:cubicBezTo>
                  <a:close/>
                  <a:moveTo>
                    <a:pt x="6906" y="13810"/>
                  </a:moveTo>
                  <a:cubicBezTo>
                    <a:pt x="10717" y="13810"/>
                    <a:pt x="13810" y="10717"/>
                    <a:pt x="13810" y="6905"/>
                  </a:cubicBezTo>
                  <a:cubicBezTo>
                    <a:pt x="13810" y="3094"/>
                    <a:pt x="10717" y="1"/>
                    <a:pt x="6906" y="1"/>
                  </a:cubicBezTo>
                  <a:cubicBezTo>
                    <a:pt x="3094" y="1"/>
                    <a:pt x="1" y="3094"/>
                    <a:pt x="1" y="6905"/>
                  </a:cubicBezTo>
                  <a:cubicBezTo>
                    <a:pt x="1" y="10717"/>
                    <a:pt x="3094" y="13810"/>
                    <a:pt x="6906" y="1381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213"/>
            <p:cNvSpPr/>
            <p:nvPr/>
          </p:nvSpPr>
          <p:spPr>
            <a:xfrm>
              <a:off x="4001521" y="2894315"/>
              <a:ext cx="21800" cy="87117"/>
            </a:xfrm>
            <a:custGeom>
              <a:avLst/>
              <a:gdLst/>
              <a:ahLst/>
              <a:cxnLst/>
              <a:rect l="l" t="t" r="r" b="b"/>
              <a:pathLst>
                <a:path w="1037" h="4144" extrusionOk="0">
                  <a:moveTo>
                    <a:pt x="1" y="4144"/>
                  </a:moveTo>
                  <a:lnTo>
                    <a:pt x="1" y="1"/>
                  </a:lnTo>
                  <a:lnTo>
                    <a:pt x="1036" y="1"/>
                  </a:lnTo>
                  <a:lnTo>
                    <a:pt x="1036" y="414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213"/>
            <p:cNvSpPr/>
            <p:nvPr/>
          </p:nvSpPr>
          <p:spPr>
            <a:xfrm>
              <a:off x="4001521" y="2836272"/>
              <a:ext cx="21800" cy="29032"/>
            </a:xfrm>
            <a:custGeom>
              <a:avLst/>
              <a:gdLst/>
              <a:ahLst/>
              <a:cxnLst/>
              <a:rect l="l" t="t" r="r" b="b"/>
              <a:pathLst>
                <a:path w="1037" h="1381" extrusionOk="0">
                  <a:moveTo>
                    <a:pt x="1" y="1381"/>
                  </a:moveTo>
                  <a:lnTo>
                    <a:pt x="1" y="0"/>
                  </a:lnTo>
                  <a:lnTo>
                    <a:pt x="1036" y="0"/>
                  </a:lnTo>
                  <a:lnTo>
                    <a:pt x="1036" y="138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2" name="Google Shape;2382;p213"/>
          <p:cNvSpPr/>
          <p:nvPr/>
        </p:nvSpPr>
        <p:spPr>
          <a:xfrm>
            <a:off x="4439903" y="2767465"/>
            <a:ext cx="283068" cy="283068"/>
          </a:xfrm>
          <a:custGeom>
            <a:avLst/>
            <a:gdLst/>
            <a:ahLst/>
            <a:cxnLst/>
            <a:rect l="l" t="t" r="r" b="b"/>
            <a:pathLst>
              <a:path w="13465" h="13465" extrusionOk="0">
                <a:moveTo>
                  <a:pt x="0" y="6725"/>
                </a:moveTo>
                <a:cubicBezTo>
                  <a:pt x="0" y="3011"/>
                  <a:pt x="3011" y="0"/>
                  <a:pt x="6726" y="0"/>
                </a:cubicBezTo>
                <a:cubicBezTo>
                  <a:pt x="10441" y="0"/>
                  <a:pt x="13465" y="3011"/>
                  <a:pt x="13465" y="6725"/>
                </a:cubicBezTo>
                <a:cubicBezTo>
                  <a:pt x="13465" y="10440"/>
                  <a:pt x="10441" y="13465"/>
                  <a:pt x="6726" y="13465"/>
                </a:cubicBezTo>
                <a:cubicBezTo>
                  <a:pt x="3011" y="13465"/>
                  <a:pt x="0" y="10440"/>
                  <a:pt x="0" y="6725"/>
                </a:cubicBezTo>
                <a:close/>
                <a:moveTo>
                  <a:pt x="1050" y="6214"/>
                </a:moveTo>
                <a:cubicBezTo>
                  <a:pt x="1271" y="3839"/>
                  <a:pt x="2928" y="1892"/>
                  <a:pt x="5151" y="1257"/>
                </a:cubicBezTo>
                <a:cubicBezTo>
                  <a:pt x="5013" y="1519"/>
                  <a:pt x="4889" y="1837"/>
                  <a:pt x="4765" y="2168"/>
                </a:cubicBezTo>
                <a:cubicBezTo>
                  <a:pt x="4419" y="3245"/>
                  <a:pt x="4185" y="4654"/>
                  <a:pt x="4143" y="6214"/>
                </a:cubicBezTo>
                <a:lnTo>
                  <a:pt x="1050" y="6214"/>
                </a:lnTo>
                <a:close/>
                <a:moveTo>
                  <a:pt x="1050" y="7250"/>
                </a:moveTo>
                <a:cubicBezTo>
                  <a:pt x="1271" y="9612"/>
                  <a:pt x="2928" y="11559"/>
                  <a:pt x="5151" y="12208"/>
                </a:cubicBezTo>
                <a:cubicBezTo>
                  <a:pt x="5013" y="11932"/>
                  <a:pt x="4889" y="11614"/>
                  <a:pt x="4765" y="11283"/>
                </a:cubicBezTo>
                <a:cubicBezTo>
                  <a:pt x="4419" y="10205"/>
                  <a:pt x="4185" y="8797"/>
                  <a:pt x="4143" y="7250"/>
                </a:cubicBezTo>
                <a:lnTo>
                  <a:pt x="1050" y="7250"/>
                </a:lnTo>
                <a:close/>
                <a:moveTo>
                  <a:pt x="5179" y="7250"/>
                </a:moveTo>
                <a:cubicBezTo>
                  <a:pt x="5220" y="8714"/>
                  <a:pt x="5441" y="10012"/>
                  <a:pt x="5759" y="10951"/>
                </a:cubicBezTo>
                <a:cubicBezTo>
                  <a:pt x="5925" y="11490"/>
                  <a:pt x="6132" y="11876"/>
                  <a:pt x="6325" y="12139"/>
                </a:cubicBezTo>
                <a:cubicBezTo>
                  <a:pt x="6532" y="12387"/>
                  <a:pt x="6670" y="12429"/>
                  <a:pt x="6726" y="12429"/>
                </a:cubicBezTo>
                <a:cubicBezTo>
                  <a:pt x="6781" y="12429"/>
                  <a:pt x="6919" y="12387"/>
                  <a:pt x="7126" y="12139"/>
                </a:cubicBezTo>
                <a:cubicBezTo>
                  <a:pt x="7320" y="11876"/>
                  <a:pt x="7513" y="11490"/>
                  <a:pt x="7692" y="10951"/>
                </a:cubicBezTo>
                <a:cubicBezTo>
                  <a:pt x="8010" y="10012"/>
                  <a:pt x="8231" y="8714"/>
                  <a:pt x="8272" y="7250"/>
                </a:cubicBezTo>
                <a:lnTo>
                  <a:pt x="5179" y="7250"/>
                </a:lnTo>
                <a:close/>
                <a:moveTo>
                  <a:pt x="9308" y="7250"/>
                </a:moveTo>
                <a:cubicBezTo>
                  <a:pt x="9267" y="8797"/>
                  <a:pt x="9046" y="10205"/>
                  <a:pt x="8687" y="11283"/>
                </a:cubicBezTo>
                <a:cubicBezTo>
                  <a:pt x="8576" y="11614"/>
                  <a:pt x="8438" y="11932"/>
                  <a:pt x="8300" y="12208"/>
                </a:cubicBezTo>
                <a:cubicBezTo>
                  <a:pt x="10523" y="11559"/>
                  <a:pt x="12181" y="9612"/>
                  <a:pt x="12401" y="7236"/>
                </a:cubicBezTo>
                <a:lnTo>
                  <a:pt x="9308" y="7236"/>
                </a:lnTo>
                <a:close/>
                <a:moveTo>
                  <a:pt x="12401" y="6214"/>
                </a:moveTo>
                <a:lnTo>
                  <a:pt x="9308" y="6214"/>
                </a:lnTo>
                <a:cubicBezTo>
                  <a:pt x="9267" y="4654"/>
                  <a:pt x="9046" y="3245"/>
                  <a:pt x="8687" y="2168"/>
                </a:cubicBezTo>
                <a:cubicBezTo>
                  <a:pt x="8576" y="1837"/>
                  <a:pt x="8438" y="1519"/>
                  <a:pt x="8300" y="1257"/>
                </a:cubicBezTo>
                <a:cubicBezTo>
                  <a:pt x="10523" y="1892"/>
                  <a:pt x="12181" y="3839"/>
                  <a:pt x="12401" y="6214"/>
                </a:cubicBezTo>
                <a:close/>
                <a:moveTo>
                  <a:pt x="8272" y="6214"/>
                </a:moveTo>
                <a:lnTo>
                  <a:pt x="5179" y="6214"/>
                </a:lnTo>
                <a:cubicBezTo>
                  <a:pt x="5220" y="4737"/>
                  <a:pt x="5441" y="3439"/>
                  <a:pt x="5759" y="2500"/>
                </a:cubicBezTo>
                <a:cubicBezTo>
                  <a:pt x="5925" y="1961"/>
                  <a:pt x="6132" y="1574"/>
                  <a:pt x="6325" y="1326"/>
                </a:cubicBezTo>
                <a:cubicBezTo>
                  <a:pt x="6532" y="1063"/>
                  <a:pt x="6670" y="1022"/>
                  <a:pt x="6726" y="1022"/>
                </a:cubicBezTo>
                <a:cubicBezTo>
                  <a:pt x="6781" y="1022"/>
                  <a:pt x="6919" y="1063"/>
                  <a:pt x="7126" y="1326"/>
                </a:cubicBezTo>
                <a:cubicBezTo>
                  <a:pt x="7320" y="1574"/>
                  <a:pt x="7513" y="1961"/>
                  <a:pt x="7692" y="2500"/>
                </a:cubicBezTo>
                <a:cubicBezTo>
                  <a:pt x="8010" y="3439"/>
                  <a:pt x="8231" y="4737"/>
                  <a:pt x="8272" y="62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3" name="Google Shape;2383;p213"/>
          <p:cNvGrpSpPr/>
          <p:nvPr/>
        </p:nvGrpSpPr>
        <p:grpSpPr>
          <a:xfrm>
            <a:off x="5008624" y="2788067"/>
            <a:ext cx="290342" cy="241570"/>
            <a:chOff x="5008624" y="2788067"/>
            <a:chExt cx="290342" cy="241570"/>
          </a:xfrm>
        </p:grpSpPr>
        <p:sp>
          <p:nvSpPr>
            <p:cNvPr id="2384" name="Google Shape;2384;p213"/>
            <p:cNvSpPr/>
            <p:nvPr/>
          </p:nvSpPr>
          <p:spPr>
            <a:xfrm>
              <a:off x="5008624" y="2921623"/>
              <a:ext cx="290342" cy="108014"/>
            </a:xfrm>
            <a:custGeom>
              <a:avLst/>
              <a:gdLst/>
              <a:ahLst/>
              <a:cxnLst/>
              <a:rect l="l" t="t" r="r" b="b"/>
              <a:pathLst>
                <a:path w="13811" h="5138" extrusionOk="0">
                  <a:moveTo>
                    <a:pt x="1672" y="0"/>
                  </a:moveTo>
                  <a:lnTo>
                    <a:pt x="1" y="994"/>
                  </a:lnTo>
                  <a:lnTo>
                    <a:pt x="6905" y="5137"/>
                  </a:lnTo>
                  <a:lnTo>
                    <a:pt x="13810" y="994"/>
                  </a:lnTo>
                  <a:lnTo>
                    <a:pt x="12139" y="0"/>
                  </a:lnTo>
                  <a:lnTo>
                    <a:pt x="11131" y="608"/>
                  </a:lnTo>
                  <a:lnTo>
                    <a:pt x="11794" y="994"/>
                  </a:lnTo>
                  <a:lnTo>
                    <a:pt x="6905" y="3936"/>
                  </a:lnTo>
                  <a:lnTo>
                    <a:pt x="2017" y="994"/>
                  </a:lnTo>
                  <a:lnTo>
                    <a:pt x="2680" y="608"/>
                  </a:lnTo>
                  <a:lnTo>
                    <a:pt x="16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213"/>
            <p:cNvSpPr/>
            <p:nvPr/>
          </p:nvSpPr>
          <p:spPr>
            <a:xfrm>
              <a:off x="5008624" y="2788067"/>
              <a:ext cx="290342" cy="174213"/>
            </a:xfrm>
            <a:custGeom>
              <a:avLst/>
              <a:gdLst/>
              <a:ahLst/>
              <a:cxnLst/>
              <a:rect l="l" t="t" r="r" b="b"/>
              <a:pathLst>
                <a:path w="13811" h="8287" extrusionOk="0">
                  <a:moveTo>
                    <a:pt x="1" y="4144"/>
                  </a:moveTo>
                  <a:lnTo>
                    <a:pt x="6905" y="8286"/>
                  </a:lnTo>
                  <a:lnTo>
                    <a:pt x="13810" y="4144"/>
                  </a:lnTo>
                  <a:lnTo>
                    <a:pt x="6905" y="1"/>
                  </a:lnTo>
                  <a:close/>
                  <a:moveTo>
                    <a:pt x="2017" y="4144"/>
                  </a:moveTo>
                  <a:lnTo>
                    <a:pt x="6905" y="7071"/>
                  </a:lnTo>
                  <a:lnTo>
                    <a:pt x="11794" y="4144"/>
                  </a:lnTo>
                  <a:lnTo>
                    <a:pt x="6905" y="120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6" name="Google Shape;2386;p213"/>
          <p:cNvSpPr/>
          <p:nvPr/>
        </p:nvSpPr>
        <p:spPr>
          <a:xfrm>
            <a:off x="5577346" y="2773267"/>
            <a:ext cx="281638" cy="281912"/>
          </a:xfrm>
          <a:custGeom>
            <a:avLst/>
            <a:gdLst/>
            <a:ahLst/>
            <a:cxnLst/>
            <a:rect l="l" t="t" r="r" b="b"/>
            <a:pathLst>
              <a:path w="13397" h="13410" extrusionOk="0">
                <a:moveTo>
                  <a:pt x="2804" y="11352"/>
                </a:moveTo>
                <a:cubicBezTo>
                  <a:pt x="5248" y="13410"/>
                  <a:pt x="8908" y="13299"/>
                  <a:pt x="11200" y="10993"/>
                </a:cubicBezTo>
                <a:cubicBezTo>
                  <a:pt x="11932" y="10261"/>
                  <a:pt x="12443" y="9405"/>
                  <a:pt x="12733" y="8493"/>
                </a:cubicBezTo>
                <a:cubicBezTo>
                  <a:pt x="12858" y="8093"/>
                  <a:pt x="12940" y="7692"/>
                  <a:pt x="12982" y="7292"/>
                </a:cubicBezTo>
                <a:lnTo>
                  <a:pt x="12982" y="7278"/>
                </a:lnTo>
                <a:lnTo>
                  <a:pt x="12982" y="7278"/>
                </a:lnTo>
                <a:lnTo>
                  <a:pt x="12982" y="7278"/>
                </a:lnTo>
                <a:lnTo>
                  <a:pt x="13396" y="0"/>
                </a:lnTo>
                <a:cubicBezTo>
                  <a:pt x="13051" y="28"/>
                  <a:pt x="12706" y="42"/>
                  <a:pt x="12360" y="56"/>
                </a:cubicBezTo>
                <a:cubicBezTo>
                  <a:pt x="11905" y="83"/>
                  <a:pt x="11435" y="97"/>
                  <a:pt x="10979" y="111"/>
                </a:cubicBezTo>
                <a:cubicBezTo>
                  <a:pt x="9364" y="180"/>
                  <a:pt x="7734" y="249"/>
                  <a:pt x="6132" y="415"/>
                </a:cubicBezTo>
                <a:lnTo>
                  <a:pt x="6118" y="415"/>
                </a:lnTo>
                <a:cubicBezTo>
                  <a:pt x="4765" y="567"/>
                  <a:pt x="3453" y="1160"/>
                  <a:pt x="2417" y="2196"/>
                </a:cubicBezTo>
                <a:cubicBezTo>
                  <a:pt x="111" y="4502"/>
                  <a:pt x="1" y="8176"/>
                  <a:pt x="2072" y="10620"/>
                </a:cubicBezTo>
                <a:lnTo>
                  <a:pt x="526" y="12167"/>
                </a:lnTo>
                <a:lnTo>
                  <a:pt x="1257" y="12899"/>
                </a:lnTo>
                <a:lnTo>
                  <a:pt x="2804" y="11352"/>
                </a:lnTo>
                <a:close/>
                <a:moveTo>
                  <a:pt x="11960" y="7168"/>
                </a:moveTo>
                <a:lnTo>
                  <a:pt x="11960" y="7140"/>
                </a:lnTo>
                <a:lnTo>
                  <a:pt x="12305" y="1091"/>
                </a:lnTo>
                <a:cubicBezTo>
                  <a:pt x="11863" y="1119"/>
                  <a:pt x="11408" y="1133"/>
                  <a:pt x="10979" y="1147"/>
                </a:cubicBezTo>
                <a:cubicBezTo>
                  <a:pt x="9378" y="1216"/>
                  <a:pt x="7817" y="1285"/>
                  <a:pt x="6243" y="1450"/>
                </a:cubicBezTo>
                <a:lnTo>
                  <a:pt x="6243" y="1450"/>
                </a:lnTo>
                <a:cubicBezTo>
                  <a:pt x="5110" y="1575"/>
                  <a:pt x="4019" y="2072"/>
                  <a:pt x="3149" y="2942"/>
                </a:cubicBezTo>
                <a:cubicBezTo>
                  <a:pt x="1244" y="4834"/>
                  <a:pt x="1133" y="7844"/>
                  <a:pt x="2804" y="9888"/>
                </a:cubicBezTo>
                <a:lnTo>
                  <a:pt x="9502" y="3190"/>
                </a:lnTo>
                <a:lnTo>
                  <a:pt x="10234" y="3922"/>
                </a:lnTo>
                <a:lnTo>
                  <a:pt x="3536" y="10620"/>
                </a:lnTo>
                <a:cubicBezTo>
                  <a:pt x="5580" y="12277"/>
                  <a:pt x="8577" y="12153"/>
                  <a:pt x="10468" y="10261"/>
                </a:cubicBezTo>
                <a:cubicBezTo>
                  <a:pt x="11338" y="9391"/>
                  <a:pt x="11836" y="8300"/>
                  <a:pt x="11960" y="71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7" name="Google Shape;2387;p213"/>
          <p:cNvGrpSpPr/>
          <p:nvPr/>
        </p:nvGrpSpPr>
        <p:grpSpPr>
          <a:xfrm>
            <a:off x="6163201" y="2825529"/>
            <a:ext cx="261310" cy="166940"/>
            <a:chOff x="6163201" y="2825529"/>
            <a:chExt cx="261310" cy="166940"/>
          </a:xfrm>
        </p:grpSpPr>
        <p:sp>
          <p:nvSpPr>
            <p:cNvPr id="2388" name="Google Shape;2388;p213"/>
            <p:cNvSpPr/>
            <p:nvPr/>
          </p:nvSpPr>
          <p:spPr>
            <a:xfrm>
              <a:off x="6235792" y="2825529"/>
              <a:ext cx="188719" cy="21779"/>
            </a:xfrm>
            <a:custGeom>
              <a:avLst/>
              <a:gdLst/>
              <a:ahLst/>
              <a:cxnLst/>
              <a:rect l="l" t="t" r="r" b="b"/>
              <a:pathLst>
                <a:path w="8977" h="1036" extrusionOk="0">
                  <a:moveTo>
                    <a:pt x="8976" y="1036"/>
                  </a:moveTo>
                  <a:lnTo>
                    <a:pt x="0" y="1036"/>
                  </a:lnTo>
                  <a:lnTo>
                    <a:pt x="0" y="0"/>
                  </a:lnTo>
                  <a:lnTo>
                    <a:pt x="89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213"/>
            <p:cNvSpPr/>
            <p:nvPr/>
          </p:nvSpPr>
          <p:spPr>
            <a:xfrm>
              <a:off x="6163201" y="2825529"/>
              <a:ext cx="29053" cy="21779"/>
            </a:xfrm>
            <a:custGeom>
              <a:avLst/>
              <a:gdLst/>
              <a:ahLst/>
              <a:cxnLst/>
              <a:rect l="l" t="t" r="r" b="b"/>
              <a:pathLst>
                <a:path w="1382" h="1036" extrusionOk="0">
                  <a:moveTo>
                    <a:pt x="1382" y="1036"/>
                  </a:moveTo>
                  <a:lnTo>
                    <a:pt x="1" y="1036"/>
                  </a:lnTo>
                  <a:lnTo>
                    <a:pt x="1" y="0"/>
                  </a:lnTo>
                  <a:lnTo>
                    <a:pt x="13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213"/>
            <p:cNvSpPr/>
            <p:nvPr/>
          </p:nvSpPr>
          <p:spPr>
            <a:xfrm>
              <a:off x="6235792" y="2898099"/>
              <a:ext cx="188719" cy="21800"/>
            </a:xfrm>
            <a:custGeom>
              <a:avLst/>
              <a:gdLst/>
              <a:ahLst/>
              <a:cxnLst/>
              <a:rect l="l" t="t" r="r" b="b"/>
              <a:pathLst>
                <a:path w="8977" h="1037" extrusionOk="0">
                  <a:moveTo>
                    <a:pt x="8976" y="1036"/>
                  </a:moveTo>
                  <a:lnTo>
                    <a:pt x="0" y="1036"/>
                  </a:lnTo>
                  <a:lnTo>
                    <a:pt x="0" y="0"/>
                  </a:lnTo>
                  <a:lnTo>
                    <a:pt x="89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213"/>
            <p:cNvSpPr/>
            <p:nvPr/>
          </p:nvSpPr>
          <p:spPr>
            <a:xfrm>
              <a:off x="6163201" y="2898099"/>
              <a:ext cx="29053" cy="21800"/>
            </a:xfrm>
            <a:custGeom>
              <a:avLst/>
              <a:gdLst/>
              <a:ahLst/>
              <a:cxnLst/>
              <a:rect l="l" t="t" r="r" b="b"/>
              <a:pathLst>
                <a:path w="1382" h="1037" extrusionOk="0">
                  <a:moveTo>
                    <a:pt x="1382" y="1036"/>
                  </a:moveTo>
                  <a:lnTo>
                    <a:pt x="1" y="1036"/>
                  </a:lnTo>
                  <a:lnTo>
                    <a:pt x="1" y="0"/>
                  </a:lnTo>
                  <a:lnTo>
                    <a:pt x="13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213"/>
            <p:cNvSpPr/>
            <p:nvPr/>
          </p:nvSpPr>
          <p:spPr>
            <a:xfrm>
              <a:off x="6235792" y="2970668"/>
              <a:ext cx="188719" cy="21800"/>
            </a:xfrm>
            <a:custGeom>
              <a:avLst/>
              <a:gdLst/>
              <a:ahLst/>
              <a:cxnLst/>
              <a:rect l="l" t="t" r="r" b="b"/>
              <a:pathLst>
                <a:path w="8977" h="1037" extrusionOk="0">
                  <a:moveTo>
                    <a:pt x="8976" y="1037"/>
                  </a:moveTo>
                  <a:lnTo>
                    <a:pt x="0" y="1037"/>
                  </a:lnTo>
                  <a:lnTo>
                    <a:pt x="0" y="1"/>
                  </a:lnTo>
                  <a:lnTo>
                    <a:pt x="89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213"/>
            <p:cNvSpPr/>
            <p:nvPr/>
          </p:nvSpPr>
          <p:spPr>
            <a:xfrm>
              <a:off x="6163201" y="2970668"/>
              <a:ext cx="29053" cy="21800"/>
            </a:xfrm>
            <a:custGeom>
              <a:avLst/>
              <a:gdLst/>
              <a:ahLst/>
              <a:cxnLst/>
              <a:rect l="l" t="t" r="r" b="b"/>
              <a:pathLst>
                <a:path w="1382" h="1037" extrusionOk="0">
                  <a:moveTo>
                    <a:pt x="1382" y="1037"/>
                  </a:moveTo>
                  <a:lnTo>
                    <a:pt x="1" y="1037"/>
                  </a:lnTo>
                  <a:lnTo>
                    <a:pt x="1" y="1"/>
                  </a:lnTo>
                  <a:lnTo>
                    <a:pt x="1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4" name="Google Shape;2394;p213"/>
          <p:cNvGrpSpPr/>
          <p:nvPr/>
        </p:nvGrpSpPr>
        <p:grpSpPr>
          <a:xfrm>
            <a:off x="6749939" y="2763681"/>
            <a:ext cx="232257" cy="290342"/>
            <a:chOff x="6749939" y="2763681"/>
            <a:chExt cx="232257" cy="290342"/>
          </a:xfrm>
        </p:grpSpPr>
        <p:sp>
          <p:nvSpPr>
            <p:cNvPr id="2395" name="Google Shape;2395;p213"/>
            <p:cNvSpPr/>
            <p:nvPr/>
          </p:nvSpPr>
          <p:spPr>
            <a:xfrm>
              <a:off x="6807982" y="2821745"/>
              <a:ext cx="116149" cy="116149"/>
            </a:xfrm>
            <a:custGeom>
              <a:avLst/>
              <a:gdLst/>
              <a:ahLst/>
              <a:cxnLst/>
              <a:rect l="l" t="t" r="r" b="b"/>
              <a:pathLst>
                <a:path w="5525" h="5525" extrusionOk="0">
                  <a:moveTo>
                    <a:pt x="2763" y="4489"/>
                  </a:moveTo>
                  <a:cubicBezTo>
                    <a:pt x="3716" y="4489"/>
                    <a:pt x="4489" y="3715"/>
                    <a:pt x="4489" y="2762"/>
                  </a:cubicBezTo>
                  <a:cubicBezTo>
                    <a:pt x="4489" y="1810"/>
                    <a:pt x="3716" y="1036"/>
                    <a:pt x="2763" y="1036"/>
                  </a:cubicBezTo>
                  <a:cubicBezTo>
                    <a:pt x="1810" y="1036"/>
                    <a:pt x="1037" y="1810"/>
                    <a:pt x="1037" y="2762"/>
                  </a:cubicBezTo>
                  <a:cubicBezTo>
                    <a:pt x="1037" y="3715"/>
                    <a:pt x="1810" y="4489"/>
                    <a:pt x="2763" y="4489"/>
                  </a:cubicBezTo>
                  <a:close/>
                  <a:moveTo>
                    <a:pt x="5525" y="2762"/>
                  </a:moveTo>
                  <a:cubicBezTo>
                    <a:pt x="5525" y="4295"/>
                    <a:pt x="4296" y="5524"/>
                    <a:pt x="2763" y="5524"/>
                  </a:cubicBezTo>
                  <a:cubicBezTo>
                    <a:pt x="1244" y="5524"/>
                    <a:pt x="1" y="4295"/>
                    <a:pt x="1" y="2762"/>
                  </a:cubicBezTo>
                  <a:cubicBezTo>
                    <a:pt x="1" y="1243"/>
                    <a:pt x="1244" y="1"/>
                    <a:pt x="2763" y="1"/>
                  </a:cubicBezTo>
                  <a:cubicBezTo>
                    <a:pt x="4296" y="1"/>
                    <a:pt x="5525" y="1243"/>
                    <a:pt x="5525" y="27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213"/>
            <p:cNvSpPr/>
            <p:nvPr/>
          </p:nvSpPr>
          <p:spPr>
            <a:xfrm>
              <a:off x="6749939" y="2763681"/>
              <a:ext cx="232257" cy="290342"/>
            </a:xfrm>
            <a:custGeom>
              <a:avLst/>
              <a:gdLst/>
              <a:ahLst/>
              <a:cxnLst/>
              <a:rect l="l" t="t" r="r" b="b"/>
              <a:pathLst>
                <a:path w="11048" h="13811" extrusionOk="0">
                  <a:moveTo>
                    <a:pt x="9018" y="8342"/>
                  </a:moveTo>
                  <a:lnTo>
                    <a:pt x="9032" y="8328"/>
                  </a:lnTo>
                  <a:cubicBezTo>
                    <a:pt x="9653" y="7554"/>
                    <a:pt x="10012" y="6588"/>
                    <a:pt x="10012" y="5524"/>
                  </a:cubicBezTo>
                  <a:cubicBezTo>
                    <a:pt x="10012" y="3039"/>
                    <a:pt x="8010" y="1036"/>
                    <a:pt x="5524" y="1036"/>
                  </a:cubicBezTo>
                  <a:cubicBezTo>
                    <a:pt x="3052" y="1036"/>
                    <a:pt x="1036" y="3039"/>
                    <a:pt x="1036" y="5524"/>
                  </a:cubicBezTo>
                  <a:cubicBezTo>
                    <a:pt x="1036" y="6588"/>
                    <a:pt x="1409" y="7554"/>
                    <a:pt x="2030" y="8328"/>
                  </a:cubicBezTo>
                  <a:lnTo>
                    <a:pt x="2030" y="8328"/>
                  </a:lnTo>
                  <a:cubicBezTo>
                    <a:pt x="2900" y="9419"/>
                    <a:pt x="3839" y="10441"/>
                    <a:pt x="4806" y="11476"/>
                  </a:cubicBezTo>
                  <a:cubicBezTo>
                    <a:pt x="5041" y="11739"/>
                    <a:pt x="5289" y="12001"/>
                    <a:pt x="5524" y="12264"/>
                  </a:cubicBezTo>
                  <a:close/>
                  <a:moveTo>
                    <a:pt x="5524" y="13810"/>
                  </a:moveTo>
                  <a:cubicBezTo>
                    <a:pt x="5303" y="13548"/>
                    <a:pt x="5068" y="13299"/>
                    <a:pt x="4833" y="13037"/>
                  </a:cubicBezTo>
                  <a:cubicBezTo>
                    <a:pt x="4585" y="12761"/>
                    <a:pt x="4336" y="12498"/>
                    <a:pt x="4074" y="12222"/>
                  </a:cubicBezTo>
                  <a:cubicBezTo>
                    <a:pt x="3093" y="11159"/>
                    <a:pt x="2113" y="10095"/>
                    <a:pt x="1215" y="8977"/>
                  </a:cubicBezTo>
                  <a:lnTo>
                    <a:pt x="1215" y="8977"/>
                  </a:lnTo>
                  <a:cubicBezTo>
                    <a:pt x="456" y="8038"/>
                    <a:pt x="0" y="6836"/>
                    <a:pt x="0" y="5524"/>
                  </a:cubicBezTo>
                  <a:cubicBezTo>
                    <a:pt x="0" y="2473"/>
                    <a:pt x="2472" y="1"/>
                    <a:pt x="5524" y="1"/>
                  </a:cubicBezTo>
                  <a:cubicBezTo>
                    <a:pt x="8576" y="1"/>
                    <a:pt x="11048" y="2473"/>
                    <a:pt x="11048" y="5524"/>
                  </a:cubicBezTo>
                  <a:cubicBezTo>
                    <a:pt x="11048" y="6394"/>
                    <a:pt x="10854" y="7209"/>
                    <a:pt x="10495" y="7941"/>
                  </a:cubicBezTo>
                  <a:cubicBezTo>
                    <a:pt x="10316" y="8314"/>
                    <a:pt x="10095" y="8659"/>
                    <a:pt x="9846" y="8977"/>
                  </a:cubicBezTo>
                  <a:lnTo>
                    <a:pt x="9846" y="8977"/>
                  </a:lnTo>
                  <a:lnTo>
                    <a:pt x="9846" y="8977"/>
                  </a:lnTo>
                  <a:lnTo>
                    <a:pt x="9846" y="897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7" name="Google Shape;2397;p213"/>
          <p:cNvGrpSpPr/>
          <p:nvPr/>
        </p:nvGrpSpPr>
        <p:grpSpPr>
          <a:xfrm>
            <a:off x="7293392" y="2792713"/>
            <a:ext cx="290342" cy="232278"/>
            <a:chOff x="7293392" y="2792713"/>
            <a:chExt cx="290342" cy="232278"/>
          </a:xfrm>
        </p:grpSpPr>
        <p:sp>
          <p:nvSpPr>
            <p:cNvPr id="2398" name="Google Shape;2398;p213"/>
            <p:cNvSpPr/>
            <p:nvPr/>
          </p:nvSpPr>
          <p:spPr>
            <a:xfrm>
              <a:off x="7293392" y="2792713"/>
              <a:ext cx="290342" cy="232278"/>
            </a:xfrm>
            <a:custGeom>
              <a:avLst/>
              <a:gdLst/>
              <a:ahLst/>
              <a:cxnLst/>
              <a:rect l="l" t="t" r="r" b="b"/>
              <a:pathLst>
                <a:path w="13811" h="11049" extrusionOk="0">
                  <a:moveTo>
                    <a:pt x="12775" y="1036"/>
                  </a:moveTo>
                  <a:lnTo>
                    <a:pt x="1037" y="1036"/>
                  </a:lnTo>
                  <a:lnTo>
                    <a:pt x="1037" y="10013"/>
                  </a:lnTo>
                  <a:lnTo>
                    <a:pt x="12775" y="10013"/>
                  </a:lnTo>
                  <a:close/>
                  <a:moveTo>
                    <a:pt x="1" y="1"/>
                  </a:moveTo>
                  <a:lnTo>
                    <a:pt x="1" y="11048"/>
                  </a:lnTo>
                  <a:lnTo>
                    <a:pt x="13810" y="11048"/>
                  </a:lnTo>
                  <a:lnTo>
                    <a:pt x="138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213"/>
            <p:cNvSpPr/>
            <p:nvPr/>
          </p:nvSpPr>
          <p:spPr>
            <a:xfrm>
              <a:off x="7336950" y="2840035"/>
              <a:ext cx="203225" cy="81315"/>
            </a:xfrm>
            <a:custGeom>
              <a:avLst/>
              <a:gdLst/>
              <a:ahLst/>
              <a:cxnLst/>
              <a:rect l="l" t="t" r="r" b="b"/>
              <a:pathLst>
                <a:path w="9667" h="3868" extrusionOk="0">
                  <a:moveTo>
                    <a:pt x="0" y="1"/>
                  </a:moveTo>
                  <a:lnTo>
                    <a:pt x="0" y="1174"/>
                  </a:lnTo>
                  <a:lnTo>
                    <a:pt x="4834" y="3867"/>
                  </a:lnTo>
                  <a:lnTo>
                    <a:pt x="9667" y="1174"/>
                  </a:lnTo>
                  <a:lnTo>
                    <a:pt x="9667" y="1"/>
                  </a:lnTo>
                  <a:lnTo>
                    <a:pt x="4834" y="2680"/>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0" name="Google Shape;2400;p213"/>
          <p:cNvGrpSpPr/>
          <p:nvPr/>
        </p:nvGrpSpPr>
        <p:grpSpPr>
          <a:xfrm>
            <a:off x="7865898" y="2778207"/>
            <a:ext cx="290342" cy="261289"/>
            <a:chOff x="7865898" y="2778207"/>
            <a:chExt cx="290342" cy="261289"/>
          </a:xfrm>
        </p:grpSpPr>
        <p:sp>
          <p:nvSpPr>
            <p:cNvPr id="2401" name="Google Shape;2401;p213"/>
            <p:cNvSpPr/>
            <p:nvPr/>
          </p:nvSpPr>
          <p:spPr>
            <a:xfrm>
              <a:off x="7865898" y="2778207"/>
              <a:ext cx="217751" cy="261289"/>
            </a:xfrm>
            <a:custGeom>
              <a:avLst/>
              <a:gdLst/>
              <a:ahLst/>
              <a:cxnLst/>
              <a:rect l="l" t="t" r="r" b="b"/>
              <a:pathLst>
                <a:path w="10358" h="12429" extrusionOk="0">
                  <a:moveTo>
                    <a:pt x="2942" y="7595"/>
                  </a:moveTo>
                  <a:lnTo>
                    <a:pt x="0" y="7595"/>
                  </a:lnTo>
                  <a:lnTo>
                    <a:pt x="0" y="2072"/>
                  </a:lnTo>
                  <a:lnTo>
                    <a:pt x="3453" y="2072"/>
                  </a:lnTo>
                  <a:lnTo>
                    <a:pt x="10358" y="0"/>
                  </a:lnTo>
                  <a:lnTo>
                    <a:pt x="10358" y="9667"/>
                  </a:lnTo>
                  <a:lnTo>
                    <a:pt x="3978" y="7747"/>
                  </a:lnTo>
                  <a:lnTo>
                    <a:pt x="3978" y="12429"/>
                  </a:lnTo>
                  <a:lnTo>
                    <a:pt x="2942" y="12429"/>
                  </a:lnTo>
                  <a:close/>
                  <a:moveTo>
                    <a:pt x="2942" y="3107"/>
                  </a:moveTo>
                  <a:lnTo>
                    <a:pt x="2942" y="6560"/>
                  </a:lnTo>
                  <a:lnTo>
                    <a:pt x="1036" y="6560"/>
                  </a:lnTo>
                  <a:lnTo>
                    <a:pt x="1036" y="3107"/>
                  </a:lnTo>
                  <a:close/>
                  <a:moveTo>
                    <a:pt x="3978" y="6670"/>
                  </a:moveTo>
                  <a:lnTo>
                    <a:pt x="9322" y="8272"/>
                  </a:lnTo>
                  <a:lnTo>
                    <a:pt x="9322" y="1395"/>
                  </a:lnTo>
                  <a:lnTo>
                    <a:pt x="3978" y="299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213"/>
            <p:cNvSpPr/>
            <p:nvPr/>
          </p:nvSpPr>
          <p:spPr>
            <a:xfrm>
              <a:off x="8098154" y="2821745"/>
              <a:ext cx="58085" cy="116149"/>
            </a:xfrm>
            <a:custGeom>
              <a:avLst/>
              <a:gdLst/>
              <a:ahLst/>
              <a:cxnLst/>
              <a:rect l="l" t="t" r="r" b="b"/>
              <a:pathLst>
                <a:path w="2763" h="5525" extrusionOk="0">
                  <a:moveTo>
                    <a:pt x="0" y="1"/>
                  </a:moveTo>
                  <a:lnTo>
                    <a:pt x="0" y="1036"/>
                  </a:lnTo>
                  <a:cubicBezTo>
                    <a:pt x="953" y="1036"/>
                    <a:pt x="1726" y="1810"/>
                    <a:pt x="1726" y="2762"/>
                  </a:cubicBezTo>
                  <a:cubicBezTo>
                    <a:pt x="1726" y="3715"/>
                    <a:pt x="953" y="4489"/>
                    <a:pt x="0" y="4489"/>
                  </a:cubicBezTo>
                  <a:lnTo>
                    <a:pt x="0" y="5524"/>
                  </a:lnTo>
                  <a:cubicBezTo>
                    <a:pt x="1533" y="5524"/>
                    <a:pt x="2762" y="4295"/>
                    <a:pt x="2762" y="2762"/>
                  </a:cubicBezTo>
                  <a:cubicBezTo>
                    <a:pt x="2762" y="1243"/>
                    <a:pt x="1533"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3" name="Google Shape;2403;p213"/>
          <p:cNvGrpSpPr/>
          <p:nvPr/>
        </p:nvGrpSpPr>
        <p:grpSpPr>
          <a:xfrm>
            <a:off x="8434619" y="2763681"/>
            <a:ext cx="290342" cy="290342"/>
            <a:chOff x="8434619" y="2763681"/>
            <a:chExt cx="290342" cy="290342"/>
          </a:xfrm>
        </p:grpSpPr>
        <p:sp>
          <p:nvSpPr>
            <p:cNvPr id="2404" name="Google Shape;2404;p213"/>
            <p:cNvSpPr/>
            <p:nvPr/>
          </p:nvSpPr>
          <p:spPr>
            <a:xfrm>
              <a:off x="8434619" y="2763681"/>
              <a:ext cx="290342" cy="290342"/>
            </a:xfrm>
            <a:custGeom>
              <a:avLst/>
              <a:gdLst/>
              <a:ahLst/>
              <a:cxnLst/>
              <a:rect l="l" t="t" r="r" b="b"/>
              <a:pathLst>
                <a:path w="13811" h="13811" extrusionOk="0">
                  <a:moveTo>
                    <a:pt x="6906" y="12775"/>
                  </a:moveTo>
                  <a:cubicBezTo>
                    <a:pt x="10151" y="12775"/>
                    <a:pt x="12775" y="10151"/>
                    <a:pt x="12775" y="6905"/>
                  </a:cubicBezTo>
                  <a:cubicBezTo>
                    <a:pt x="12775" y="3660"/>
                    <a:pt x="10151" y="1036"/>
                    <a:pt x="6906" y="1036"/>
                  </a:cubicBezTo>
                  <a:cubicBezTo>
                    <a:pt x="3674" y="1036"/>
                    <a:pt x="1036" y="3660"/>
                    <a:pt x="1036" y="6905"/>
                  </a:cubicBezTo>
                  <a:lnTo>
                    <a:pt x="1036" y="12775"/>
                  </a:lnTo>
                  <a:close/>
                  <a:moveTo>
                    <a:pt x="13810" y="6905"/>
                  </a:moveTo>
                  <a:cubicBezTo>
                    <a:pt x="13810" y="10717"/>
                    <a:pt x="10731" y="13810"/>
                    <a:pt x="6906" y="13810"/>
                  </a:cubicBezTo>
                  <a:lnTo>
                    <a:pt x="1" y="13810"/>
                  </a:lnTo>
                  <a:lnTo>
                    <a:pt x="1" y="6905"/>
                  </a:lnTo>
                  <a:cubicBezTo>
                    <a:pt x="1" y="3094"/>
                    <a:pt x="3094" y="1"/>
                    <a:pt x="6906" y="1"/>
                  </a:cubicBezTo>
                  <a:cubicBezTo>
                    <a:pt x="10731" y="1"/>
                    <a:pt x="13810" y="3094"/>
                    <a:pt x="13810" y="69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213"/>
            <p:cNvSpPr/>
            <p:nvPr/>
          </p:nvSpPr>
          <p:spPr>
            <a:xfrm>
              <a:off x="8521715" y="2869067"/>
              <a:ext cx="116149" cy="21800"/>
            </a:xfrm>
            <a:custGeom>
              <a:avLst/>
              <a:gdLst/>
              <a:ahLst/>
              <a:cxnLst/>
              <a:rect l="l" t="t" r="r" b="b"/>
              <a:pathLst>
                <a:path w="5525" h="1037" extrusionOk="0">
                  <a:moveTo>
                    <a:pt x="5524" y="1036"/>
                  </a:moveTo>
                  <a:lnTo>
                    <a:pt x="1" y="1036"/>
                  </a:lnTo>
                  <a:lnTo>
                    <a:pt x="1" y="1"/>
                  </a:lnTo>
                  <a:lnTo>
                    <a:pt x="5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213"/>
            <p:cNvSpPr/>
            <p:nvPr/>
          </p:nvSpPr>
          <p:spPr>
            <a:xfrm>
              <a:off x="8521715" y="2927131"/>
              <a:ext cx="116149" cy="21800"/>
            </a:xfrm>
            <a:custGeom>
              <a:avLst/>
              <a:gdLst/>
              <a:ahLst/>
              <a:cxnLst/>
              <a:rect l="l" t="t" r="r" b="b"/>
              <a:pathLst>
                <a:path w="5525" h="1037" extrusionOk="0">
                  <a:moveTo>
                    <a:pt x="5524" y="1036"/>
                  </a:moveTo>
                  <a:lnTo>
                    <a:pt x="1" y="1036"/>
                  </a:lnTo>
                  <a:lnTo>
                    <a:pt x="1" y="0"/>
                  </a:lnTo>
                  <a:lnTo>
                    <a:pt x="55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7" name="Google Shape;2407;p213"/>
          <p:cNvSpPr/>
          <p:nvPr/>
        </p:nvSpPr>
        <p:spPr>
          <a:xfrm>
            <a:off x="2729659" y="3273182"/>
            <a:ext cx="283068" cy="283089"/>
          </a:xfrm>
          <a:custGeom>
            <a:avLst/>
            <a:gdLst/>
            <a:ahLst/>
            <a:cxnLst/>
            <a:rect l="l" t="t" r="r" b="b"/>
            <a:pathLst>
              <a:path w="13465" h="13466" extrusionOk="0">
                <a:moveTo>
                  <a:pt x="3453" y="1"/>
                </a:moveTo>
                <a:lnTo>
                  <a:pt x="9557" y="1"/>
                </a:lnTo>
                <a:lnTo>
                  <a:pt x="8659" y="2238"/>
                </a:lnTo>
                <a:lnTo>
                  <a:pt x="9557" y="4489"/>
                </a:lnTo>
                <a:lnTo>
                  <a:pt x="4489" y="4489"/>
                </a:lnTo>
                <a:lnTo>
                  <a:pt x="4489" y="5828"/>
                </a:lnTo>
                <a:lnTo>
                  <a:pt x="8107" y="9446"/>
                </a:lnTo>
                <a:lnTo>
                  <a:pt x="10178" y="7375"/>
                </a:lnTo>
                <a:lnTo>
                  <a:pt x="13465" y="10662"/>
                </a:lnTo>
                <a:lnTo>
                  <a:pt x="13465" y="13465"/>
                </a:lnTo>
                <a:lnTo>
                  <a:pt x="1" y="13465"/>
                </a:lnTo>
                <a:lnTo>
                  <a:pt x="1" y="9281"/>
                </a:lnTo>
                <a:lnTo>
                  <a:pt x="3453" y="5828"/>
                </a:lnTo>
                <a:close/>
                <a:moveTo>
                  <a:pt x="8038" y="3453"/>
                </a:moveTo>
                <a:lnTo>
                  <a:pt x="4489" y="3453"/>
                </a:lnTo>
                <a:lnTo>
                  <a:pt x="4489" y="1036"/>
                </a:lnTo>
                <a:lnTo>
                  <a:pt x="8038" y="1036"/>
                </a:lnTo>
                <a:lnTo>
                  <a:pt x="7554" y="2238"/>
                </a:lnTo>
                <a:close/>
                <a:moveTo>
                  <a:pt x="1036" y="12429"/>
                </a:moveTo>
                <a:lnTo>
                  <a:pt x="1036" y="9709"/>
                </a:lnTo>
                <a:lnTo>
                  <a:pt x="3964" y="6767"/>
                </a:lnTo>
                <a:lnTo>
                  <a:pt x="8107" y="10910"/>
                </a:lnTo>
                <a:lnTo>
                  <a:pt x="10178" y="8839"/>
                </a:lnTo>
                <a:lnTo>
                  <a:pt x="12429" y="11090"/>
                </a:lnTo>
                <a:lnTo>
                  <a:pt x="12429" y="1242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8" name="Google Shape;2408;p213"/>
          <p:cNvGrpSpPr/>
          <p:nvPr/>
        </p:nvGrpSpPr>
        <p:grpSpPr>
          <a:xfrm>
            <a:off x="3340195" y="3269419"/>
            <a:ext cx="203246" cy="290321"/>
            <a:chOff x="3340195" y="3269419"/>
            <a:chExt cx="203246" cy="290321"/>
          </a:xfrm>
        </p:grpSpPr>
        <p:sp>
          <p:nvSpPr>
            <p:cNvPr id="2409" name="Google Shape;2409;p213"/>
            <p:cNvSpPr/>
            <p:nvPr/>
          </p:nvSpPr>
          <p:spPr>
            <a:xfrm>
              <a:off x="3340195" y="3269419"/>
              <a:ext cx="203246" cy="290321"/>
            </a:xfrm>
            <a:custGeom>
              <a:avLst/>
              <a:gdLst/>
              <a:ahLst/>
              <a:cxnLst/>
              <a:rect l="l" t="t" r="r" b="b"/>
              <a:pathLst>
                <a:path w="9668" h="13810" extrusionOk="0">
                  <a:moveTo>
                    <a:pt x="8631" y="12774"/>
                  </a:moveTo>
                  <a:lnTo>
                    <a:pt x="8631" y="1036"/>
                  </a:lnTo>
                  <a:lnTo>
                    <a:pt x="1036" y="1036"/>
                  </a:lnTo>
                  <a:lnTo>
                    <a:pt x="1036" y="12774"/>
                  </a:lnTo>
                  <a:close/>
                  <a:moveTo>
                    <a:pt x="0" y="0"/>
                  </a:moveTo>
                  <a:lnTo>
                    <a:pt x="0" y="13810"/>
                  </a:lnTo>
                  <a:lnTo>
                    <a:pt x="9667" y="13810"/>
                  </a:lnTo>
                  <a:lnTo>
                    <a:pt x="96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213"/>
            <p:cNvSpPr/>
            <p:nvPr/>
          </p:nvSpPr>
          <p:spPr>
            <a:xfrm>
              <a:off x="3427291" y="3312957"/>
              <a:ext cx="29053" cy="29053"/>
            </a:xfrm>
            <a:custGeom>
              <a:avLst/>
              <a:gdLst/>
              <a:ahLst/>
              <a:cxnLst/>
              <a:rect l="l" t="t" r="r" b="b"/>
              <a:pathLst>
                <a:path w="1382" h="1382" extrusionOk="0">
                  <a:moveTo>
                    <a:pt x="691" y="1"/>
                  </a:moveTo>
                  <a:cubicBezTo>
                    <a:pt x="304" y="1"/>
                    <a:pt x="0" y="318"/>
                    <a:pt x="0" y="691"/>
                  </a:cubicBezTo>
                  <a:cubicBezTo>
                    <a:pt x="0" y="1078"/>
                    <a:pt x="304" y="1381"/>
                    <a:pt x="691" y="1381"/>
                  </a:cubicBezTo>
                  <a:cubicBezTo>
                    <a:pt x="1077" y="1381"/>
                    <a:pt x="1381" y="1078"/>
                    <a:pt x="1381" y="691"/>
                  </a:cubicBezTo>
                  <a:cubicBezTo>
                    <a:pt x="1381" y="318"/>
                    <a:pt x="1077" y="1"/>
                    <a:pt x="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1" name="Google Shape;2411;p213"/>
          <p:cNvGrpSpPr/>
          <p:nvPr/>
        </p:nvGrpSpPr>
        <p:grpSpPr>
          <a:xfrm>
            <a:off x="3867691" y="3262145"/>
            <a:ext cx="289459" cy="304847"/>
            <a:chOff x="3867691" y="3262145"/>
            <a:chExt cx="289459" cy="304847"/>
          </a:xfrm>
        </p:grpSpPr>
        <p:sp>
          <p:nvSpPr>
            <p:cNvPr id="2412" name="Google Shape;2412;p213"/>
            <p:cNvSpPr/>
            <p:nvPr/>
          </p:nvSpPr>
          <p:spPr>
            <a:xfrm>
              <a:off x="3867691" y="3262145"/>
              <a:ext cx="289459" cy="246804"/>
            </a:xfrm>
            <a:custGeom>
              <a:avLst/>
              <a:gdLst/>
              <a:ahLst/>
              <a:cxnLst/>
              <a:rect l="l" t="t" r="r" b="b"/>
              <a:pathLst>
                <a:path w="13769" h="11740" extrusionOk="0">
                  <a:moveTo>
                    <a:pt x="12388" y="9668"/>
                  </a:moveTo>
                  <a:lnTo>
                    <a:pt x="12388" y="5511"/>
                  </a:lnTo>
                  <a:cubicBezTo>
                    <a:pt x="12388" y="2473"/>
                    <a:pt x="9916" y="1"/>
                    <a:pt x="6878" y="1"/>
                  </a:cubicBezTo>
                  <a:cubicBezTo>
                    <a:pt x="3840" y="1"/>
                    <a:pt x="1368" y="2487"/>
                    <a:pt x="1381" y="5525"/>
                  </a:cubicBezTo>
                  <a:lnTo>
                    <a:pt x="1381" y="9668"/>
                  </a:lnTo>
                  <a:lnTo>
                    <a:pt x="0" y="10358"/>
                  </a:lnTo>
                  <a:lnTo>
                    <a:pt x="0" y="11739"/>
                  </a:lnTo>
                  <a:lnTo>
                    <a:pt x="13769" y="11739"/>
                  </a:lnTo>
                  <a:lnTo>
                    <a:pt x="13769" y="10358"/>
                  </a:lnTo>
                  <a:close/>
                  <a:moveTo>
                    <a:pt x="12139" y="10703"/>
                  </a:moveTo>
                  <a:lnTo>
                    <a:pt x="11352" y="10317"/>
                  </a:lnTo>
                  <a:lnTo>
                    <a:pt x="11352" y="5511"/>
                  </a:lnTo>
                  <a:cubicBezTo>
                    <a:pt x="11352" y="3039"/>
                    <a:pt x="9350" y="1037"/>
                    <a:pt x="6878" y="1037"/>
                  </a:cubicBezTo>
                  <a:cubicBezTo>
                    <a:pt x="4420" y="1037"/>
                    <a:pt x="2403" y="3053"/>
                    <a:pt x="2417" y="5525"/>
                  </a:cubicBezTo>
                  <a:lnTo>
                    <a:pt x="2431" y="10317"/>
                  </a:lnTo>
                  <a:lnTo>
                    <a:pt x="1630" y="10717"/>
                  </a:lnTo>
                  <a:lnTo>
                    <a:pt x="12139" y="1071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213"/>
            <p:cNvSpPr/>
            <p:nvPr/>
          </p:nvSpPr>
          <p:spPr>
            <a:xfrm>
              <a:off x="3968431" y="3523434"/>
              <a:ext cx="87117" cy="43559"/>
            </a:xfrm>
            <a:custGeom>
              <a:avLst/>
              <a:gdLst/>
              <a:ahLst/>
              <a:cxnLst/>
              <a:rect l="l" t="t" r="r" b="b"/>
              <a:pathLst>
                <a:path w="4144" h="2072" extrusionOk="0">
                  <a:moveTo>
                    <a:pt x="0" y="1"/>
                  </a:moveTo>
                  <a:cubicBezTo>
                    <a:pt x="0" y="1147"/>
                    <a:pt x="926" y="2072"/>
                    <a:pt x="2072" y="2072"/>
                  </a:cubicBezTo>
                  <a:cubicBezTo>
                    <a:pt x="3218" y="2072"/>
                    <a:pt x="4143" y="1147"/>
                    <a:pt x="4143" y="1"/>
                  </a:cubicBezTo>
                  <a:lnTo>
                    <a:pt x="3108" y="1"/>
                  </a:lnTo>
                  <a:cubicBezTo>
                    <a:pt x="3108" y="581"/>
                    <a:pt x="2638" y="1036"/>
                    <a:pt x="2072" y="1036"/>
                  </a:cubicBezTo>
                  <a:cubicBezTo>
                    <a:pt x="1506" y="1036"/>
                    <a:pt x="1036" y="581"/>
                    <a:pt x="10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4" name="Google Shape;2414;p213"/>
          <p:cNvGrpSpPr/>
          <p:nvPr/>
        </p:nvGrpSpPr>
        <p:grpSpPr>
          <a:xfrm>
            <a:off x="4450645" y="3283925"/>
            <a:ext cx="261310" cy="261310"/>
            <a:chOff x="4450645" y="3283925"/>
            <a:chExt cx="261310" cy="261310"/>
          </a:xfrm>
        </p:grpSpPr>
        <p:sp>
          <p:nvSpPr>
            <p:cNvPr id="2415" name="Google Shape;2415;p213"/>
            <p:cNvSpPr/>
            <p:nvPr/>
          </p:nvSpPr>
          <p:spPr>
            <a:xfrm>
              <a:off x="4450645" y="3283925"/>
              <a:ext cx="261310" cy="261310"/>
            </a:xfrm>
            <a:custGeom>
              <a:avLst/>
              <a:gdLst/>
              <a:ahLst/>
              <a:cxnLst/>
              <a:rect l="l" t="t" r="r" b="b"/>
              <a:pathLst>
                <a:path w="12430" h="12430" extrusionOk="0">
                  <a:moveTo>
                    <a:pt x="0" y="1"/>
                  </a:moveTo>
                  <a:lnTo>
                    <a:pt x="0" y="12429"/>
                  </a:lnTo>
                  <a:lnTo>
                    <a:pt x="12429" y="12429"/>
                  </a:lnTo>
                  <a:lnTo>
                    <a:pt x="12429" y="5524"/>
                  </a:lnTo>
                  <a:lnTo>
                    <a:pt x="11393" y="5524"/>
                  </a:lnTo>
                  <a:lnTo>
                    <a:pt x="11393" y="11394"/>
                  </a:lnTo>
                  <a:lnTo>
                    <a:pt x="1036" y="11394"/>
                  </a:lnTo>
                  <a:lnTo>
                    <a:pt x="1036" y="1036"/>
                  </a:lnTo>
                  <a:lnTo>
                    <a:pt x="6905" y="1036"/>
                  </a:lnTo>
                  <a:lnTo>
                    <a:pt x="69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213"/>
            <p:cNvSpPr/>
            <p:nvPr/>
          </p:nvSpPr>
          <p:spPr>
            <a:xfrm>
              <a:off x="4588259" y="3283925"/>
              <a:ext cx="123696" cy="123991"/>
            </a:xfrm>
            <a:custGeom>
              <a:avLst/>
              <a:gdLst/>
              <a:ahLst/>
              <a:cxnLst/>
              <a:rect l="l" t="t" r="r" b="b"/>
              <a:pathLst>
                <a:path w="5884" h="5898" extrusionOk="0">
                  <a:moveTo>
                    <a:pt x="1920" y="1"/>
                  </a:moveTo>
                  <a:lnTo>
                    <a:pt x="1920" y="1036"/>
                  </a:lnTo>
                  <a:lnTo>
                    <a:pt x="4115" y="1036"/>
                  </a:lnTo>
                  <a:lnTo>
                    <a:pt x="0" y="5165"/>
                  </a:lnTo>
                  <a:lnTo>
                    <a:pt x="732" y="5897"/>
                  </a:lnTo>
                  <a:lnTo>
                    <a:pt x="4847" y="1768"/>
                  </a:lnTo>
                  <a:lnTo>
                    <a:pt x="4847" y="3978"/>
                  </a:lnTo>
                  <a:lnTo>
                    <a:pt x="5883" y="3978"/>
                  </a:lnTo>
                  <a:lnTo>
                    <a:pt x="58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7" name="Google Shape;2417;p213"/>
          <p:cNvGrpSpPr/>
          <p:nvPr/>
        </p:nvGrpSpPr>
        <p:grpSpPr>
          <a:xfrm>
            <a:off x="4994119" y="3254893"/>
            <a:ext cx="319353" cy="319374"/>
            <a:chOff x="4994119" y="3254893"/>
            <a:chExt cx="319353" cy="319374"/>
          </a:xfrm>
        </p:grpSpPr>
        <p:sp>
          <p:nvSpPr>
            <p:cNvPr id="2418" name="Google Shape;2418;p213"/>
            <p:cNvSpPr/>
            <p:nvPr/>
          </p:nvSpPr>
          <p:spPr>
            <a:xfrm>
              <a:off x="5095721" y="3312957"/>
              <a:ext cx="116149" cy="116149"/>
            </a:xfrm>
            <a:custGeom>
              <a:avLst/>
              <a:gdLst/>
              <a:ahLst/>
              <a:cxnLst/>
              <a:rect l="l" t="t" r="r" b="b"/>
              <a:pathLst>
                <a:path w="5525" h="5525" extrusionOk="0">
                  <a:moveTo>
                    <a:pt x="2762" y="4489"/>
                  </a:moveTo>
                  <a:cubicBezTo>
                    <a:pt x="3715" y="4489"/>
                    <a:pt x="4489" y="3715"/>
                    <a:pt x="4489" y="2762"/>
                  </a:cubicBezTo>
                  <a:cubicBezTo>
                    <a:pt x="4489" y="1810"/>
                    <a:pt x="3715" y="1036"/>
                    <a:pt x="2762" y="1036"/>
                  </a:cubicBezTo>
                  <a:cubicBezTo>
                    <a:pt x="1810" y="1036"/>
                    <a:pt x="1036" y="1810"/>
                    <a:pt x="1036" y="2762"/>
                  </a:cubicBezTo>
                  <a:cubicBezTo>
                    <a:pt x="1036" y="3715"/>
                    <a:pt x="1810" y="4489"/>
                    <a:pt x="2762" y="4489"/>
                  </a:cubicBezTo>
                  <a:close/>
                  <a:moveTo>
                    <a:pt x="2762" y="5524"/>
                  </a:moveTo>
                  <a:cubicBezTo>
                    <a:pt x="4281" y="5524"/>
                    <a:pt x="5524" y="4295"/>
                    <a:pt x="5524" y="2762"/>
                  </a:cubicBezTo>
                  <a:cubicBezTo>
                    <a:pt x="5524" y="1243"/>
                    <a:pt x="4281" y="1"/>
                    <a:pt x="2762" y="1"/>
                  </a:cubicBezTo>
                  <a:cubicBezTo>
                    <a:pt x="1230" y="1"/>
                    <a:pt x="0" y="1243"/>
                    <a:pt x="0" y="2762"/>
                  </a:cubicBezTo>
                  <a:cubicBezTo>
                    <a:pt x="0" y="4295"/>
                    <a:pt x="1230" y="5524"/>
                    <a:pt x="2762" y="5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213"/>
            <p:cNvSpPr/>
            <p:nvPr/>
          </p:nvSpPr>
          <p:spPr>
            <a:xfrm>
              <a:off x="4994119" y="3254893"/>
              <a:ext cx="319353" cy="319374"/>
            </a:xfrm>
            <a:custGeom>
              <a:avLst/>
              <a:gdLst/>
              <a:ahLst/>
              <a:cxnLst/>
              <a:rect l="l" t="t" r="r" b="b"/>
              <a:pathLst>
                <a:path w="15191" h="15192" extrusionOk="0">
                  <a:moveTo>
                    <a:pt x="15191" y="7596"/>
                  </a:moveTo>
                  <a:cubicBezTo>
                    <a:pt x="15191" y="11794"/>
                    <a:pt x="11794" y="15191"/>
                    <a:pt x="7595" y="15191"/>
                  </a:cubicBezTo>
                  <a:cubicBezTo>
                    <a:pt x="3397" y="15191"/>
                    <a:pt x="0" y="11794"/>
                    <a:pt x="0" y="7596"/>
                  </a:cubicBezTo>
                  <a:cubicBezTo>
                    <a:pt x="0" y="3412"/>
                    <a:pt x="3397" y="1"/>
                    <a:pt x="7595" y="1"/>
                  </a:cubicBezTo>
                  <a:cubicBezTo>
                    <a:pt x="11794" y="1"/>
                    <a:pt x="15191" y="3412"/>
                    <a:pt x="15191" y="7596"/>
                  </a:cubicBezTo>
                  <a:close/>
                  <a:moveTo>
                    <a:pt x="11559" y="12830"/>
                  </a:moveTo>
                  <a:cubicBezTo>
                    <a:pt x="10454" y="13658"/>
                    <a:pt x="9087" y="14155"/>
                    <a:pt x="7595" y="14155"/>
                  </a:cubicBezTo>
                  <a:cubicBezTo>
                    <a:pt x="6104" y="14155"/>
                    <a:pt x="4737" y="13672"/>
                    <a:pt x="3632" y="12830"/>
                  </a:cubicBezTo>
                  <a:cubicBezTo>
                    <a:pt x="4543" y="11642"/>
                    <a:pt x="5980" y="10883"/>
                    <a:pt x="7595" y="10883"/>
                  </a:cubicBezTo>
                  <a:cubicBezTo>
                    <a:pt x="9211" y="10883"/>
                    <a:pt x="10647" y="11642"/>
                    <a:pt x="11559" y="12830"/>
                  </a:cubicBezTo>
                  <a:close/>
                  <a:moveTo>
                    <a:pt x="12332" y="12139"/>
                  </a:moveTo>
                  <a:cubicBezTo>
                    <a:pt x="11227" y="10745"/>
                    <a:pt x="9515" y="9847"/>
                    <a:pt x="7595" y="9847"/>
                  </a:cubicBezTo>
                  <a:cubicBezTo>
                    <a:pt x="5676" y="9847"/>
                    <a:pt x="3963" y="10745"/>
                    <a:pt x="2859" y="12139"/>
                  </a:cubicBezTo>
                  <a:cubicBezTo>
                    <a:pt x="1726" y="10965"/>
                    <a:pt x="1036" y="9364"/>
                    <a:pt x="1036" y="7596"/>
                  </a:cubicBezTo>
                  <a:cubicBezTo>
                    <a:pt x="1036" y="3978"/>
                    <a:pt x="3977" y="1036"/>
                    <a:pt x="7595" y="1036"/>
                  </a:cubicBezTo>
                  <a:cubicBezTo>
                    <a:pt x="11214" y="1036"/>
                    <a:pt x="14155" y="3978"/>
                    <a:pt x="14155" y="7596"/>
                  </a:cubicBezTo>
                  <a:cubicBezTo>
                    <a:pt x="14155" y="9364"/>
                    <a:pt x="13465" y="10965"/>
                    <a:pt x="12332" y="1213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0" name="Google Shape;2420;p213"/>
          <p:cNvSpPr/>
          <p:nvPr/>
        </p:nvSpPr>
        <p:spPr>
          <a:xfrm>
            <a:off x="5595068" y="3287709"/>
            <a:ext cx="257526" cy="254036"/>
          </a:xfrm>
          <a:custGeom>
            <a:avLst/>
            <a:gdLst/>
            <a:ahLst/>
            <a:cxnLst/>
            <a:rect l="l" t="t" r="r" b="b"/>
            <a:pathLst>
              <a:path w="12250" h="12084" extrusionOk="0">
                <a:moveTo>
                  <a:pt x="6035" y="0"/>
                </a:moveTo>
                <a:cubicBezTo>
                  <a:pt x="2693" y="0"/>
                  <a:pt x="0" y="2707"/>
                  <a:pt x="0" y="6049"/>
                </a:cubicBezTo>
                <a:cubicBezTo>
                  <a:pt x="0" y="9377"/>
                  <a:pt x="2693" y="12084"/>
                  <a:pt x="6035" y="12084"/>
                </a:cubicBezTo>
                <a:cubicBezTo>
                  <a:pt x="9377" y="12084"/>
                  <a:pt x="12084" y="9377"/>
                  <a:pt x="12084" y="6049"/>
                </a:cubicBezTo>
                <a:lnTo>
                  <a:pt x="11048" y="6049"/>
                </a:lnTo>
                <a:cubicBezTo>
                  <a:pt x="11048" y="8811"/>
                  <a:pt x="8797" y="11048"/>
                  <a:pt x="6035" y="11048"/>
                </a:cubicBezTo>
                <a:cubicBezTo>
                  <a:pt x="3273" y="11048"/>
                  <a:pt x="1036" y="8811"/>
                  <a:pt x="1036" y="6049"/>
                </a:cubicBezTo>
                <a:lnTo>
                  <a:pt x="1036" y="6035"/>
                </a:lnTo>
                <a:cubicBezTo>
                  <a:pt x="1036" y="3273"/>
                  <a:pt x="3273" y="1036"/>
                  <a:pt x="6035" y="1036"/>
                </a:cubicBezTo>
                <a:cubicBezTo>
                  <a:pt x="7595" y="1036"/>
                  <a:pt x="8976" y="1740"/>
                  <a:pt x="9902" y="2859"/>
                </a:cubicBezTo>
                <a:lnTo>
                  <a:pt x="8106" y="4654"/>
                </a:lnTo>
                <a:lnTo>
                  <a:pt x="12249" y="4668"/>
                </a:lnTo>
                <a:lnTo>
                  <a:pt x="12249" y="525"/>
                </a:lnTo>
                <a:lnTo>
                  <a:pt x="10634" y="2127"/>
                </a:lnTo>
                <a:cubicBezTo>
                  <a:pt x="9529" y="829"/>
                  <a:pt x="7885" y="0"/>
                  <a:pt x="60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213"/>
          <p:cNvSpPr/>
          <p:nvPr/>
        </p:nvSpPr>
        <p:spPr>
          <a:xfrm>
            <a:off x="6203564" y="3275221"/>
            <a:ext cx="180310" cy="279011"/>
          </a:xfrm>
          <a:custGeom>
            <a:avLst/>
            <a:gdLst/>
            <a:ahLst/>
            <a:cxnLst/>
            <a:rect l="l" t="t" r="r" b="b"/>
            <a:pathLst>
              <a:path w="8577" h="13272" extrusionOk="0">
                <a:moveTo>
                  <a:pt x="290" y="0"/>
                </a:moveTo>
                <a:lnTo>
                  <a:pt x="290" y="1036"/>
                </a:lnTo>
                <a:lnTo>
                  <a:pt x="2693" y="1036"/>
                </a:lnTo>
                <a:cubicBezTo>
                  <a:pt x="3826" y="1036"/>
                  <a:pt x="4778" y="1768"/>
                  <a:pt x="5137" y="2762"/>
                </a:cubicBezTo>
                <a:lnTo>
                  <a:pt x="290" y="2762"/>
                </a:lnTo>
                <a:lnTo>
                  <a:pt x="290" y="3798"/>
                </a:lnTo>
                <a:lnTo>
                  <a:pt x="5276" y="3798"/>
                </a:lnTo>
                <a:cubicBezTo>
                  <a:pt x="5193" y="5151"/>
                  <a:pt x="4060" y="6215"/>
                  <a:pt x="2693" y="6215"/>
                </a:cubicBezTo>
                <a:lnTo>
                  <a:pt x="415" y="6215"/>
                </a:lnTo>
                <a:lnTo>
                  <a:pt x="0" y="7057"/>
                </a:lnTo>
                <a:lnTo>
                  <a:pt x="4709" y="13271"/>
                </a:lnTo>
                <a:lnTo>
                  <a:pt x="5538" y="12636"/>
                </a:lnTo>
                <a:lnTo>
                  <a:pt x="1450" y="7250"/>
                </a:lnTo>
                <a:lnTo>
                  <a:pt x="2693" y="7250"/>
                </a:lnTo>
                <a:cubicBezTo>
                  <a:pt x="4640" y="7250"/>
                  <a:pt x="6228" y="5717"/>
                  <a:pt x="6311" y="3798"/>
                </a:cubicBezTo>
                <a:lnTo>
                  <a:pt x="8576" y="3798"/>
                </a:lnTo>
                <a:lnTo>
                  <a:pt x="8576" y="2762"/>
                </a:lnTo>
                <a:lnTo>
                  <a:pt x="6215" y="2762"/>
                </a:lnTo>
                <a:cubicBezTo>
                  <a:pt x="6049" y="2099"/>
                  <a:pt x="5704" y="1506"/>
                  <a:pt x="5234" y="1036"/>
                </a:cubicBezTo>
                <a:lnTo>
                  <a:pt x="8576" y="1036"/>
                </a:lnTo>
                <a:lnTo>
                  <a:pt x="85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2" name="Google Shape;2422;p213"/>
          <p:cNvGrpSpPr/>
          <p:nvPr/>
        </p:nvGrpSpPr>
        <p:grpSpPr>
          <a:xfrm>
            <a:off x="6720907" y="3269419"/>
            <a:ext cx="290321" cy="290321"/>
            <a:chOff x="6720907" y="3269419"/>
            <a:chExt cx="290321" cy="290321"/>
          </a:xfrm>
        </p:grpSpPr>
        <p:sp>
          <p:nvSpPr>
            <p:cNvPr id="2423" name="Google Shape;2423;p213"/>
            <p:cNvSpPr/>
            <p:nvPr/>
          </p:nvSpPr>
          <p:spPr>
            <a:xfrm>
              <a:off x="6720907" y="3269419"/>
              <a:ext cx="290321" cy="290321"/>
            </a:xfrm>
            <a:custGeom>
              <a:avLst/>
              <a:gdLst/>
              <a:ahLst/>
              <a:cxnLst/>
              <a:rect l="l" t="t" r="r" b="b"/>
              <a:pathLst>
                <a:path w="13810" h="13810" extrusionOk="0">
                  <a:moveTo>
                    <a:pt x="6394" y="0"/>
                  </a:moveTo>
                  <a:lnTo>
                    <a:pt x="9322" y="0"/>
                  </a:lnTo>
                  <a:lnTo>
                    <a:pt x="9322" y="2072"/>
                  </a:lnTo>
                  <a:lnTo>
                    <a:pt x="7430" y="2072"/>
                  </a:lnTo>
                  <a:lnTo>
                    <a:pt x="7430" y="3080"/>
                  </a:lnTo>
                  <a:lnTo>
                    <a:pt x="10357" y="4833"/>
                  </a:lnTo>
                  <a:lnTo>
                    <a:pt x="10357" y="6214"/>
                  </a:lnTo>
                  <a:lnTo>
                    <a:pt x="13810" y="6214"/>
                  </a:lnTo>
                  <a:lnTo>
                    <a:pt x="13810" y="13810"/>
                  </a:lnTo>
                  <a:lnTo>
                    <a:pt x="0" y="13810"/>
                  </a:lnTo>
                  <a:lnTo>
                    <a:pt x="0" y="6214"/>
                  </a:lnTo>
                  <a:lnTo>
                    <a:pt x="3453" y="6214"/>
                  </a:lnTo>
                  <a:lnTo>
                    <a:pt x="3453" y="4833"/>
                  </a:lnTo>
                  <a:lnTo>
                    <a:pt x="6394" y="3080"/>
                  </a:lnTo>
                  <a:close/>
                  <a:moveTo>
                    <a:pt x="6905" y="3977"/>
                  </a:moveTo>
                  <a:lnTo>
                    <a:pt x="9322" y="5427"/>
                  </a:lnTo>
                  <a:lnTo>
                    <a:pt x="9322" y="12774"/>
                  </a:lnTo>
                  <a:lnTo>
                    <a:pt x="7430" y="12774"/>
                  </a:lnTo>
                  <a:lnTo>
                    <a:pt x="7430" y="10357"/>
                  </a:lnTo>
                  <a:lnTo>
                    <a:pt x="6394" y="10357"/>
                  </a:lnTo>
                  <a:lnTo>
                    <a:pt x="6394" y="12774"/>
                  </a:lnTo>
                  <a:lnTo>
                    <a:pt x="4488" y="12774"/>
                  </a:lnTo>
                  <a:lnTo>
                    <a:pt x="4488" y="5427"/>
                  </a:lnTo>
                  <a:close/>
                  <a:moveTo>
                    <a:pt x="10357" y="12774"/>
                  </a:moveTo>
                  <a:lnTo>
                    <a:pt x="10357" y="7250"/>
                  </a:lnTo>
                  <a:lnTo>
                    <a:pt x="12774" y="7250"/>
                  </a:lnTo>
                  <a:lnTo>
                    <a:pt x="12774" y="12774"/>
                  </a:lnTo>
                  <a:close/>
                  <a:moveTo>
                    <a:pt x="3453" y="7250"/>
                  </a:moveTo>
                  <a:lnTo>
                    <a:pt x="1036" y="7250"/>
                  </a:lnTo>
                  <a:lnTo>
                    <a:pt x="1036" y="12774"/>
                  </a:lnTo>
                  <a:lnTo>
                    <a:pt x="3453" y="1277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213"/>
            <p:cNvSpPr/>
            <p:nvPr/>
          </p:nvSpPr>
          <p:spPr>
            <a:xfrm>
              <a:off x="6855304" y="3400053"/>
              <a:ext cx="21800" cy="29053"/>
            </a:xfrm>
            <a:custGeom>
              <a:avLst/>
              <a:gdLst/>
              <a:ahLst/>
              <a:cxnLst/>
              <a:rect l="l" t="t" r="r" b="b"/>
              <a:pathLst>
                <a:path w="1037" h="1382" extrusionOk="0">
                  <a:moveTo>
                    <a:pt x="1" y="1381"/>
                  </a:moveTo>
                  <a:lnTo>
                    <a:pt x="1" y="0"/>
                  </a:lnTo>
                  <a:lnTo>
                    <a:pt x="1037" y="0"/>
                  </a:lnTo>
                  <a:lnTo>
                    <a:pt x="1037" y="138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5" name="Google Shape;2425;p213"/>
          <p:cNvGrpSpPr/>
          <p:nvPr/>
        </p:nvGrpSpPr>
        <p:grpSpPr>
          <a:xfrm>
            <a:off x="7298332" y="3269419"/>
            <a:ext cx="280461" cy="290321"/>
            <a:chOff x="7298332" y="3269419"/>
            <a:chExt cx="280461" cy="290321"/>
          </a:xfrm>
        </p:grpSpPr>
        <p:sp>
          <p:nvSpPr>
            <p:cNvPr id="2426" name="Google Shape;2426;p213"/>
            <p:cNvSpPr/>
            <p:nvPr/>
          </p:nvSpPr>
          <p:spPr>
            <a:xfrm>
              <a:off x="7380488" y="3356494"/>
              <a:ext cx="116149" cy="116149"/>
            </a:xfrm>
            <a:custGeom>
              <a:avLst/>
              <a:gdLst/>
              <a:ahLst/>
              <a:cxnLst/>
              <a:rect l="l" t="t" r="r" b="b"/>
              <a:pathLst>
                <a:path w="5525" h="5525" extrusionOk="0">
                  <a:moveTo>
                    <a:pt x="2763" y="4489"/>
                  </a:moveTo>
                  <a:cubicBezTo>
                    <a:pt x="3715" y="4489"/>
                    <a:pt x="4489" y="3716"/>
                    <a:pt x="4489" y="2763"/>
                  </a:cubicBezTo>
                  <a:cubicBezTo>
                    <a:pt x="4489" y="1810"/>
                    <a:pt x="3715" y="1037"/>
                    <a:pt x="2763" y="1037"/>
                  </a:cubicBezTo>
                  <a:cubicBezTo>
                    <a:pt x="1810" y="1037"/>
                    <a:pt x="1036" y="1810"/>
                    <a:pt x="1036" y="2763"/>
                  </a:cubicBezTo>
                  <a:cubicBezTo>
                    <a:pt x="1036" y="3716"/>
                    <a:pt x="1810" y="4489"/>
                    <a:pt x="2763" y="4489"/>
                  </a:cubicBezTo>
                  <a:close/>
                  <a:moveTo>
                    <a:pt x="5525" y="2763"/>
                  </a:moveTo>
                  <a:cubicBezTo>
                    <a:pt x="5525" y="4296"/>
                    <a:pt x="4295" y="5525"/>
                    <a:pt x="2763" y="5525"/>
                  </a:cubicBezTo>
                  <a:cubicBezTo>
                    <a:pt x="1244" y="5525"/>
                    <a:pt x="1" y="4296"/>
                    <a:pt x="1" y="2763"/>
                  </a:cubicBezTo>
                  <a:cubicBezTo>
                    <a:pt x="1" y="1244"/>
                    <a:pt x="1244" y="1"/>
                    <a:pt x="2763" y="1"/>
                  </a:cubicBezTo>
                  <a:cubicBezTo>
                    <a:pt x="4295" y="1"/>
                    <a:pt x="5525" y="1244"/>
                    <a:pt x="5525" y="27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213"/>
            <p:cNvSpPr/>
            <p:nvPr/>
          </p:nvSpPr>
          <p:spPr>
            <a:xfrm>
              <a:off x="7298332" y="3269419"/>
              <a:ext cx="280461" cy="290321"/>
            </a:xfrm>
            <a:custGeom>
              <a:avLst/>
              <a:gdLst/>
              <a:ahLst/>
              <a:cxnLst/>
              <a:rect l="l" t="t" r="r" b="b"/>
              <a:pathLst>
                <a:path w="13341" h="13810" extrusionOk="0">
                  <a:moveTo>
                    <a:pt x="5373" y="2596"/>
                  </a:moveTo>
                  <a:lnTo>
                    <a:pt x="4972" y="2762"/>
                  </a:lnTo>
                  <a:cubicBezTo>
                    <a:pt x="4599" y="2914"/>
                    <a:pt x="4254" y="3107"/>
                    <a:pt x="3936" y="3356"/>
                  </a:cubicBezTo>
                  <a:lnTo>
                    <a:pt x="3591" y="3618"/>
                  </a:lnTo>
                  <a:lnTo>
                    <a:pt x="1934" y="3383"/>
                  </a:lnTo>
                  <a:lnTo>
                    <a:pt x="1257" y="4557"/>
                  </a:lnTo>
                  <a:lnTo>
                    <a:pt x="2279" y="5869"/>
                  </a:lnTo>
                  <a:lnTo>
                    <a:pt x="2224" y="6311"/>
                  </a:lnTo>
                  <a:cubicBezTo>
                    <a:pt x="2196" y="6504"/>
                    <a:pt x="2182" y="6712"/>
                    <a:pt x="2182" y="6905"/>
                  </a:cubicBezTo>
                  <a:cubicBezTo>
                    <a:pt x="2182" y="7112"/>
                    <a:pt x="2196" y="7319"/>
                    <a:pt x="2224" y="7513"/>
                  </a:cubicBezTo>
                  <a:lnTo>
                    <a:pt x="2279" y="7941"/>
                  </a:lnTo>
                  <a:lnTo>
                    <a:pt x="1257" y="9253"/>
                  </a:lnTo>
                  <a:lnTo>
                    <a:pt x="1934" y="10426"/>
                  </a:lnTo>
                  <a:lnTo>
                    <a:pt x="3591" y="10192"/>
                  </a:lnTo>
                  <a:lnTo>
                    <a:pt x="3936" y="10468"/>
                  </a:lnTo>
                  <a:cubicBezTo>
                    <a:pt x="4254" y="10703"/>
                    <a:pt x="4599" y="10910"/>
                    <a:pt x="4972" y="11062"/>
                  </a:cubicBezTo>
                  <a:lnTo>
                    <a:pt x="5373" y="11227"/>
                  </a:lnTo>
                  <a:lnTo>
                    <a:pt x="5994" y="12774"/>
                  </a:lnTo>
                  <a:lnTo>
                    <a:pt x="7361" y="12774"/>
                  </a:lnTo>
                  <a:lnTo>
                    <a:pt x="7969" y="11227"/>
                  </a:lnTo>
                  <a:lnTo>
                    <a:pt x="8383" y="11062"/>
                  </a:lnTo>
                  <a:cubicBezTo>
                    <a:pt x="8756" y="10910"/>
                    <a:pt x="9101" y="10703"/>
                    <a:pt x="9419" y="10468"/>
                  </a:cubicBezTo>
                  <a:lnTo>
                    <a:pt x="9764" y="10192"/>
                  </a:lnTo>
                  <a:lnTo>
                    <a:pt x="11421" y="10426"/>
                  </a:lnTo>
                  <a:lnTo>
                    <a:pt x="12098" y="9253"/>
                  </a:lnTo>
                  <a:lnTo>
                    <a:pt x="11062" y="7941"/>
                  </a:lnTo>
                  <a:lnTo>
                    <a:pt x="11117" y="7513"/>
                  </a:lnTo>
                  <a:cubicBezTo>
                    <a:pt x="11145" y="7319"/>
                    <a:pt x="11159" y="7112"/>
                    <a:pt x="11159" y="6905"/>
                  </a:cubicBezTo>
                  <a:cubicBezTo>
                    <a:pt x="11159" y="6712"/>
                    <a:pt x="11145" y="6504"/>
                    <a:pt x="11117" y="6311"/>
                  </a:cubicBezTo>
                  <a:lnTo>
                    <a:pt x="11062" y="5869"/>
                  </a:lnTo>
                  <a:lnTo>
                    <a:pt x="12098" y="4557"/>
                  </a:lnTo>
                  <a:lnTo>
                    <a:pt x="11421" y="3383"/>
                  </a:lnTo>
                  <a:lnTo>
                    <a:pt x="9764" y="3618"/>
                  </a:lnTo>
                  <a:lnTo>
                    <a:pt x="9419" y="3356"/>
                  </a:lnTo>
                  <a:cubicBezTo>
                    <a:pt x="9101" y="3107"/>
                    <a:pt x="8756" y="2914"/>
                    <a:pt x="8383" y="2762"/>
                  </a:cubicBezTo>
                  <a:lnTo>
                    <a:pt x="7969" y="2596"/>
                  </a:lnTo>
                  <a:lnTo>
                    <a:pt x="7361" y="1036"/>
                  </a:lnTo>
                  <a:lnTo>
                    <a:pt x="5994" y="1036"/>
                  </a:lnTo>
                  <a:close/>
                  <a:moveTo>
                    <a:pt x="5290" y="0"/>
                  </a:moveTo>
                  <a:lnTo>
                    <a:pt x="8052" y="0"/>
                  </a:lnTo>
                  <a:lnTo>
                    <a:pt x="8770" y="1795"/>
                  </a:lnTo>
                  <a:cubicBezTo>
                    <a:pt x="9239" y="1989"/>
                    <a:pt x="9667" y="2237"/>
                    <a:pt x="10054" y="2541"/>
                  </a:cubicBezTo>
                  <a:lnTo>
                    <a:pt x="11960" y="2265"/>
                  </a:lnTo>
                  <a:lnTo>
                    <a:pt x="13341" y="4654"/>
                  </a:lnTo>
                  <a:lnTo>
                    <a:pt x="12153" y="6173"/>
                  </a:lnTo>
                  <a:cubicBezTo>
                    <a:pt x="12181" y="6408"/>
                    <a:pt x="12194" y="6656"/>
                    <a:pt x="12194" y="6905"/>
                  </a:cubicBezTo>
                  <a:cubicBezTo>
                    <a:pt x="12194" y="7153"/>
                    <a:pt x="12181" y="7402"/>
                    <a:pt x="12153" y="7651"/>
                  </a:cubicBezTo>
                  <a:lnTo>
                    <a:pt x="13341" y="9170"/>
                  </a:lnTo>
                  <a:lnTo>
                    <a:pt x="11960" y="11559"/>
                  </a:lnTo>
                  <a:lnTo>
                    <a:pt x="10054" y="11283"/>
                  </a:lnTo>
                  <a:cubicBezTo>
                    <a:pt x="9667" y="11586"/>
                    <a:pt x="9239" y="11835"/>
                    <a:pt x="8770" y="12014"/>
                  </a:cubicBezTo>
                  <a:lnTo>
                    <a:pt x="8052" y="13810"/>
                  </a:lnTo>
                  <a:lnTo>
                    <a:pt x="5290" y="13810"/>
                  </a:lnTo>
                  <a:lnTo>
                    <a:pt x="4572" y="12014"/>
                  </a:lnTo>
                  <a:cubicBezTo>
                    <a:pt x="4116" y="11835"/>
                    <a:pt x="3688" y="11586"/>
                    <a:pt x="3301" y="11283"/>
                  </a:cubicBezTo>
                  <a:lnTo>
                    <a:pt x="1382" y="11559"/>
                  </a:lnTo>
                  <a:lnTo>
                    <a:pt x="1" y="9170"/>
                  </a:lnTo>
                  <a:lnTo>
                    <a:pt x="1202" y="7651"/>
                  </a:lnTo>
                  <a:cubicBezTo>
                    <a:pt x="1161" y="7402"/>
                    <a:pt x="1147" y="7153"/>
                    <a:pt x="1147" y="6905"/>
                  </a:cubicBezTo>
                  <a:cubicBezTo>
                    <a:pt x="1147" y="6656"/>
                    <a:pt x="1161" y="6408"/>
                    <a:pt x="1202" y="6173"/>
                  </a:cubicBezTo>
                  <a:lnTo>
                    <a:pt x="1" y="4654"/>
                  </a:lnTo>
                  <a:lnTo>
                    <a:pt x="1382" y="2265"/>
                  </a:lnTo>
                  <a:lnTo>
                    <a:pt x="3301" y="2541"/>
                  </a:lnTo>
                  <a:cubicBezTo>
                    <a:pt x="3688" y="2237"/>
                    <a:pt x="4116" y="1989"/>
                    <a:pt x="4572" y="17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8" name="Google Shape;2428;p213"/>
          <p:cNvGrpSpPr/>
          <p:nvPr/>
        </p:nvGrpSpPr>
        <p:grpSpPr>
          <a:xfrm>
            <a:off x="7873150" y="3269419"/>
            <a:ext cx="275815" cy="290321"/>
            <a:chOff x="7873150" y="3269419"/>
            <a:chExt cx="275815" cy="290321"/>
          </a:xfrm>
        </p:grpSpPr>
        <p:sp>
          <p:nvSpPr>
            <p:cNvPr id="2429" name="Google Shape;2429;p213"/>
            <p:cNvSpPr/>
            <p:nvPr/>
          </p:nvSpPr>
          <p:spPr>
            <a:xfrm>
              <a:off x="7976224" y="3269419"/>
              <a:ext cx="172742" cy="127459"/>
            </a:xfrm>
            <a:custGeom>
              <a:avLst/>
              <a:gdLst/>
              <a:ahLst/>
              <a:cxnLst/>
              <a:rect l="l" t="t" r="r" b="b"/>
              <a:pathLst>
                <a:path w="8217" h="6063" extrusionOk="0">
                  <a:moveTo>
                    <a:pt x="8217" y="2762"/>
                  </a:moveTo>
                  <a:cubicBezTo>
                    <a:pt x="8217" y="4295"/>
                    <a:pt x="6988" y="5524"/>
                    <a:pt x="5455" y="5524"/>
                  </a:cubicBezTo>
                  <a:cubicBezTo>
                    <a:pt x="4599" y="5524"/>
                    <a:pt x="3825" y="5137"/>
                    <a:pt x="3328" y="4516"/>
                  </a:cubicBezTo>
                  <a:lnTo>
                    <a:pt x="497" y="6063"/>
                  </a:lnTo>
                  <a:cubicBezTo>
                    <a:pt x="387" y="5731"/>
                    <a:pt x="207" y="5427"/>
                    <a:pt x="0" y="5151"/>
                  </a:cubicBezTo>
                  <a:lnTo>
                    <a:pt x="2831" y="3618"/>
                  </a:lnTo>
                  <a:cubicBezTo>
                    <a:pt x="2734" y="3342"/>
                    <a:pt x="2693" y="3066"/>
                    <a:pt x="2693" y="2762"/>
                  </a:cubicBezTo>
                  <a:cubicBezTo>
                    <a:pt x="2693" y="1243"/>
                    <a:pt x="3936" y="0"/>
                    <a:pt x="5455" y="0"/>
                  </a:cubicBezTo>
                  <a:cubicBezTo>
                    <a:pt x="6988" y="0"/>
                    <a:pt x="8217" y="1243"/>
                    <a:pt x="8217" y="2762"/>
                  </a:cubicBezTo>
                  <a:close/>
                  <a:moveTo>
                    <a:pt x="5455" y="4488"/>
                  </a:moveTo>
                  <a:cubicBezTo>
                    <a:pt x="6408" y="4488"/>
                    <a:pt x="7181" y="3715"/>
                    <a:pt x="7181" y="2762"/>
                  </a:cubicBezTo>
                  <a:cubicBezTo>
                    <a:pt x="7181" y="1809"/>
                    <a:pt x="6408" y="1036"/>
                    <a:pt x="5455" y="1036"/>
                  </a:cubicBezTo>
                  <a:cubicBezTo>
                    <a:pt x="4502" y="1036"/>
                    <a:pt x="3729" y="1809"/>
                    <a:pt x="3729" y="2762"/>
                  </a:cubicBezTo>
                  <a:cubicBezTo>
                    <a:pt x="3729" y="3715"/>
                    <a:pt x="4502" y="4488"/>
                    <a:pt x="5455" y="448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213"/>
            <p:cNvSpPr/>
            <p:nvPr/>
          </p:nvSpPr>
          <p:spPr>
            <a:xfrm>
              <a:off x="7873150" y="3356494"/>
              <a:ext cx="275815" cy="203246"/>
            </a:xfrm>
            <a:custGeom>
              <a:avLst/>
              <a:gdLst/>
              <a:ahLst/>
              <a:cxnLst/>
              <a:rect l="l" t="t" r="r" b="b"/>
              <a:pathLst>
                <a:path w="13120" h="9668" extrusionOk="0">
                  <a:moveTo>
                    <a:pt x="4903" y="4517"/>
                  </a:moveTo>
                  <a:lnTo>
                    <a:pt x="7734" y="6063"/>
                  </a:lnTo>
                  <a:cubicBezTo>
                    <a:pt x="7637" y="6340"/>
                    <a:pt x="7596" y="6616"/>
                    <a:pt x="7596" y="6906"/>
                  </a:cubicBezTo>
                  <a:cubicBezTo>
                    <a:pt x="7596" y="8439"/>
                    <a:pt x="8839" y="9668"/>
                    <a:pt x="10358" y="9668"/>
                  </a:cubicBezTo>
                  <a:cubicBezTo>
                    <a:pt x="11891" y="9668"/>
                    <a:pt x="13120" y="8439"/>
                    <a:pt x="13120" y="6906"/>
                  </a:cubicBezTo>
                  <a:cubicBezTo>
                    <a:pt x="13120" y="5387"/>
                    <a:pt x="11891" y="4144"/>
                    <a:pt x="10358" y="4144"/>
                  </a:cubicBezTo>
                  <a:cubicBezTo>
                    <a:pt x="9502" y="4144"/>
                    <a:pt x="8728" y="4544"/>
                    <a:pt x="8231" y="5152"/>
                  </a:cubicBezTo>
                  <a:lnTo>
                    <a:pt x="5400" y="3619"/>
                  </a:lnTo>
                  <a:cubicBezTo>
                    <a:pt x="5483" y="3343"/>
                    <a:pt x="5525" y="3067"/>
                    <a:pt x="5525" y="2763"/>
                  </a:cubicBezTo>
                  <a:cubicBezTo>
                    <a:pt x="5525" y="1244"/>
                    <a:pt x="4296" y="1"/>
                    <a:pt x="2763" y="1"/>
                  </a:cubicBezTo>
                  <a:cubicBezTo>
                    <a:pt x="1244" y="1"/>
                    <a:pt x="1" y="1244"/>
                    <a:pt x="1" y="2763"/>
                  </a:cubicBezTo>
                  <a:cubicBezTo>
                    <a:pt x="1" y="4296"/>
                    <a:pt x="1244" y="5525"/>
                    <a:pt x="2763" y="5525"/>
                  </a:cubicBezTo>
                  <a:cubicBezTo>
                    <a:pt x="3619" y="5525"/>
                    <a:pt x="4392" y="5138"/>
                    <a:pt x="4903" y="4517"/>
                  </a:cubicBezTo>
                  <a:close/>
                  <a:moveTo>
                    <a:pt x="10358" y="8632"/>
                  </a:moveTo>
                  <a:cubicBezTo>
                    <a:pt x="11311" y="8632"/>
                    <a:pt x="12084" y="7859"/>
                    <a:pt x="12084" y="6906"/>
                  </a:cubicBezTo>
                  <a:cubicBezTo>
                    <a:pt x="12084" y="5953"/>
                    <a:pt x="11311" y="5180"/>
                    <a:pt x="10358" y="5180"/>
                  </a:cubicBezTo>
                  <a:cubicBezTo>
                    <a:pt x="9405" y="5180"/>
                    <a:pt x="8632" y="5953"/>
                    <a:pt x="8632" y="6906"/>
                  </a:cubicBezTo>
                  <a:cubicBezTo>
                    <a:pt x="8632" y="7859"/>
                    <a:pt x="9405" y="8632"/>
                    <a:pt x="10358" y="8632"/>
                  </a:cubicBezTo>
                  <a:close/>
                  <a:moveTo>
                    <a:pt x="4489" y="2763"/>
                  </a:moveTo>
                  <a:cubicBezTo>
                    <a:pt x="4489" y="3716"/>
                    <a:pt x="3716" y="4489"/>
                    <a:pt x="2763" y="4489"/>
                  </a:cubicBezTo>
                  <a:cubicBezTo>
                    <a:pt x="1810" y="4489"/>
                    <a:pt x="1036" y="3716"/>
                    <a:pt x="1036" y="2763"/>
                  </a:cubicBezTo>
                  <a:cubicBezTo>
                    <a:pt x="1036" y="1810"/>
                    <a:pt x="1810" y="1037"/>
                    <a:pt x="2763" y="1037"/>
                  </a:cubicBezTo>
                  <a:cubicBezTo>
                    <a:pt x="3716" y="1037"/>
                    <a:pt x="4489" y="1810"/>
                    <a:pt x="4489" y="27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1" name="Google Shape;2431;p213"/>
          <p:cNvGrpSpPr/>
          <p:nvPr/>
        </p:nvGrpSpPr>
        <p:grpSpPr>
          <a:xfrm>
            <a:off x="8463651" y="3269419"/>
            <a:ext cx="232278" cy="290321"/>
            <a:chOff x="8463651" y="3269419"/>
            <a:chExt cx="232278" cy="290321"/>
          </a:xfrm>
        </p:grpSpPr>
        <p:sp>
          <p:nvSpPr>
            <p:cNvPr id="2432" name="Google Shape;2432;p213"/>
            <p:cNvSpPr/>
            <p:nvPr/>
          </p:nvSpPr>
          <p:spPr>
            <a:xfrm>
              <a:off x="8463651" y="3269419"/>
              <a:ext cx="232278" cy="290321"/>
            </a:xfrm>
            <a:custGeom>
              <a:avLst/>
              <a:gdLst/>
              <a:ahLst/>
              <a:cxnLst/>
              <a:rect l="l" t="t" r="r" b="b"/>
              <a:pathLst>
                <a:path w="11049" h="13810" extrusionOk="0">
                  <a:moveTo>
                    <a:pt x="5525" y="12691"/>
                  </a:moveTo>
                  <a:cubicBezTo>
                    <a:pt x="5635" y="12636"/>
                    <a:pt x="5759" y="12567"/>
                    <a:pt x="5897" y="12498"/>
                  </a:cubicBezTo>
                  <a:cubicBezTo>
                    <a:pt x="6367" y="12235"/>
                    <a:pt x="6988" y="11849"/>
                    <a:pt x="7610" y="11310"/>
                  </a:cubicBezTo>
                  <a:cubicBezTo>
                    <a:pt x="8839" y="10233"/>
                    <a:pt x="10013" y="8590"/>
                    <a:pt x="10013" y="6214"/>
                  </a:cubicBezTo>
                  <a:lnTo>
                    <a:pt x="10013" y="2790"/>
                  </a:lnTo>
                  <a:lnTo>
                    <a:pt x="5525" y="1119"/>
                  </a:lnTo>
                  <a:lnTo>
                    <a:pt x="1036" y="2790"/>
                  </a:lnTo>
                  <a:lnTo>
                    <a:pt x="1036" y="6214"/>
                  </a:lnTo>
                  <a:cubicBezTo>
                    <a:pt x="1036" y="8590"/>
                    <a:pt x="2210" y="10233"/>
                    <a:pt x="3453" y="11310"/>
                  </a:cubicBezTo>
                  <a:cubicBezTo>
                    <a:pt x="4074" y="11849"/>
                    <a:pt x="4696" y="12235"/>
                    <a:pt x="5165" y="12498"/>
                  </a:cubicBezTo>
                  <a:cubicBezTo>
                    <a:pt x="5304" y="12567"/>
                    <a:pt x="5428" y="12636"/>
                    <a:pt x="5525" y="12691"/>
                  </a:cubicBezTo>
                  <a:close/>
                  <a:moveTo>
                    <a:pt x="1" y="2072"/>
                  </a:moveTo>
                  <a:lnTo>
                    <a:pt x="5525" y="0"/>
                  </a:lnTo>
                  <a:lnTo>
                    <a:pt x="11048" y="2072"/>
                  </a:lnTo>
                  <a:lnTo>
                    <a:pt x="11048" y="6214"/>
                  </a:lnTo>
                  <a:cubicBezTo>
                    <a:pt x="11048" y="11738"/>
                    <a:pt x="5525" y="13810"/>
                    <a:pt x="5525" y="13810"/>
                  </a:cubicBezTo>
                  <a:cubicBezTo>
                    <a:pt x="5525" y="13810"/>
                    <a:pt x="1" y="11738"/>
                    <a:pt x="1" y="62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213"/>
            <p:cNvSpPr/>
            <p:nvPr/>
          </p:nvSpPr>
          <p:spPr>
            <a:xfrm>
              <a:off x="8521421" y="3363474"/>
              <a:ext cx="124285" cy="95526"/>
            </a:xfrm>
            <a:custGeom>
              <a:avLst/>
              <a:gdLst/>
              <a:ahLst/>
              <a:cxnLst/>
              <a:rect l="l" t="t" r="r" b="b"/>
              <a:pathLst>
                <a:path w="5912" h="4544" extrusionOk="0">
                  <a:moveTo>
                    <a:pt x="5179" y="0"/>
                  </a:moveTo>
                  <a:lnTo>
                    <a:pt x="5911" y="732"/>
                  </a:lnTo>
                  <a:lnTo>
                    <a:pt x="2086" y="4544"/>
                  </a:lnTo>
                  <a:lnTo>
                    <a:pt x="1" y="2459"/>
                  </a:lnTo>
                  <a:lnTo>
                    <a:pt x="733" y="1727"/>
                  </a:lnTo>
                  <a:lnTo>
                    <a:pt x="2086" y="308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4" name="Google Shape;2434;p213"/>
          <p:cNvGrpSpPr/>
          <p:nvPr/>
        </p:nvGrpSpPr>
        <p:grpSpPr>
          <a:xfrm>
            <a:off x="2745636" y="3793426"/>
            <a:ext cx="250840" cy="254036"/>
            <a:chOff x="2745636" y="3793426"/>
            <a:chExt cx="250840" cy="254036"/>
          </a:xfrm>
        </p:grpSpPr>
        <p:sp>
          <p:nvSpPr>
            <p:cNvPr id="2435" name="Google Shape;2435;p213"/>
            <p:cNvSpPr/>
            <p:nvPr/>
          </p:nvSpPr>
          <p:spPr>
            <a:xfrm>
              <a:off x="2887307" y="3938586"/>
              <a:ext cx="109170" cy="108876"/>
            </a:xfrm>
            <a:custGeom>
              <a:avLst/>
              <a:gdLst/>
              <a:ahLst/>
              <a:cxnLst/>
              <a:rect l="l" t="t" r="r" b="b"/>
              <a:pathLst>
                <a:path w="5193" h="5179" extrusionOk="0">
                  <a:moveTo>
                    <a:pt x="732" y="0"/>
                  </a:moveTo>
                  <a:lnTo>
                    <a:pt x="0" y="732"/>
                  </a:lnTo>
                  <a:lnTo>
                    <a:pt x="3425" y="4143"/>
                  </a:lnTo>
                  <a:lnTo>
                    <a:pt x="1215" y="4143"/>
                  </a:lnTo>
                  <a:lnTo>
                    <a:pt x="1215" y="5179"/>
                  </a:lnTo>
                  <a:lnTo>
                    <a:pt x="5193" y="5179"/>
                  </a:lnTo>
                  <a:lnTo>
                    <a:pt x="5193" y="1216"/>
                  </a:lnTo>
                  <a:lnTo>
                    <a:pt x="4157" y="1216"/>
                  </a:lnTo>
                  <a:lnTo>
                    <a:pt x="4157" y="3411"/>
                  </a:lnTo>
                  <a:lnTo>
                    <a:pt x="7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213"/>
            <p:cNvSpPr/>
            <p:nvPr/>
          </p:nvSpPr>
          <p:spPr>
            <a:xfrm>
              <a:off x="2745636" y="3796621"/>
              <a:ext cx="105974" cy="105974"/>
            </a:xfrm>
            <a:custGeom>
              <a:avLst/>
              <a:gdLst/>
              <a:ahLst/>
              <a:cxnLst/>
              <a:rect l="l" t="t" r="r" b="b"/>
              <a:pathLst>
                <a:path w="5041" h="5041" extrusionOk="0">
                  <a:moveTo>
                    <a:pt x="732" y="0"/>
                  </a:moveTo>
                  <a:lnTo>
                    <a:pt x="0" y="732"/>
                  </a:lnTo>
                  <a:lnTo>
                    <a:pt x="4309" y="5041"/>
                  </a:lnTo>
                  <a:lnTo>
                    <a:pt x="5041" y="4309"/>
                  </a:lnTo>
                  <a:lnTo>
                    <a:pt x="7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213"/>
            <p:cNvSpPr/>
            <p:nvPr/>
          </p:nvSpPr>
          <p:spPr>
            <a:xfrm>
              <a:off x="2745636" y="3793426"/>
              <a:ext cx="250840" cy="250861"/>
            </a:xfrm>
            <a:custGeom>
              <a:avLst/>
              <a:gdLst/>
              <a:ahLst/>
              <a:cxnLst/>
              <a:rect l="l" t="t" r="r" b="b"/>
              <a:pathLst>
                <a:path w="11932" h="11933" extrusionOk="0">
                  <a:moveTo>
                    <a:pt x="7968" y="1"/>
                  </a:moveTo>
                  <a:lnTo>
                    <a:pt x="7968" y="1036"/>
                  </a:lnTo>
                  <a:lnTo>
                    <a:pt x="10164" y="1036"/>
                  </a:lnTo>
                  <a:lnTo>
                    <a:pt x="0" y="11200"/>
                  </a:lnTo>
                  <a:lnTo>
                    <a:pt x="732" y="11932"/>
                  </a:lnTo>
                  <a:lnTo>
                    <a:pt x="10896" y="1768"/>
                  </a:lnTo>
                  <a:lnTo>
                    <a:pt x="10896" y="3978"/>
                  </a:lnTo>
                  <a:lnTo>
                    <a:pt x="11932" y="3978"/>
                  </a:lnTo>
                  <a:lnTo>
                    <a:pt x="119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8" name="Google Shape;2438;p213"/>
          <p:cNvGrpSpPr/>
          <p:nvPr/>
        </p:nvGrpSpPr>
        <p:grpSpPr>
          <a:xfrm>
            <a:off x="3280680" y="3775431"/>
            <a:ext cx="322275" cy="290321"/>
            <a:chOff x="3280680" y="3775431"/>
            <a:chExt cx="322275" cy="290321"/>
          </a:xfrm>
        </p:grpSpPr>
        <p:sp>
          <p:nvSpPr>
            <p:cNvPr id="2439" name="Google Shape;2439;p213"/>
            <p:cNvSpPr/>
            <p:nvPr/>
          </p:nvSpPr>
          <p:spPr>
            <a:xfrm>
              <a:off x="3311163" y="3912161"/>
              <a:ext cx="261310" cy="153590"/>
            </a:xfrm>
            <a:custGeom>
              <a:avLst/>
              <a:gdLst/>
              <a:ahLst/>
              <a:cxnLst/>
              <a:rect l="l" t="t" r="r" b="b"/>
              <a:pathLst>
                <a:path w="12430" h="7306" extrusionOk="0">
                  <a:moveTo>
                    <a:pt x="0" y="1"/>
                  </a:moveTo>
                  <a:lnTo>
                    <a:pt x="0" y="7306"/>
                  </a:lnTo>
                  <a:lnTo>
                    <a:pt x="4488" y="7306"/>
                  </a:lnTo>
                  <a:lnTo>
                    <a:pt x="4488" y="2818"/>
                  </a:lnTo>
                  <a:lnTo>
                    <a:pt x="7941" y="2818"/>
                  </a:lnTo>
                  <a:lnTo>
                    <a:pt x="7941" y="7306"/>
                  </a:lnTo>
                  <a:lnTo>
                    <a:pt x="12429" y="7306"/>
                  </a:lnTo>
                  <a:lnTo>
                    <a:pt x="12429" y="1"/>
                  </a:lnTo>
                  <a:cubicBezTo>
                    <a:pt x="12236" y="125"/>
                    <a:pt x="12001" y="208"/>
                    <a:pt x="11766" y="249"/>
                  </a:cubicBezTo>
                  <a:cubicBezTo>
                    <a:pt x="11642" y="277"/>
                    <a:pt x="11518" y="291"/>
                    <a:pt x="11393" y="291"/>
                  </a:cubicBezTo>
                  <a:lnTo>
                    <a:pt x="11393" y="6270"/>
                  </a:lnTo>
                  <a:lnTo>
                    <a:pt x="8977" y="6270"/>
                  </a:lnTo>
                  <a:lnTo>
                    <a:pt x="8977" y="1782"/>
                  </a:lnTo>
                  <a:lnTo>
                    <a:pt x="3453" y="1782"/>
                  </a:lnTo>
                  <a:lnTo>
                    <a:pt x="3453" y="6270"/>
                  </a:lnTo>
                  <a:lnTo>
                    <a:pt x="1036" y="6270"/>
                  </a:lnTo>
                  <a:lnTo>
                    <a:pt x="1036" y="291"/>
                  </a:lnTo>
                  <a:cubicBezTo>
                    <a:pt x="912" y="291"/>
                    <a:pt x="787" y="277"/>
                    <a:pt x="663" y="249"/>
                  </a:cubicBezTo>
                  <a:cubicBezTo>
                    <a:pt x="428" y="208"/>
                    <a:pt x="194" y="125"/>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213"/>
            <p:cNvSpPr/>
            <p:nvPr/>
          </p:nvSpPr>
          <p:spPr>
            <a:xfrm>
              <a:off x="3280680" y="3775431"/>
              <a:ext cx="322275" cy="144004"/>
            </a:xfrm>
            <a:custGeom>
              <a:avLst/>
              <a:gdLst/>
              <a:ahLst/>
              <a:cxnLst/>
              <a:rect l="l" t="t" r="r" b="b"/>
              <a:pathLst>
                <a:path w="15330" h="6850" extrusionOk="0">
                  <a:moveTo>
                    <a:pt x="7665" y="5096"/>
                  </a:moveTo>
                  <a:lnTo>
                    <a:pt x="8493" y="5428"/>
                  </a:lnTo>
                  <a:cubicBezTo>
                    <a:pt x="9073" y="5662"/>
                    <a:pt x="9709" y="5662"/>
                    <a:pt x="10289" y="5428"/>
                  </a:cubicBezTo>
                  <a:lnTo>
                    <a:pt x="11159" y="5082"/>
                  </a:lnTo>
                  <a:lnTo>
                    <a:pt x="12305" y="5648"/>
                  </a:lnTo>
                  <a:cubicBezTo>
                    <a:pt x="12526" y="5759"/>
                    <a:pt x="12774" y="5787"/>
                    <a:pt x="13009" y="5745"/>
                  </a:cubicBezTo>
                  <a:cubicBezTo>
                    <a:pt x="13713" y="5607"/>
                    <a:pt x="14100" y="4820"/>
                    <a:pt x="13769" y="4185"/>
                  </a:cubicBezTo>
                  <a:lnTo>
                    <a:pt x="12208" y="1036"/>
                  </a:lnTo>
                  <a:lnTo>
                    <a:pt x="3121" y="1036"/>
                  </a:lnTo>
                  <a:lnTo>
                    <a:pt x="1547" y="4185"/>
                  </a:lnTo>
                  <a:cubicBezTo>
                    <a:pt x="1229" y="4820"/>
                    <a:pt x="1616" y="5607"/>
                    <a:pt x="2320" y="5745"/>
                  </a:cubicBezTo>
                  <a:cubicBezTo>
                    <a:pt x="2555" y="5787"/>
                    <a:pt x="2804" y="5759"/>
                    <a:pt x="3025" y="5648"/>
                  </a:cubicBezTo>
                  <a:lnTo>
                    <a:pt x="4171" y="5082"/>
                  </a:lnTo>
                  <a:lnTo>
                    <a:pt x="5041" y="5428"/>
                  </a:lnTo>
                  <a:cubicBezTo>
                    <a:pt x="5621" y="5662"/>
                    <a:pt x="6256" y="5662"/>
                    <a:pt x="6836" y="5428"/>
                  </a:cubicBezTo>
                  <a:close/>
                  <a:moveTo>
                    <a:pt x="2486" y="0"/>
                  </a:moveTo>
                  <a:lnTo>
                    <a:pt x="12843" y="0"/>
                  </a:lnTo>
                  <a:lnTo>
                    <a:pt x="14708" y="3715"/>
                  </a:lnTo>
                  <a:cubicBezTo>
                    <a:pt x="15329" y="4972"/>
                    <a:pt x="14597" y="6491"/>
                    <a:pt x="13216" y="6753"/>
                  </a:cubicBezTo>
                  <a:cubicBezTo>
                    <a:pt x="12747" y="6850"/>
                    <a:pt x="12263" y="6781"/>
                    <a:pt x="11849" y="6574"/>
                  </a:cubicBezTo>
                  <a:lnTo>
                    <a:pt x="11117" y="6215"/>
                  </a:lnTo>
                  <a:lnTo>
                    <a:pt x="10675" y="6394"/>
                  </a:lnTo>
                  <a:cubicBezTo>
                    <a:pt x="9847" y="6726"/>
                    <a:pt x="8935" y="6726"/>
                    <a:pt x="8107" y="6394"/>
                  </a:cubicBezTo>
                  <a:lnTo>
                    <a:pt x="7665" y="6215"/>
                  </a:lnTo>
                  <a:lnTo>
                    <a:pt x="7223" y="6394"/>
                  </a:lnTo>
                  <a:cubicBezTo>
                    <a:pt x="6394" y="6726"/>
                    <a:pt x="5483" y="6726"/>
                    <a:pt x="4654" y="6394"/>
                  </a:cubicBezTo>
                  <a:lnTo>
                    <a:pt x="4212" y="6215"/>
                  </a:lnTo>
                  <a:lnTo>
                    <a:pt x="3480" y="6574"/>
                  </a:lnTo>
                  <a:cubicBezTo>
                    <a:pt x="3066" y="6795"/>
                    <a:pt x="2583" y="6850"/>
                    <a:pt x="2113" y="6753"/>
                  </a:cubicBezTo>
                  <a:cubicBezTo>
                    <a:pt x="732" y="6477"/>
                    <a:pt x="0" y="4972"/>
                    <a:pt x="622" y="37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1" name="Google Shape;2441;p213"/>
          <p:cNvGrpSpPr/>
          <p:nvPr/>
        </p:nvGrpSpPr>
        <p:grpSpPr>
          <a:xfrm>
            <a:off x="3867397" y="3775431"/>
            <a:ext cx="290342" cy="290321"/>
            <a:chOff x="3867397" y="3775431"/>
            <a:chExt cx="290342" cy="290321"/>
          </a:xfrm>
        </p:grpSpPr>
        <p:sp>
          <p:nvSpPr>
            <p:cNvPr id="2442" name="Google Shape;2442;p213"/>
            <p:cNvSpPr/>
            <p:nvPr/>
          </p:nvSpPr>
          <p:spPr>
            <a:xfrm>
              <a:off x="3925461" y="3833495"/>
              <a:ext cx="174213" cy="174213"/>
            </a:xfrm>
            <a:custGeom>
              <a:avLst/>
              <a:gdLst/>
              <a:ahLst/>
              <a:cxnLst/>
              <a:rect l="l" t="t" r="r" b="b"/>
              <a:pathLst>
                <a:path w="8287" h="8287" extrusionOk="0">
                  <a:moveTo>
                    <a:pt x="4144" y="7250"/>
                  </a:moveTo>
                  <a:cubicBezTo>
                    <a:pt x="5856" y="7250"/>
                    <a:pt x="7251" y="5856"/>
                    <a:pt x="7251" y="4143"/>
                  </a:cubicBezTo>
                  <a:cubicBezTo>
                    <a:pt x="7251" y="2431"/>
                    <a:pt x="5856" y="1036"/>
                    <a:pt x="4144" y="1036"/>
                  </a:cubicBezTo>
                  <a:cubicBezTo>
                    <a:pt x="2431" y="1036"/>
                    <a:pt x="1036" y="2431"/>
                    <a:pt x="1036" y="4143"/>
                  </a:cubicBezTo>
                  <a:cubicBezTo>
                    <a:pt x="1036" y="5856"/>
                    <a:pt x="2431" y="7250"/>
                    <a:pt x="4144" y="7250"/>
                  </a:cubicBezTo>
                  <a:close/>
                  <a:moveTo>
                    <a:pt x="8286" y="4143"/>
                  </a:moveTo>
                  <a:cubicBezTo>
                    <a:pt x="8286" y="6436"/>
                    <a:pt x="6436" y="8286"/>
                    <a:pt x="4144" y="8286"/>
                  </a:cubicBezTo>
                  <a:cubicBezTo>
                    <a:pt x="1851" y="8286"/>
                    <a:pt x="1" y="6436"/>
                    <a:pt x="1" y="4143"/>
                  </a:cubicBezTo>
                  <a:cubicBezTo>
                    <a:pt x="1" y="1851"/>
                    <a:pt x="1851" y="0"/>
                    <a:pt x="4144" y="0"/>
                  </a:cubicBezTo>
                  <a:cubicBezTo>
                    <a:pt x="6436" y="0"/>
                    <a:pt x="8286" y="1851"/>
                    <a:pt x="8286" y="41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213"/>
            <p:cNvSpPr/>
            <p:nvPr/>
          </p:nvSpPr>
          <p:spPr>
            <a:xfrm>
              <a:off x="4001521" y="3775431"/>
              <a:ext cx="21800" cy="29053"/>
            </a:xfrm>
            <a:custGeom>
              <a:avLst/>
              <a:gdLst/>
              <a:ahLst/>
              <a:cxnLst/>
              <a:rect l="l" t="t" r="r" b="b"/>
              <a:pathLst>
                <a:path w="1037" h="1382" extrusionOk="0">
                  <a:moveTo>
                    <a:pt x="1" y="1381"/>
                  </a:moveTo>
                  <a:lnTo>
                    <a:pt x="1" y="0"/>
                  </a:lnTo>
                  <a:lnTo>
                    <a:pt x="1036" y="0"/>
                  </a:lnTo>
                  <a:lnTo>
                    <a:pt x="1036" y="138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213"/>
            <p:cNvSpPr/>
            <p:nvPr/>
          </p:nvSpPr>
          <p:spPr>
            <a:xfrm>
              <a:off x="4001521" y="4036719"/>
              <a:ext cx="21800" cy="29032"/>
            </a:xfrm>
            <a:custGeom>
              <a:avLst/>
              <a:gdLst/>
              <a:ahLst/>
              <a:cxnLst/>
              <a:rect l="l" t="t" r="r" b="b"/>
              <a:pathLst>
                <a:path w="1037" h="1381" extrusionOk="0">
                  <a:moveTo>
                    <a:pt x="1" y="1381"/>
                  </a:moveTo>
                  <a:lnTo>
                    <a:pt x="1" y="0"/>
                  </a:lnTo>
                  <a:lnTo>
                    <a:pt x="1036" y="0"/>
                  </a:lnTo>
                  <a:lnTo>
                    <a:pt x="1036" y="138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213"/>
            <p:cNvSpPr/>
            <p:nvPr/>
          </p:nvSpPr>
          <p:spPr>
            <a:xfrm>
              <a:off x="3903114" y="3811421"/>
              <a:ext cx="37168" cy="36894"/>
            </a:xfrm>
            <a:custGeom>
              <a:avLst/>
              <a:gdLst/>
              <a:ahLst/>
              <a:cxnLst/>
              <a:rect l="l" t="t" r="r" b="b"/>
              <a:pathLst>
                <a:path w="1768" h="1755" extrusionOk="0">
                  <a:moveTo>
                    <a:pt x="1036" y="1755"/>
                  </a:moveTo>
                  <a:lnTo>
                    <a:pt x="0" y="733"/>
                  </a:lnTo>
                  <a:lnTo>
                    <a:pt x="732" y="1"/>
                  </a:lnTo>
                  <a:lnTo>
                    <a:pt x="1768" y="102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213"/>
            <p:cNvSpPr/>
            <p:nvPr/>
          </p:nvSpPr>
          <p:spPr>
            <a:xfrm>
              <a:off x="4084559" y="3992867"/>
              <a:ext cx="37168" cy="36894"/>
            </a:xfrm>
            <a:custGeom>
              <a:avLst/>
              <a:gdLst/>
              <a:ahLst/>
              <a:cxnLst/>
              <a:rect l="l" t="t" r="r" b="b"/>
              <a:pathLst>
                <a:path w="1768" h="1755" extrusionOk="0">
                  <a:moveTo>
                    <a:pt x="1036" y="1755"/>
                  </a:moveTo>
                  <a:lnTo>
                    <a:pt x="0" y="733"/>
                  </a:lnTo>
                  <a:lnTo>
                    <a:pt x="732" y="1"/>
                  </a:lnTo>
                  <a:lnTo>
                    <a:pt x="1768" y="102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213"/>
            <p:cNvSpPr/>
            <p:nvPr/>
          </p:nvSpPr>
          <p:spPr>
            <a:xfrm>
              <a:off x="3867397" y="3909554"/>
              <a:ext cx="29053" cy="21800"/>
            </a:xfrm>
            <a:custGeom>
              <a:avLst/>
              <a:gdLst/>
              <a:ahLst/>
              <a:cxnLst/>
              <a:rect l="l" t="t" r="r" b="b"/>
              <a:pathLst>
                <a:path w="1382" h="1037" extrusionOk="0">
                  <a:moveTo>
                    <a:pt x="1382" y="1036"/>
                  </a:moveTo>
                  <a:lnTo>
                    <a:pt x="1" y="1036"/>
                  </a:lnTo>
                  <a:lnTo>
                    <a:pt x="1" y="0"/>
                  </a:lnTo>
                  <a:lnTo>
                    <a:pt x="13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213"/>
            <p:cNvSpPr/>
            <p:nvPr/>
          </p:nvSpPr>
          <p:spPr>
            <a:xfrm>
              <a:off x="4128686" y="3909554"/>
              <a:ext cx="29053" cy="21800"/>
            </a:xfrm>
            <a:custGeom>
              <a:avLst/>
              <a:gdLst/>
              <a:ahLst/>
              <a:cxnLst/>
              <a:rect l="l" t="t" r="r" b="b"/>
              <a:pathLst>
                <a:path w="1382" h="1037" extrusionOk="0">
                  <a:moveTo>
                    <a:pt x="1381" y="1036"/>
                  </a:moveTo>
                  <a:lnTo>
                    <a:pt x="0" y="1036"/>
                  </a:lnTo>
                  <a:lnTo>
                    <a:pt x="0" y="0"/>
                  </a:lnTo>
                  <a:lnTo>
                    <a:pt x="1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213"/>
            <p:cNvSpPr/>
            <p:nvPr/>
          </p:nvSpPr>
          <p:spPr>
            <a:xfrm>
              <a:off x="3903114" y="3992572"/>
              <a:ext cx="37168" cy="37189"/>
            </a:xfrm>
            <a:custGeom>
              <a:avLst/>
              <a:gdLst/>
              <a:ahLst/>
              <a:cxnLst/>
              <a:rect l="l" t="t" r="r" b="b"/>
              <a:pathLst>
                <a:path w="1768" h="1769" extrusionOk="0">
                  <a:moveTo>
                    <a:pt x="1768" y="733"/>
                  </a:moveTo>
                  <a:lnTo>
                    <a:pt x="732" y="1769"/>
                  </a:lnTo>
                  <a:lnTo>
                    <a:pt x="0" y="1037"/>
                  </a:lnTo>
                  <a:lnTo>
                    <a:pt x="10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213"/>
            <p:cNvSpPr/>
            <p:nvPr/>
          </p:nvSpPr>
          <p:spPr>
            <a:xfrm>
              <a:off x="4084559" y="3811127"/>
              <a:ext cx="37168" cy="37189"/>
            </a:xfrm>
            <a:custGeom>
              <a:avLst/>
              <a:gdLst/>
              <a:ahLst/>
              <a:cxnLst/>
              <a:rect l="l" t="t" r="r" b="b"/>
              <a:pathLst>
                <a:path w="1768" h="1769" extrusionOk="0">
                  <a:moveTo>
                    <a:pt x="1768" y="733"/>
                  </a:moveTo>
                  <a:lnTo>
                    <a:pt x="732" y="1769"/>
                  </a:lnTo>
                  <a:lnTo>
                    <a:pt x="0" y="1037"/>
                  </a:lnTo>
                  <a:lnTo>
                    <a:pt x="10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1" name="Google Shape;2451;p213"/>
          <p:cNvGrpSpPr/>
          <p:nvPr/>
        </p:nvGrpSpPr>
        <p:grpSpPr>
          <a:xfrm>
            <a:off x="4439903" y="3778921"/>
            <a:ext cx="283068" cy="283068"/>
            <a:chOff x="4439903" y="3778921"/>
            <a:chExt cx="283068" cy="283068"/>
          </a:xfrm>
        </p:grpSpPr>
        <p:sp>
          <p:nvSpPr>
            <p:cNvPr id="2452" name="Google Shape;2452;p213"/>
            <p:cNvSpPr/>
            <p:nvPr/>
          </p:nvSpPr>
          <p:spPr>
            <a:xfrm>
              <a:off x="4439903" y="3778921"/>
              <a:ext cx="275815" cy="141692"/>
            </a:xfrm>
            <a:custGeom>
              <a:avLst/>
              <a:gdLst/>
              <a:ahLst/>
              <a:cxnLst/>
              <a:rect l="l" t="t" r="r" b="b"/>
              <a:pathLst>
                <a:path w="13120" h="6740" extrusionOk="0">
                  <a:moveTo>
                    <a:pt x="6726" y="0"/>
                  </a:moveTo>
                  <a:cubicBezTo>
                    <a:pt x="3011" y="0"/>
                    <a:pt x="0" y="3024"/>
                    <a:pt x="0" y="6739"/>
                  </a:cubicBezTo>
                  <a:lnTo>
                    <a:pt x="1036" y="6739"/>
                  </a:lnTo>
                  <a:cubicBezTo>
                    <a:pt x="1036" y="3591"/>
                    <a:pt x="3577" y="1036"/>
                    <a:pt x="6726" y="1036"/>
                  </a:cubicBezTo>
                  <a:cubicBezTo>
                    <a:pt x="8645" y="1036"/>
                    <a:pt x="10316" y="1989"/>
                    <a:pt x="11338" y="3452"/>
                  </a:cubicBezTo>
                  <a:lnTo>
                    <a:pt x="9833" y="3452"/>
                  </a:lnTo>
                  <a:lnTo>
                    <a:pt x="9833" y="4488"/>
                  </a:lnTo>
                  <a:lnTo>
                    <a:pt x="13120" y="4488"/>
                  </a:lnTo>
                  <a:lnTo>
                    <a:pt x="13120" y="1215"/>
                  </a:lnTo>
                  <a:lnTo>
                    <a:pt x="12084" y="1215"/>
                  </a:lnTo>
                  <a:lnTo>
                    <a:pt x="12084" y="2707"/>
                  </a:lnTo>
                  <a:cubicBezTo>
                    <a:pt x="10869" y="1063"/>
                    <a:pt x="8935" y="0"/>
                    <a:pt x="6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213"/>
            <p:cNvSpPr/>
            <p:nvPr/>
          </p:nvSpPr>
          <p:spPr>
            <a:xfrm>
              <a:off x="4447156" y="3920591"/>
              <a:ext cx="275815" cy="141397"/>
            </a:xfrm>
            <a:custGeom>
              <a:avLst/>
              <a:gdLst/>
              <a:ahLst/>
              <a:cxnLst/>
              <a:rect l="l" t="t" r="r" b="b"/>
              <a:pathLst>
                <a:path w="13120" h="6726" extrusionOk="0">
                  <a:moveTo>
                    <a:pt x="12084" y="0"/>
                  </a:moveTo>
                  <a:cubicBezTo>
                    <a:pt x="12084" y="3149"/>
                    <a:pt x="9529" y="5690"/>
                    <a:pt x="6381" y="5690"/>
                  </a:cubicBezTo>
                  <a:cubicBezTo>
                    <a:pt x="4461" y="5690"/>
                    <a:pt x="2790" y="4751"/>
                    <a:pt x="1768" y="3287"/>
                  </a:cubicBezTo>
                  <a:lnTo>
                    <a:pt x="3274" y="3287"/>
                  </a:lnTo>
                  <a:lnTo>
                    <a:pt x="3274" y="2251"/>
                  </a:lnTo>
                  <a:lnTo>
                    <a:pt x="1" y="2237"/>
                  </a:lnTo>
                  <a:lnTo>
                    <a:pt x="1" y="5524"/>
                  </a:lnTo>
                  <a:lnTo>
                    <a:pt x="1036" y="5524"/>
                  </a:lnTo>
                  <a:lnTo>
                    <a:pt x="1036" y="4033"/>
                  </a:lnTo>
                  <a:cubicBezTo>
                    <a:pt x="2252" y="5662"/>
                    <a:pt x="4171" y="6725"/>
                    <a:pt x="6381" y="6725"/>
                  </a:cubicBezTo>
                  <a:cubicBezTo>
                    <a:pt x="10096" y="6725"/>
                    <a:pt x="13120" y="3715"/>
                    <a:pt x="131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4" name="Google Shape;2454;p213"/>
          <p:cNvSpPr/>
          <p:nvPr/>
        </p:nvSpPr>
        <p:spPr>
          <a:xfrm>
            <a:off x="5013859" y="3838709"/>
            <a:ext cx="279873" cy="163765"/>
          </a:xfrm>
          <a:custGeom>
            <a:avLst/>
            <a:gdLst/>
            <a:ahLst/>
            <a:cxnLst/>
            <a:rect l="l" t="t" r="r" b="b"/>
            <a:pathLst>
              <a:path w="13313" h="7790" extrusionOk="0">
                <a:moveTo>
                  <a:pt x="9335" y="1"/>
                </a:moveTo>
                <a:lnTo>
                  <a:pt x="9335" y="1037"/>
                </a:lnTo>
                <a:lnTo>
                  <a:pt x="11545" y="1037"/>
                </a:lnTo>
                <a:lnTo>
                  <a:pt x="7264" y="5304"/>
                </a:lnTo>
                <a:lnTo>
                  <a:pt x="4502" y="2542"/>
                </a:lnTo>
                <a:lnTo>
                  <a:pt x="0" y="7058"/>
                </a:lnTo>
                <a:lnTo>
                  <a:pt x="732" y="7789"/>
                </a:lnTo>
                <a:lnTo>
                  <a:pt x="4502" y="4006"/>
                </a:lnTo>
                <a:lnTo>
                  <a:pt x="7264" y="6768"/>
                </a:lnTo>
                <a:lnTo>
                  <a:pt x="12277" y="1768"/>
                </a:lnTo>
                <a:lnTo>
                  <a:pt x="12277" y="3964"/>
                </a:lnTo>
                <a:lnTo>
                  <a:pt x="13313" y="3964"/>
                </a:lnTo>
                <a:lnTo>
                  <a:pt x="13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5" name="Google Shape;2455;p213"/>
          <p:cNvGrpSpPr/>
          <p:nvPr/>
        </p:nvGrpSpPr>
        <p:grpSpPr>
          <a:xfrm>
            <a:off x="5607534" y="3775431"/>
            <a:ext cx="232278" cy="290321"/>
            <a:chOff x="5607534" y="3775431"/>
            <a:chExt cx="232278" cy="290321"/>
          </a:xfrm>
        </p:grpSpPr>
        <p:sp>
          <p:nvSpPr>
            <p:cNvPr id="2456" name="Google Shape;2456;p213"/>
            <p:cNvSpPr/>
            <p:nvPr/>
          </p:nvSpPr>
          <p:spPr>
            <a:xfrm>
              <a:off x="5712920" y="3935097"/>
              <a:ext cx="21800" cy="58085"/>
            </a:xfrm>
            <a:custGeom>
              <a:avLst/>
              <a:gdLst/>
              <a:ahLst/>
              <a:cxnLst/>
              <a:rect l="l" t="t" r="r" b="b"/>
              <a:pathLst>
                <a:path w="1037" h="2763" extrusionOk="0">
                  <a:moveTo>
                    <a:pt x="1" y="1"/>
                  </a:moveTo>
                  <a:lnTo>
                    <a:pt x="1" y="2763"/>
                  </a:lnTo>
                  <a:lnTo>
                    <a:pt x="1037" y="2763"/>
                  </a:lnTo>
                  <a:lnTo>
                    <a:pt x="10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213"/>
            <p:cNvSpPr/>
            <p:nvPr/>
          </p:nvSpPr>
          <p:spPr>
            <a:xfrm>
              <a:off x="5607534" y="3775431"/>
              <a:ext cx="232278" cy="290321"/>
            </a:xfrm>
            <a:custGeom>
              <a:avLst/>
              <a:gdLst/>
              <a:ahLst/>
              <a:cxnLst/>
              <a:rect l="l" t="t" r="r" b="b"/>
              <a:pathLst>
                <a:path w="11049" h="13810" extrusionOk="0">
                  <a:moveTo>
                    <a:pt x="3108" y="4143"/>
                  </a:moveTo>
                  <a:lnTo>
                    <a:pt x="3108" y="3453"/>
                  </a:lnTo>
                  <a:cubicBezTo>
                    <a:pt x="3108" y="2113"/>
                    <a:pt x="4199" y="1036"/>
                    <a:pt x="5525" y="1036"/>
                  </a:cubicBezTo>
                  <a:cubicBezTo>
                    <a:pt x="6740" y="1036"/>
                    <a:pt x="7748" y="1934"/>
                    <a:pt x="7928" y="3108"/>
                  </a:cubicBezTo>
                  <a:lnTo>
                    <a:pt x="8963" y="3108"/>
                  </a:lnTo>
                  <a:cubicBezTo>
                    <a:pt x="8798" y="1354"/>
                    <a:pt x="7320" y="0"/>
                    <a:pt x="5525" y="0"/>
                  </a:cubicBezTo>
                  <a:cubicBezTo>
                    <a:pt x="3619" y="0"/>
                    <a:pt x="2072" y="1547"/>
                    <a:pt x="2072" y="3453"/>
                  </a:cubicBezTo>
                  <a:lnTo>
                    <a:pt x="2072" y="4143"/>
                  </a:lnTo>
                  <a:lnTo>
                    <a:pt x="1" y="4143"/>
                  </a:lnTo>
                  <a:lnTo>
                    <a:pt x="1" y="13810"/>
                  </a:lnTo>
                  <a:lnTo>
                    <a:pt x="11049" y="13810"/>
                  </a:lnTo>
                  <a:lnTo>
                    <a:pt x="11049" y="4143"/>
                  </a:lnTo>
                  <a:close/>
                  <a:moveTo>
                    <a:pt x="1037" y="5179"/>
                  </a:moveTo>
                  <a:lnTo>
                    <a:pt x="10013" y="5179"/>
                  </a:lnTo>
                  <a:lnTo>
                    <a:pt x="10013" y="12774"/>
                  </a:lnTo>
                  <a:lnTo>
                    <a:pt x="1037" y="1277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8" name="Google Shape;2458;p213"/>
          <p:cNvGrpSpPr/>
          <p:nvPr/>
        </p:nvGrpSpPr>
        <p:grpSpPr>
          <a:xfrm>
            <a:off x="6155948" y="3778921"/>
            <a:ext cx="275815" cy="283068"/>
            <a:chOff x="6155948" y="3778921"/>
            <a:chExt cx="275815" cy="283068"/>
          </a:xfrm>
        </p:grpSpPr>
        <p:sp>
          <p:nvSpPr>
            <p:cNvPr id="2459" name="Google Shape;2459;p213"/>
            <p:cNvSpPr/>
            <p:nvPr/>
          </p:nvSpPr>
          <p:spPr>
            <a:xfrm>
              <a:off x="6155948" y="3778921"/>
              <a:ext cx="275815" cy="283068"/>
            </a:xfrm>
            <a:custGeom>
              <a:avLst/>
              <a:gdLst/>
              <a:ahLst/>
              <a:cxnLst/>
              <a:rect l="l" t="t" r="r" b="b"/>
              <a:pathLst>
                <a:path w="13120" h="13465" extrusionOk="0">
                  <a:moveTo>
                    <a:pt x="6726" y="0"/>
                  </a:moveTo>
                  <a:cubicBezTo>
                    <a:pt x="3011" y="0"/>
                    <a:pt x="0" y="3024"/>
                    <a:pt x="0" y="6739"/>
                  </a:cubicBezTo>
                  <a:cubicBezTo>
                    <a:pt x="0" y="10454"/>
                    <a:pt x="3011" y="13464"/>
                    <a:pt x="6726" y="13464"/>
                  </a:cubicBezTo>
                  <a:cubicBezTo>
                    <a:pt x="9377" y="13464"/>
                    <a:pt x="11614" y="11945"/>
                    <a:pt x="12719" y="9736"/>
                  </a:cubicBezTo>
                  <a:lnTo>
                    <a:pt x="11794" y="9266"/>
                  </a:lnTo>
                  <a:cubicBezTo>
                    <a:pt x="10855" y="11144"/>
                    <a:pt x="8963" y="12429"/>
                    <a:pt x="6726" y="12429"/>
                  </a:cubicBezTo>
                  <a:cubicBezTo>
                    <a:pt x="3577" y="12429"/>
                    <a:pt x="1036" y="9888"/>
                    <a:pt x="1036" y="6739"/>
                  </a:cubicBezTo>
                  <a:cubicBezTo>
                    <a:pt x="1036" y="3591"/>
                    <a:pt x="3577" y="1036"/>
                    <a:pt x="6726" y="1036"/>
                  </a:cubicBezTo>
                  <a:cubicBezTo>
                    <a:pt x="8645" y="1036"/>
                    <a:pt x="10316" y="1989"/>
                    <a:pt x="11338" y="3452"/>
                  </a:cubicBezTo>
                  <a:lnTo>
                    <a:pt x="9833" y="3452"/>
                  </a:lnTo>
                  <a:lnTo>
                    <a:pt x="9833" y="4488"/>
                  </a:lnTo>
                  <a:lnTo>
                    <a:pt x="13120" y="4488"/>
                  </a:lnTo>
                  <a:lnTo>
                    <a:pt x="13120" y="1215"/>
                  </a:lnTo>
                  <a:lnTo>
                    <a:pt x="12084" y="1215"/>
                  </a:lnTo>
                  <a:lnTo>
                    <a:pt x="12084" y="2707"/>
                  </a:lnTo>
                  <a:cubicBezTo>
                    <a:pt x="10869" y="1063"/>
                    <a:pt x="8935" y="0"/>
                    <a:pt x="6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213"/>
            <p:cNvSpPr/>
            <p:nvPr/>
          </p:nvSpPr>
          <p:spPr>
            <a:xfrm>
              <a:off x="6286582" y="3848000"/>
              <a:ext cx="47637" cy="109191"/>
            </a:xfrm>
            <a:custGeom>
              <a:avLst/>
              <a:gdLst/>
              <a:ahLst/>
              <a:cxnLst/>
              <a:rect l="l" t="t" r="r" b="b"/>
              <a:pathLst>
                <a:path w="2266" h="5194" extrusionOk="0">
                  <a:moveTo>
                    <a:pt x="1" y="1"/>
                  </a:moveTo>
                  <a:lnTo>
                    <a:pt x="1037" y="1"/>
                  </a:lnTo>
                  <a:lnTo>
                    <a:pt x="1037" y="3232"/>
                  </a:lnTo>
                  <a:lnTo>
                    <a:pt x="2266" y="4461"/>
                  </a:lnTo>
                  <a:lnTo>
                    <a:pt x="1534" y="5193"/>
                  </a:lnTo>
                  <a:lnTo>
                    <a:pt x="1" y="366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1" name="Google Shape;2461;p213"/>
          <p:cNvGrpSpPr/>
          <p:nvPr/>
        </p:nvGrpSpPr>
        <p:grpSpPr>
          <a:xfrm>
            <a:off x="6724670" y="3793426"/>
            <a:ext cx="283089" cy="254036"/>
            <a:chOff x="6724670" y="3793426"/>
            <a:chExt cx="283089" cy="254036"/>
          </a:xfrm>
        </p:grpSpPr>
        <p:sp>
          <p:nvSpPr>
            <p:cNvPr id="2462" name="Google Shape;2462;p213"/>
            <p:cNvSpPr/>
            <p:nvPr/>
          </p:nvSpPr>
          <p:spPr>
            <a:xfrm>
              <a:off x="6909605" y="3938586"/>
              <a:ext cx="43559" cy="21800"/>
            </a:xfrm>
            <a:custGeom>
              <a:avLst/>
              <a:gdLst/>
              <a:ahLst/>
              <a:cxnLst/>
              <a:rect l="l" t="t" r="r" b="b"/>
              <a:pathLst>
                <a:path w="2072" h="1037" extrusionOk="0">
                  <a:moveTo>
                    <a:pt x="2072" y="1036"/>
                  </a:moveTo>
                  <a:lnTo>
                    <a:pt x="0" y="1036"/>
                  </a:lnTo>
                  <a:lnTo>
                    <a:pt x="0" y="0"/>
                  </a:lnTo>
                  <a:lnTo>
                    <a:pt x="2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213"/>
            <p:cNvSpPr/>
            <p:nvPr/>
          </p:nvSpPr>
          <p:spPr>
            <a:xfrm>
              <a:off x="6724670" y="3793426"/>
              <a:ext cx="283089" cy="254036"/>
            </a:xfrm>
            <a:custGeom>
              <a:avLst/>
              <a:gdLst/>
              <a:ahLst/>
              <a:cxnLst/>
              <a:rect l="l" t="t" r="r" b="b"/>
              <a:pathLst>
                <a:path w="13466" h="12084" extrusionOk="0">
                  <a:moveTo>
                    <a:pt x="1036" y="1906"/>
                  </a:moveTo>
                  <a:cubicBezTo>
                    <a:pt x="1036" y="1423"/>
                    <a:pt x="1423" y="1036"/>
                    <a:pt x="1893" y="1036"/>
                  </a:cubicBezTo>
                  <a:lnTo>
                    <a:pt x="11559" y="1036"/>
                  </a:lnTo>
                  <a:lnTo>
                    <a:pt x="11559" y="1"/>
                  </a:lnTo>
                  <a:lnTo>
                    <a:pt x="1893" y="1"/>
                  </a:lnTo>
                  <a:cubicBezTo>
                    <a:pt x="843" y="1"/>
                    <a:pt x="1" y="857"/>
                    <a:pt x="1" y="1906"/>
                  </a:cubicBezTo>
                  <a:lnTo>
                    <a:pt x="1" y="10192"/>
                  </a:lnTo>
                  <a:cubicBezTo>
                    <a:pt x="1" y="11242"/>
                    <a:pt x="843" y="12084"/>
                    <a:pt x="1893" y="12084"/>
                  </a:cubicBezTo>
                  <a:lnTo>
                    <a:pt x="13465" y="12084"/>
                  </a:lnTo>
                  <a:lnTo>
                    <a:pt x="13465" y="2762"/>
                  </a:lnTo>
                  <a:lnTo>
                    <a:pt x="1893" y="2762"/>
                  </a:lnTo>
                  <a:cubicBezTo>
                    <a:pt x="1423" y="2762"/>
                    <a:pt x="1036" y="2376"/>
                    <a:pt x="1036" y="1906"/>
                  </a:cubicBezTo>
                  <a:close/>
                  <a:moveTo>
                    <a:pt x="1036" y="3591"/>
                  </a:moveTo>
                  <a:lnTo>
                    <a:pt x="1036" y="10192"/>
                  </a:lnTo>
                  <a:cubicBezTo>
                    <a:pt x="1036" y="10662"/>
                    <a:pt x="1423" y="11048"/>
                    <a:pt x="1893" y="11048"/>
                  </a:cubicBezTo>
                  <a:lnTo>
                    <a:pt x="12429" y="11048"/>
                  </a:lnTo>
                  <a:lnTo>
                    <a:pt x="12429" y="3798"/>
                  </a:lnTo>
                  <a:lnTo>
                    <a:pt x="1893" y="3798"/>
                  </a:lnTo>
                  <a:cubicBezTo>
                    <a:pt x="1589" y="3798"/>
                    <a:pt x="1299" y="3729"/>
                    <a:pt x="1036" y="359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4" name="Google Shape;2464;p213"/>
          <p:cNvGrpSpPr/>
          <p:nvPr/>
        </p:nvGrpSpPr>
        <p:grpSpPr>
          <a:xfrm>
            <a:off x="7278886" y="3789936"/>
            <a:ext cx="319353" cy="261310"/>
            <a:chOff x="7278886" y="3789936"/>
            <a:chExt cx="319353" cy="261310"/>
          </a:xfrm>
        </p:grpSpPr>
        <p:sp>
          <p:nvSpPr>
            <p:cNvPr id="2465" name="Google Shape;2465;p213"/>
            <p:cNvSpPr/>
            <p:nvPr/>
          </p:nvSpPr>
          <p:spPr>
            <a:xfrm>
              <a:off x="7427810" y="3898812"/>
              <a:ext cx="21800" cy="65338"/>
            </a:xfrm>
            <a:custGeom>
              <a:avLst/>
              <a:gdLst/>
              <a:ahLst/>
              <a:cxnLst/>
              <a:rect l="l" t="t" r="r" b="b"/>
              <a:pathLst>
                <a:path w="1037" h="3108" extrusionOk="0">
                  <a:moveTo>
                    <a:pt x="1" y="0"/>
                  </a:moveTo>
                  <a:lnTo>
                    <a:pt x="1" y="3108"/>
                  </a:lnTo>
                  <a:lnTo>
                    <a:pt x="1036" y="3108"/>
                  </a:lnTo>
                  <a:lnTo>
                    <a:pt x="10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213"/>
            <p:cNvSpPr/>
            <p:nvPr/>
          </p:nvSpPr>
          <p:spPr>
            <a:xfrm>
              <a:off x="7278886" y="3789936"/>
              <a:ext cx="319353" cy="261310"/>
            </a:xfrm>
            <a:custGeom>
              <a:avLst/>
              <a:gdLst/>
              <a:ahLst/>
              <a:cxnLst/>
              <a:rect l="l" t="t" r="r" b="b"/>
              <a:pathLst>
                <a:path w="15191" h="12430" extrusionOk="0">
                  <a:moveTo>
                    <a:pt x="7596" y="1"/>
                  </a:moveTo>
                  <a:lnTo>
                    <a:pt x="0" y="12430"/>
                  </a:lnTo>
                  <a:lnTo>
                    <a:pt x="15191" y="12430"/>
                  </a:lnTo>
                  <a:close/>
                  <a:moveTo>
                    <a:pt x="7596" y="1989"/>
                  </a:moveTo>
                  <a:lnTo>
                    <a:pt x="1851" y="11394"/>
                  </a:lnTo>
                  <a:lnTo>
                    <a:pt x="13354" y="1139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213"/>
            <p:cNvSpPr/>
            <p:nvPr/>
          </p:nvSpPr>
          <p:spPr>
            <a:xfrm>
              <a:off x="7424047" y="3978655"/>
              <a:ext cx="29053" cy="29053"/>
            </a:xfrm>
            <a:custGeom>
              <a:avLst/>
              <a:gdLst/>
              <a:ahLst/>
              <a:cxnLst/>
              <a:rect l="l" t="t" r="r" b="b"/>
              <a:pathLst>
                <a:path w="1382" h="1382" extrusionOk="0">
                  <a:moveTo>
                    <a:pt x="691" y="0"/>
                  </a:moveTo>
                  <a:cubicBezTo>
                    <a:pt x="318" y="0"/>
                    <a:pt x="0" y="304"/>
                    <a:pt x="0" y="691"/>
                  </a:cubicBezTo>
                  <a:cubicBezTo>
                    <a:pt x="0" y="1063"/>
                    <a:pt x="318" y="1381"/>
                    <a:pt x="691" y="1381"/>
                  </a:cubicBezTo>
                  <a:cubicBezTo>
                    <a:pt x="1077" y="1381"/>
                    <a:pt x="1381" y="1063"/>
                    <a:pt x="1381" y="691"/>
                  </a:cubicBezTo>
                  <a:cubicBezTo>
                    <a:pt x="1381" y="304"/>
                    <a:pt x="1077" y="0"/>
                    <a:pt x="6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8" name="Google Shape;2468;p213"/>
          <p:cNvGrpSpPr/>
          <p:nvPr/>
        </p:nvGrpSpPr>
        <p:grpSpPr>
          <a:xfrm>
            <a:off x="7865898" y="3775431"/>
            <a:ext cx="290342" cy="290321"/>
            <a:chOff x="7865898" y="3775431"/>
            <a:chExt cx="290342" cy="290321"/>
          </a:xfrm>
        </p:grpSpPr>
        <p:sp>
          <p:nvSpPr>
            <p:cNvPr id="2469" name="Google Shape;2469;p213"/>
            <p:cNvSpPr/>
            <p:nvPr/>
          </p:nvSpPr>
          <p:spPr>
            <a:xfrm>
              <a:off x="8032543" y="3912750"/>
              <a:ext cx="66494" cy="102506"/>
            </a:xfrm>
            <a:custGeom>
              <a:avLst/>
              <a:gdLst/>
              <a:ahLst/>
              <a:cxnLst/>
              <a:rect l="l" t="t" r="r" b="b"/>
              <a:pathLst>
                <a:path w="3163" h="4876" extrusionOk="0">
                  <a:moveTo>
                    <a:pt x="732" y="0"/>
                  </a:moveTo>
                  <a:lnTo>
                    <a:pt x="3163" y="2445"/>
                  </a:lnTo>
                  <a:lnTo>
                    <a:pt x="732" y="4875"/>
                  </a:lnTo>
                  <a:lnTo>
                    <a:pt x="0" y="4143"/>
                  </a:lnTo>
                  <a:lnTo>
                    <a:pt x="1699" y="2445"/>
                  </a:lnTo>
                  <a:lnTo>
                    <a:pt x="0" y="7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213"/>
            <p:cNvSpPr/>
            <p:nvPr/>
          </p:nvSpPr>
          <p:spPr>
            <a:xfrm>
              <a:off x="7923079" y="3912750"/>
              <a:ext cx="66810" cy="102506"/>
            </a:xfrm>
            <a:custGeom>
              <a:avLst/>
              <a:gdLst/>
              <a:ahLst/>
              <a:cxnLst/>
              <a:rect l="l" t="t" r="r" b="b"/>
              <a:pathLst>
                <a:path w="3178" h="4876" extrusionOk="0">
                  <a:moveTo>
                    <a:pt x="2445" y="4875"/>
                  </a:moveTo>
                  <a:lnTo>
                    <a:pt x="3177" y="4143"/>
                  </a:lnTo>
                  <a:lnTo>
                    <a:pt x="1465" y="2445"/>
                  </a:lnTo>
                  <a:lnTo>
                    <a:pt x="3177" y="732"/>
                  </a:lnTo>
                  <a:lnTo>
                    <a:pt x="2445" y="0"/>
                  </a:lnTo>
                  <a:lnTo>
                    <a:pt x="1" y="244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213"/>
            <p:cNvSpPr/>
            <p:nvPr/>
          </p:nvSpPr>
          <p:spPr>
            <a:xfrm>
              <a:off x="7909435" y="3818968"/>
              <a:ext cx="29053" cy="29053"/>
            </a:xfrm>
            <a:custGeom>
              <a:avLst/>
              <a:gdLst/>
              <a:ahLst/>
              <a:cxnLst/>
              <a:rect l="l" t="t" r="r" b="b"/>
              <a:pathLst>
                <a:path w="1382" h="1382" extrusionOk="0">
                  <a:moveTo>
                    <a:pt x="691" y="1"/>
                  </a:moveTo>
                  <a:cubicBezTo>
                    <a:pt x="305" y="1"/>
                    <a:pt x="1" y="305"/>
                    <a:pt x="1" y="691"/>
                  </a:cubicBezTo>
                  <a:cubicBezTo>
                    <a:pt x="1" y="1064"/>
                    <a:pt x="305" y="1382"/>
                    <a:pt x="691" y="1382"/>
                  </a:cubicBezTo>
                  <a:cubicBezTo>
                    <a:pt x="1078" y="1382"/>
                    <a:pt x="1382" y="1064"/>
                    <a:pt x="1382" y="691"/>
                  </a:cubicBezTo>
                  <a:cubicBezTo>
                    <a:pt x="1382" y="305"/>
                    <a:pt x="1078" y="1"/>
                    <a:pt x="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213"/>
            <p:cNvSpPr/>
            <p:nvPr/>
          </p:nvSpPr>
          <p:spPr>
            <a:xfrm>
              <a:off x="7952994" y="3818968"/>
              <a:ext cx="29053" cy="29053"/>
            </a:xfrm>
            <a:custGeom>
              <a:avLst/>
              <a:gdLst/>
              <a:ahLst/>
              <a:cxnLst/>
              <a:rect l="l" t="t" r="r" b="b"/>
              <a:pathLst>
                <a:path w="1382" h="1382" extrusionOk="0">
                  <a:moveTo>
                    <a:pt x="691" y="1"/>
                  </a:moveTo>
                  <a:cubicBezTo>
                    <a:pt x="304" y="1"/>
                    <a:pt x="0" y="305"/>
                    <a:pt x="0" y="691"/>
                  </a:cubicBezTo>
                  <a:cubicBezTo>
                    <a:pt x="0" y="1064"/>
                    <a:pt x="304" y="1382"/>
                    <a:pt x="691" y="1382"/>
                  </a:cubicBezTo>
                  <a:cubicBezTo>
                    <a:pt x="1078" y="1382"/>
                    <a:pt x="1381" y="1064"/>
                    <a:pt x="1381" y="691"/>
                  </a:cubicBezTo>
                  <a:cubicBezTo>
                    <a:pt x="1381" y="305"/>
                    <a:pt x="1078" y="1"/>
                    <a:pt x="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213"/>
            <p:cNvSpPr/>
            <p:nvPr/>
          </p:nvSpPr>
          <p:spPr>
            <a:xfrm>
              <a:off x="7996531" y="3818968"/>
              <a:ext cx="29053" cy="29053"/>
            </a:xfrm>
            <a:custGeom>
              <a:avLst/>
              <a:gdLst/>
              <a:ahLst/>
              <a:cxnLst/>
              <a:rect l="l" t="t" r="r" b="b"/>
              <a:pathLst>
                <a:path w="1382" h="1382" extrusionOk="0">
                  <a:moveTo>
                    <a:pt x="691" y="1"/>
                  </a:moveTo>
                  <a:cubicBezTo>
                    <a:pt x="305" y="1"/>
                    <a:pt x="1" y="305"/>
                    <a:pt x="1" y="691"/>
                  </a:cubicBezTo>
                  <a:cubicBezTo>
                    <a:pt x="1" y="1064"/>
                    <a:pt x="305" y="1382"/>
                    <a:pt x="691" y="1382"/>
                  </a:cubicBezTo>
                  <a:cubicBezTo>
                    <a:pt x="1078" y="1382"/>
                    <a:pt x="1382" y="1064"/>
                    <a:pt x="1382" y="691"/>
                  </a:cubicBezTo>
                  <a:cubicBezTo>
                    <a:pt x="1382" y="305"/>
                    <a:pt x="1078" y="1"/>
                    <a:pt x="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213"/>
            <p:cNvSpPr/>
            <p:nvPr/>
          </p:nvSpPr>
          <p:spPr>
            <a:xfrm>
              <a:off x="7865898" y="3775431"/>
              <a:ext cx="290342" cy="290321"/>
            </a:xfrm>
            <a:custGeom>
              <a:avLst/>
              <a:gdLst/>
              <a:ahLst/>
              <a:cxnLst/>
              <a:rect l="l" t="t" r="r" b="b"/>
              <a:pathLst>
                <a:path w="13811" h="13810" extrusionOk="0">
                  <a:moveTo>
                    <a:pt x="0" y="13810"/>
                  </a:moveTo>
                  <a:lnTo>
                    <a:pt x="0" y="0"/>
                  </a:lnTo>
                  <a:lnTo>
                    <a:pt x="13810" y="0"/>
                  </a:lnTo>
                  <a:lnTo>
                    <a:pt x="13810" y="13810"/>
                  </a:lnTo>
                  <a:close/>
                  <a:moveTo>
                    <a:pt x="1036" y="1036"/>
                  </a:moveTo>
                  <a:lnTo>
                    <a:pt x="12774" y="1036"/>
                  </a:lnTo>
                  <a:lnTo>
                    <a:pt x="12774" y="4309"/>
                  </a:lnTo>
                  <a:lnTo>
                    <a:pt x="1036" y="4309"/>
                  </a:lnTo>
                  <a:close/>
                  <a:moveTo>
                    <a:pt x="1036" y="5345"/>
                  </a:moveTo>
                  <a:lnTo>
                    <a:pt x="1036" y="12774"/>
                  </a:lnTo>
                  <a:lnTo>
                    <a:pt x="12774" y="12774"/>
                  </a:lnTo>
                  <a:lnTo>
                    <a:pt x="12774" y="534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5" name="Google Shape;2475;p213"/>
          <p:cNvGrpSpPr/>
          <p:nvPr/>
        </p:nvGrpSpPr>
        <p:grpSpPr>
          <a:xfrm>
            <a:off x="8467709" y="3784428"/>
            <a:ext cx="224436" cy="272325"/>
            <a:chOff x="8467709" y="3784428"/>
            <a:chExt cx="224436" cy="272325"/>
          </a:xfrm>
        </p:grpSpPr>
        <p:sp>
          <p:nvSpPr>
            <p:cNvPr id="2476" name="Google Shape;2476;p213"/>
            <p:cNvSpPr/>
            <p:nvPr/>
          </p:nvSpPr>
          <p:spPr>
            <a:xfrm>
              <a:off x="8467709" y="3889814"/>
              <a:ext cx="165804" cy="166940"/>
            </a:xfrm>
            <a:custGeom>
              <a:avLst/>
              <a:gdLst/>
              <a:ahLst/>
              <a:cxnLst/>
              <a:rect l="l" t="t" r="r" b="b"/>
              <a:pathLst>
                <a:path w="7887" h="7941" extrusionOk="0">
                  <a:moveTo>
                    <a:pt x="3978" y="0"/>
                  </a:moveTo>
                  <a:cubicBezTo>
                    <a:pt x="1782" y="0"/>
                    <a:pt x="1" y="1768"/>
                    <a:pt x="1" y="3964"/>
                  </a:cubicBezTo>
                  <a:cubicBezTo>
                    <a:pt x="1" y="6159"/>
                    <a:pt x="1782" y="7941"/>
                    <a:pt x="3978" y="7941"/>
                  </a:cubicBezTo>
                  <a:cubicBezTo>
                    <a:pt x="5939" y="7941"/>
                    <a:pt x="7555" y="6519"/>
                    <a:pt x="7886" y="4654"/>
                  </a:cubicBezTo>
                  <a:lnTo>
                    <a:pt x="6823" y="4654"/>
                  </a:lnTo>
                  <a:cubicBezTo>
                    <a:pt x="6519" y="5939"/>
                    <a:pt x="5359" y="6905"/>
                    <a:pt x="3978" y="6905"/>
                  </a:cubicBezTo>
                  <a:cubicBezTo>
                    <a:pt x="2349" y="6905"/>
                    <a:pt x="1037" y="5579"/>
                    <a:pt x="1037" y="3964"/>
                  </a:cubicBezTo>
                  <a:cubicBezTo>
                    <a:pt x="1037" y="2348"/>
                    <a:pt x="2349" y="1036"/>
                    <a:pt x="3978" y="1036"/>
                  </a:cubicBezTo>
                  <a:lnTo>
                    <a:pt x="39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213"/>
            <p:cNvSpPr/>
            <p:nvPr/>
          </p:nvSpPr>
          <p:spPr>
            <a:xfrm>
              <a:off x="8551336" y="3784428"/>
              <a:ext cx="58085" cy="58085"/>
            </a:xfrm>
            <a:custGeom>
              <a:avLst/>
              <a:gdLst/>
              <a:ahLst/>
              <a:cxnLst/>
              <a:rect l="l" t="t" r="r" b="b"/>
              <a:pathLst>
                <a:path w="2763" h="2763" extrusionOk="0">
                  <a:moveTo>
                    <a:pt x="1381" y="2762"/>
                  </a:moveTo>
                  <a:cubicBezTo>
                    <a:pt x="2141" y="2762"/>
                    <a:pt x="2762" y="2141"/>
                    <a:pt x="2762" y="1381"/>
                  </a:cubicBezTo>
                  <a:cubicBezTo>
                    <a:pt x="2762" y="622"/>
                    <a:pt x="2141" y="0"/>
                    <a:pt x="1381" y="0"/>
                  </a:cubicBezTo>
                  <a:cubicBezTo>
                    <a:pt x="622" y="0"/>
                    <a:pt x="0" y="622"/>
                    <a:pt x="0" y="1381"/>
                  </a:cubicBezTo>
                  <a:cubicBezTo>
                    <a:pt x="0" y="2141"/>
                    <a:pt x="622" y="2762"/>
                    <a:pt x="1381" y="27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213"/>
            <p:cNvSpPr/>
            <p:nvPr/>
          </p:nvSpPr>
          <p:spPr>
            <a:xfrm>
              <a:off x="8569331" y="3856998"/>
              <a:ext cx="122813" cy="178271"/>
            </a:xfrm>
            <a:custGeom>
              <a:avLst/>
              <a:gdLst/>
              <a:ahLst/>
              <a:cxnLst/>
              <a:rect l="l" t="t" r="r" b="b"/>
              <a:pathLst>
                <a:path w="5842" h="8480" extrusionOk="0">
                  <a:moveTo>
                    <a:pt x="0" y="1"/>
                  </a:moveTo>
                  <a:lnTo>
                    <a:pt x="0" y="5359"/>
                  </a:lnTo>
                  <a:lnTo>
                    <a:pt x="3618" y="5359"/>
                  </a:lnTo>
                  <a:lnTo>
                    <a:pt x="4875" y="8480"/>
                  </a:lnTo>
                  <a:lnTo>
                    <a:pt x="5842" y="8093"/>
                  </a:lnTo>
                  <a:lnTo>
                    <a:pt x="4323" y="4309"/>
                  </a:lnTo>
                  <a:lnTo>
                    <a:pt x="1036" y="4309"/>
                  </a:lnTo>
                  <a:lnTo>
                    <a:pt x="1036" y="2583"/>
                  </a:lnTo>
                  <a:lnTo>
                    <a:pt x="3978" y="2583"/>
                  </a:lnTo>
                  <a:lnTo>
                    <a:pt x="3978" y="1548"/>
                  </a:lnTo>
                  <a:lnTo>
                    <a:pt x="1036" y="1548"/>
                  </a:lnTo>
                  <a:lnTo>
                    <a:pt x="10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79" name="Google Shape;2479;p213"/>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solidFill>
                  <a:schemeClr val="dk1"/>
                </a:solidFill>
              </a:rPr>
              <a:t>79</a:t>
            </a:fld>
            <a:endParaRPr>
              <a:solidFill>
                <a:schemeClr val="dk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483"/>
        <p:cNvGrpSpPr/>
        <p:nvPr/>
      </p:nvGrpSpPr>
      <p:grpSpPr>
        <a:xfrm>
          <a:off x="0" y="0"/>
          <a:ext cx="0" cy="0"/>
          <a:chOff x="0" y="0"/>
          <a:chExt cx="0" cy="0"/>
        </a:xfrm>
      </p:grpSpPr>
      <p:sp>
        <p:nvSpPr>
          <p:cNvPr id="2484" name="Google Shape;2484;p214"/>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80</a:t>
            </a:fld>
            <a:endParaRPr/>
          </a:p>
        </p:txBody>
      </p:sp>
      <p:sp>
        <p:nvSpPr>
          <p:cNvPr id="2485" name="Google Shape;2485;p214"/>
          <p:cNvSpPr txBox="1"/>
          <p:nvPr/>
        </p:nvSpPr>
        <p:spPr>
          <a:xfrm>
            <a:off x="342900" y="1240700"/>
            <a:ext cx="2578200" cy="8646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None/>
            </a:pPr>
            <a:r>
              <a:rPr lang="en" sz="3200">
                <a:solidFill>
                  <a:srgbClr val="130032"/>
                </a:solidFill>
                <a:latin typeface="DS Indigo"/>
                <a:ea typeface="DS Indigo"/>
                <a:cs typeface="DS Indigo"/>
                <a:sym typeface="DS Indigo"/>
              </a:rPr>
              <a:t>Expanded color palette</a:t>
            </a:r>
            <a:endParaRPr sz="3200">
              <a:solidFill>
                <a:srgbClr val="130032"/>
              </a:solidFill>
              <a:latin typeface="DS Indigo"/>
              <a:ea typeface="DS Indigo"/>
              <a:cs typeface="DS Indigo"/>
              <a:sym typeface="DS Indigo"/>
            </a:endParaRPr>
          </a:p>
        </p:txBody>
      </p:sp>
      <p:sp>
        <p:nvSpPr>
          <p:cNvPr id="2486" name="Google Shape;2486;p214"/>
          <p:cNvSpPr txBox="1"/>
          <p:nvPr/>
        </p:nvSpPr>
        <p:spPr>
          <a:xfrm>
            <a:off x="342900" y="2240200"/>
            <a:ext cx="2578200" cy="23790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000">
                <a:latin typeface="DS Indigo"/>
                <a:ea typeface="DS Indigo"/>
                <a:cs typeface="DS Indigo"/>
                <a:sym typeface="DS Indigo"/>
              </a:rPr>
              <a:t>Our expanded palette is derived from a color scale based on our primary brand color, Cobalt.  We’ve added several new colors to the right—in bolded hex color values—that provide greater flexibility across layouts and formats, allowing us to add depth, hierarchy, and emphasis while staying on brand.</a:t>
            </a:r>
            <a:endParaRPr sz="1000">
              <a:latin typeface="DS Indigo"/>
              <a:ea typeface="DS Indigo"/>
              <a:cs typeface="DS Indigo"/>
              <a:sym typeface="DS Indigo"/>
            </a:endParaRPr>
          </a:p>
          <a:p>
            <a:pPr marL="0" lvl="0" indent="0" algn="l" rtl="0">
              <a:lnSpc>
                <a:spcPct val="120000"/>
              </a:lnSpc>
              <a:spcBef>
                <a:spcPts val="0"/>
              </a:spcBef>
              <a:spcAft>
                <a:spcPts val="0"/>
              </a:spcAft>
              <a:buNone/>
            </a:pPr>
            <a:endParaRPr sz="1000">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NOTE:</a:t>
            </a:r>
            <a:endParaRPr sz="1000">
              <a:latin typeface="DS Indigo"/>
              <a:ea typeface="DS Indigo"/>
              <a:cs typeface="DS Indigo"/>
              <a:sym typeface="DS Indigo"/>
            </a:endParaRPr>
          </a:p>
          <a:p>
            <a:pPr marL="0" lvl="0" indent="0" algn="l" rtl="0">
              <a:lnSpc>
                <a:spcPct val="120000"/>
              </a:lnSpc>
              <a:spcBef>
                <a:spcPts val="0"/>
              </a:spcBef>
              <a:spcAft>
                <a:spcPts val="0"/>
              </a:spcAft>
              <a:buNone/>
            </a:pPr>
            <a:r>
              <a:rPr lang="en" sz="1000">
                <a:latin typeface="DS Indigo"/>
                <a:ea typeface="DS Indigo"/>
                <a:cs typeface="DS Indigo"/>
                <a:sym typeface="DS Indigo"/>
              </a:rPr>
              <a:t>Utilize our core brand colors when possible. The expanded palette should generally be reserved for charts, tables and diagrams.</a:t>
            </a:r>
            <a:endParaRPr sz="1000">
              <a:latin typeface="DS Indigo"/>
              <a:ea typeface="DS Indigo"/>
              <a:cs typeface="DS Indigo"/>
              <a:sym typeface="DS Indigo"/>
            </a:endParaRPr>
          </a:p>
        </p:txBody>
      </p:sp>
      <p:grpSp>
        <p:nvGrpSpPr>
          <p:cNvPr id="2487" name="Google Shape;2487;p214"/>
          <p:cNvGrpSpPr/>
          <p:nvPr/>
        </p:nvGrpSpPr>
        <p:grpSpPr>
          <a:xfrm>
            <a:off x="3304975" y="1202475"/>
            <a:ext cx="5496175" cy="3149650"/>
            <a:chOff x="3304975" y="1202475"/>
            <a:chExt cx="5496175" cy="3149650"/>
          </a:xfrm>
        </p:grpSpPr>
        <p:sp>
          <p:nvSpPr>
            <p:cNvPr id="2488" name="Google Shape;2488;p214"/>
            <p:cNvSpPr/>
            <p:nvPr/>
          </p:nvSpPr>
          <p:spPr>
            <a:xfrm>
              <a:off x="3304975" y="1202475"/>
              <a:ext cx="4104600" cy="264000"/>
            </a:xfrm>
            <a:prstGeom prst="roundRect">
              <a:avLst>
                <a:gd name="adj" fmla="val 50000"/>
              </a:avLst>
            </a:prstGeom>
            <a:solidFill>
              <a:srgbClr val="EDE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89" name="Google Shape;2489;p214"/>
            <p:cNvSpPr/>
            <p:nvPr/>
          </p:nvSpPr>
          <p:spPr>
            <a:xfrm>
              <a:off x="3304975" y="1521875"/>
              <a:ext cx="4104600" cy="264000"/>
            </a:xfrm>
            <a:prstGeom prst="roundRect">
              <a:avLst>
                <a:gd name="adj" fmla="val 50000"/>
              </a:avLst>
            </a:prstGeom>
            <a:solidFill>
              <a:srgbClr val="CBC2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0" name="Google Shape;2490;p214"/>
            <p:cNvSpPr/>
            <p:nvPr/>
          </p:nvSpPr>
          <p:spPr>
            <a:xfrm>
              <a:off x="3304975" y="1841275"/>
              <a:ext cx="4104600" cy="264000"/>
            </a:xfrm>
            <a:prstGeom prst="roundRect">
              <a:avLst>
                <a:gd name="adj" fmla="val 50000"/>
              </a:avLst>
            </a:prstGeom>
            <a:solidFill>
              <a:srgbClr val="AB7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1" name="Google Shape;2491;p214"/>
            <p:cNvSpPr/>
            <p:nvPr/>
          </p:nvSpPr>
          <p:spPr>
            <a:xfrm>
              <a:off x="3304975" y="2160675"/>
              <a:ext cx="4104600" cy="264000"/>
            </a:xfrm>
            <a:prstGeom prst="roundRect">
              <a:avLst>
                <a:gd name="adj" fmla="val 50000"/>
              </a:avLst>
            </a:prstGeom>
            <a:solidFill>
              <a:srgbClr val="8A5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2" name="Google Shape;2492;p214"/>
            <p:cNvSpPr/>
            <p:nvPr/>
          </p:nvSpPr>
          <p:spPr>
            <a:xfrm>
              <a:off x="3304975" y="2480075"/>
              <a:ext cx="4104600" cy="264000"/>
            </a:xfrm>
            <a:prstGeom prst="roundRect">
              <a:avLst>
                <a:gd name="adj" fmla="val 50000"/>
              </a:avLst>
            </a:prstGeom>
            <a:solidFill>
              <a:srgbClr val="7D4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3" name="Google Shape;2493;p214"/>
            <p:cNvSpPr/>
            <p:nvPr/>
          </p:nvSpPr>
          <p:spPr>
            <a:xfrm>
              <a:off x="3304975" y="2799475"/>
              <a:ext cx="4104600" cy="264000"/>
            </a:xfrm>
            <a:prstGeom prst="roundRect">
              <a:avLst>
                <a:gd name="adj" fmla="val 50000"/>
              </a:avLst>
            </a:prstGeom>
            <a:solidFill>
              <a:srgbClr val="4C06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4" name="Google Shape;2494;p214"/>
            <p:cNvSpPr/>
            <p:nvPr/>
          </p:nvSpPr>
          <p:spPr>
            <a:xfrm>
              <a:off x="3304975" y="3118875"/>
              <a:ext cx="4104600" cy="264000"/>
            </a:xfrm>
            <a:prstGeom prst="roundRect">
              <a:avLst>
                <a:gd name="adj" fmla="val 50000"/>
              </a:avLst>
            </a:prstGeom>
            <a:solidFill>
              <a:srgbClr val="4001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5" name="Google Shape;2495;p214"/>
            <p:cNvSpPr/>
            <p:nvPr/>
          </p:nvSpPr>
          <p:spPr>
            <a:xfrm>
              <a:off x="3304975" y="3438275"/>
              <a:ext cx="4104600" cy="264000"/>
            </a:xfrm>
            <a:prstGeom prst="roundRect">
              <a:avLst>
                <a:gd name="adj" fmla="val 50000"/>
              </a:avLst>
            </a:prstGeom>
            <a:solidFill>
              <a:srgbClr val="3300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6" name="Google Shape;2496;p214"/>
            <p:cNvSpPr/>
            <p:nvPr/>
          </p:nvSpPr>
          <p:spPr>
            <a:xfrm>
              <a:off x="3304975" y="3763200"/>
              <a:ext cx="4104600" cy="264000"/>
            </a:xfrm>
            <a:prstGeom prst="roundRect">
              <a:avLst>
                <a:gd name="adj" fmla="val 50000"/>
              </a:avLst>
            </a:prstGeom>
            <a:solidFill>
              <a:srgbClr val="26065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7" name="Google Shape;2497;p214"/>
            <p:cNvSpPr/>
            <p:nvPr/>
          </p:nvSpPr>
          <p:spPr>
            <a:xfrm>
              <a:off x="3304975" y="4088125"/>
              <a:ext cx="4104600" cy="264000"/>
            </a:xfrm>
            <a:prstGeom prst="roundRect">
              <a:avLst>
                <a:gd name="adj" fmla="val 50000"/>
              </a:avLst>
            </a:prstGeom>
            <a:solidFill>
              <a:srgbClr val="1300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S Indigo"/>
                <a:ea typeface="DS Indigo"/>
                <a:cs typeface="DS Indigo"/>
                <a:sym typeface="DS Indigo"/>
              </a:endParaRPr>
            </a:p>
          </p:txBody>
        </p:sp>
        <p:sp>
          <p:nvSpPr>
            <p:cNvPr id="2498" name="Google Shape;2498;p214"/>
            <p:cNvSpPr txBox="1"/>
            <p:nvPr/>
          </p:nvSpPr>
          <p:spPr>
            <a:xfrm>
              <a:off x="7583450" y="15851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a:solidFill>
                    <a:srgbClr val="BCBBC8"/>
                  </a:solidFill>
                  <a:latin typeface="DS Indigo"/>
                  <a:ea typeface="DS Indigo"/>
                  <a:cs typeface="DS Indigo"/>
                  <a:sym typeface="DS Indigo"/>
                </a:rPr>
                <a:t>#CBC2FF</a:t>
              </a:r>
              <a:endParaRPr sz="800">
                <a:solidFill>
                  <a:srgbClr val="BCBBC8"/>
                </a:solidFill>
                <a:latin typeface="DS Indigo"/>
                <a:ea typeface="DS Indigo"/>
                <a:cs typeface="DS Indigo"/>
                <a:sym typeface="DS Indigo"/>
              </a:endParaRPr>
            </a:p>
          </p:txBody>
        </p:sp>
        <p:sp>
          <p:nvSpPr>
            <p:cNvPr id="2499" name="Google Shape;2499;p214"/>
            <p:cNvSpPr txBox="1"/>
            <p:nvPr/>
          </p:nvSpPr>
          <p:spPr>
            <a:xfrm>
              <a:off x="7583450" y="12657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b="1">
                  <a:solidFill>
                    <a:srgbClr val="130032"/>
                  </a:solidFill>
                  <a:latin typeface="DS Indigo"/>
                  <a:ea typeface="DS Indigo"/>
                  <a:cs typeface="DS Indigo"/>
                  <a:sym typeface="DS Indigo"/>
                </a:rPr>
                <a:t>#EDE5FF</a:t>
              </a:r>
              <a:endParaRPr sz="800" b="1">
                <a:solidFill>
                  <a:srgbClr val="130032"/>
                </a:solidFill>
                <a:latin typeface="DS Indigo"/>
                <a:ea typeface="DS Indigo"/>
                <a:cs typeface="DS Indigo"/>
                <a:sym typeface="DS Indigo"/>
              </a:endParaRPr>
            </a:p>
          </p:txBody>
        </p:sp>
        <p:sp>
          <p:nvSpPr>
            <p:cNvPr id="2500" name="Google Shape;2500;p214"/>
            <p:cNvSpPr txBox="1"/>
            <p:nvPr/>
          </p:nvSpPr>
          <p:spPr>
            <a:xfrm>
              <a:off x="7583450" y="19045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b="1">
                  <a:solidFill>
                    <a:srgbClr val="130032"/>
                  </a:solidFill>
                  <a:latin typeface="DS Indigo"/>
                  <a:ea typeface="DS Indigo"/>
                  <a:cs typeface="DS Indigo"/>
                  <a:sym typeface="DS Indigo"/>
                </a:rPr>
                <a:t>#AB7FFF</a:t>
              </a:r>
              <a:endParaRPr sz="800" b="1">
                <a:solidFill>
                  <a:srgbClr val="130032"/>
                </a:solidFill>
                <a:latin typeface="DS Indigo"/>
                <a:ea typeface="DS Indigo"/>
                <a:cs typeface="DS Indigo"/>
                <a:sym typeface="DS Indigo"/>
              </a:endParaRPr>
            </a:p>
          </p:txBody>
        </p:sp>
        <p:sp>
          <p:nvSpPr>
            <p:cNvPr id="2501" name="Google Shape;2501;p214"/>
            <p:cNvSpPr txBox="1"/>
            <p:nvPr/>
          </p:nvSpPr>
          <p:spPr>
            <a:xfrm>
              <a:off x="7583450" y="22239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b="1">
                  <a:solidFill>
                    <a:srgbClr val="130032"/>
                  </a:solidFill>
                  <a:latin typeface="DS Indigo"/>
                  <a:ea typeface="DS Indigo"/>
                  <a:cs typeface="DS Indigo"/>
                  <a:sym typeface="DS Indigo"/>
                </a:rPr>
                <a:t>#8A55FF</a:t>
              </a:r>
              <a:endParaRPr sz="800" b="1">
                <a:solidFill>
                  <a:srgbClr val="130032"/>
                </a:solidFill>
                <a:latin typeface="DS Indigo"/>
                <a:ea typeface="DS Indigo"/>
                <a:cs typeface="DS Indigo"/>
                <a:sym typeface="DS Indigo"/>
              </a:endParaRPr>
            </a:p>
          </p:txBody>
        </p:sp>
        <p:sp>
          <p:nvSpPr>
            <p:cNvPr id="2502" name="Google Shape;2502;p214"/>
            <p:cNvSpPr txBox="1"/>
            <p:nvPr/>
          </p:nvSpPr>
          <p:spPr>
            <a:xfrm>
              <a:off x="7583450" y="25433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b="1">
                  <a:solidFill>
                    <a:srgbClr val="130032"/>
                  </a:solidFill>
                  <a:latin typeface="DS Indigo"/>
                  <a:ea typeface="DS Indigo"/>
                  <a:cs typeface="DS Indigo"/>
                  <a:sym typeface="DS Indigo"/>
                </a:rPr>
                <a:t>#5C18FF</a:t>
              </a:r>
              <a:endParaRPr sz="800" b="1">
                <a:solidFill>
                  <a:srgbClr val="130032"/>
                </a:solidFill>
                <a:latin typeface="DS Indigo"/>
                <a:ea typeface="DS Indigo"/>
                <a:cs typeface="DS Indigo"/>
                <a:sym typeface="DS Indigo"/>
              </a:endParaRPr>
            </a:p>
          </p:txBody>
        </p:sp>
        <p:sp>
          <p:nvSpPr>
            <p:cNvPr id="2503" name="Google Shape;2503;p214"/>
            <p:cNvSpPr txBox="1"/>
            <p:nvPr/>
          </p:nvSpPr>
          <p:spPr>
            <a:xfrm>
              <a:off x="7583450" y="28627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a:solidFill>
                    <a:srgbClr val="BCBBC8"/>
                  </a:solidFill>
                  <a:latin typeface="DS Indigo"/>
                  <a:ea typeface="DS Indigo"/>
                  <a:cs typeface="DS Indigo"/>
                  <a:sym typeface="DS Indigo"/>
                </a:rPr>
                <a:t>#4C06FF</a:t>
              </a:r>
              <a:endParaRPr sz="800">
                <a:solidFill>
                  <a:srgbClr val="BCBBC8"/>
                </a:solidFill>
                <a:latin typeface="DS Indigo"/>
                <a:ea typeface="DS Indigo"/>
                <a:cs typeface="DS Indigo"/>
                <a:sym typeface="DS Indigo"/>
              </a:endParaRPr>
            </a:p>
          </p:txBody>
        </p:sp>
        <p:sp>
          <p:nvSpPr>
            <p:cNvPr id="2504" name="Google Shape;2504;p214"/>
            <p:cNvSpPr txBox="1"/>
            <p:nvPr/>
          </p:nvSpPr>
          <p:spPr>
            <a:xfrm>
              <a:off x="7583450" y="31821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b="1">
                  <a:solidFill>
                    <a:srgbClr val="130032"/>
                  </a:solidFill>
                  <a:latin typeface="DS Indigo"/>
                  <a:ea typeface="DS Indigo"/>
                  <a:cs typeface="DS Indigo"/>
                  <a:sym typeface="DS Indigo"/>
                </a:rPr>
                <a:t>#4000CC</a:t>
              </a:r>
              <a:endParaRPr sz="800" b="1">
                <a:solidFill>
                  <a:srgbClr val="130032"/>
                </a:solidFill>
                <a:latin typeface="DS Indigo"/>
                <a:ea typeface="DS Indigo"/>
                <a:cs typeface="DS Indigo"/>
                <a:sym typeface="DS Indigo"/>
              </a:endParaRPr>
            </a:p>
          </p:txBody>
        </p:sp>
        <p:sp>
          <p:nvSpPr>
            <p:cNvPr id="2505" name="Google Shape;2505;p214"/>
            <p:cNvSpPr txBox="1"/>
            <p:nvPr/>
          </p:nvSpPr>
          <p:spPr>
            <a:xfrm>
              <a:off x="7583450" y="35015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b="1">
                  <a:solidFill>
                    <a:srgbClr val="130032"/>
                  </a:solidFill>
                  <a:latin typeface="DS Indigo"/>
                  <a:ea typeface="DS Indigo"/>
                  <a:cs typeface="DS Indigo"/>
                  <a:sym typeface="DS Indigo"/>
                </a:rPr>
                <a:t>#330099</a:t>
              </a:r>
              <a:endParaRPr sz="800" b="1">
                <a:solidFill>
                  <a:srgbClr val="130032"/>
                </a:solidFill>
                <a:latin typeface="DS Indigo"/>
                <a:ea typeface="DS Indigo"/>
                <a:cs typeface="DS Indigo"/>
                <a:sym typeface="DS Indigo"/>
              </a:endParaRPr>
            </a:p>
          </p:txBody>
        </p:sp>
        <p:sp>
          <p:nvSpPr>
            <p:cNvPr id="2506" name="Google Shape;2506;p214"/>
            <p:cNvSpPr txBox="1"/>
            <p:nvPr/>
          </p:nvSpPr>
          <p:spPr>
            <a:xfrm>
              <a:off x="7583450" y="3831688"/>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a:solidFill>
                    <a:srgbClr val="BCBBC8"/>
                  </a:solidFill>
                  <a:latin typeface="DS Indigo"/>
                  <a:ea typeface="DS Indigo"/>
                  <a:cs typeface="DS Indigo"/>
                  <a:sym typeface="DS Indigo"/>
                </a:rPr>
                <a:t>#26065D</a:t>
              </a:r>
              <a:endParaRPr sz="800">
                <a:solidFill>
                  <a:srgbClr val="BCBBC8"/>
                </a:solidFill>
                <a:latin typeface="DS Indigo"/>
                <a:ea typeface="DS Indigo"/>
                <a:cs typeface="DS Indigo"/>
                <a:sym typeface="DS Indigo"/>
              </a:endParaRPr>
            </a:p>
          </p:txBody>
        </p:sp>
        <p:sp>
          <p:nvSpPr>
            <p:cNvPr id="2507" name="Google Shape;2507;p214"/>
            <p:cNvSpPr txBox="1"/>
            <p:nvPr/>
          </p:nvSpPr>
          <p:spPr>
            <a:xfrm>
              <a:off x="7583450" y="4151075"/>
              <a:ext cx="1217700" cy="1374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r>
                <a:rPr lang="en" sz="800">
                  <a:solidFill>
                    <a:srgbClr val="BCBBC8"/>
                  </a:solidFill>
                  <a:latin typeface="DS Indigo"/>
                  <a:ea typeface="DS Indigo"/>
                  <a:cs typeface="DS Indigo"/>
                  <a:sym typeface="DS Indigo"/>
                </a:rPr>
                <a:t>#130032</a:t>
              </a:r>
              <a:endParaRPr sz="800">
                <a:solidFill>
                  <a:srgbClr val="BCBBC8"/>
                </a:solidFill>
                <a:latin typeface="DS Indigo"/>
                <a:ea typeface="DS Indigo"/>
                <a:cs typeface="DS Indigo"/>
                <a:sym typeface="DS Indigo"/>
              </a:endParaRPr>
            </a:p>
          </p:txBody>
        </p:sp>
        <p:sp>
          <p:nvSpPr>
            <p:cNvPr id="2508" name="Google Shape;2508;p214"/>
            <p:cNvSpPr/>
            <p:nvPr/>
          </p:nvSpPr>
          <p:spPr>
            <a:xfrm>
              <a:off x="3387387" y="1588150"/>
              <a:ext cx="1017600" cy="137400"/>
            </a:xfrm>
            <a:prstGeom prst="roundRect">
              <a:avLst>
                <a:gd name="adj" fmla="val 50000"/>
              </a:avLst>
            </a:prstGeom>
            <a:solidFill>
              <a:schemeClr val="lt1"/>
            </a:solidFill>
            <a:ln>
              <a:noFill/>
            </a:ln>
          </p:spPr>
          <p:txBody>
            <a:bodyPr spcFirstLastPara="1" wrap="square" lIns="45700" tIns="91425" rIns="45700" bIns="91425" anchor="ctr" anchorCtr="0">
              <a:noAutofit/>
            </a:bodyPr>
            <a:lstStyle/>
            <a:p>
              <a:pPr marL="0" lvl="0" indent="0" algn="l" rtl="0">
                <a:lnSpc>
                  <a:spcPct val="100000"/>
                </a:lnSpc>
                <a:spcBef>
                  <a:spcPts val="0"/>
                </a:spcBef>
                <a:spcAft>
                  <a:spcPts val="0"/>
                </a:spcAft>
                <a:buNone/>
              </a:pPr>
              <a:r>
                <a:rPr lang="en" sz="500">
                  <a:solidFill>
                    <a:schemeClr val="dk1"/>
                  </a:solidFill>
                  <a:latin typeface="DS Indigo Medium"/>
                  <a:ea typeface="DS Indigo Medium"/>
                  <a:cs typeface="DS Indigo Medium"/>
                  <a:sym typeface="DS Indigo Medium"/>
                </a:rPr>
                <a:t>BRAND COLOR: MIST</a:t>
              </a:r>
              <a:endParaRPr sz="500">
                <a:solidFill>
                  <a:schemeClr val="dk1"/>
                </a:solidFill>
                <a:latin typeface="DS Indigo Medium"/>
                <a:ea typeface="DS Indigo Medium"/>
                <a:cs typeface="DS Indigo Medium"/>
                <a:sym typeface="DS Indigo Medium"/>
              </a:endParaRPr>
            </a:p>
          </p:txBody>
        </p:sp>
        <p:sp>
          <p:nvSpPr>
            <p:cNvPr id="2509" name="Google Shape;2509;p214"/>
            <p:cNvSpPr/>
            <p:nvPr/>
          </p:nvSpPr>
          <p:spPr>
            <a:xfrm>
              <a:off x="3387387" y="2862775"/>
              <a:ext cx="1017600" cy="137400"/>
            </a:xfrm>
            <a:prstGeom prst="roundRect">
              <a:avLst>
                <a:gd name="adj" fmla="val 50000"/>
              </a:avLst>
            </a:prstGeom>
            <a:solidFill>
              <a:schemeClr val="lt1"/>
            </a:solidFill>
            <a:ln>
              <a:noFill/>
            </a:ln>
          </p:spPr>
          <p:txBody>
            <a:bodyPr spcFirstLastPara="1" wrap="square" lIns="45700" tIns="91425" rIns="45700" bIns="91425" anchor="ctr" anchorCtr="0">
              <a:noAutofit/>
            </a:bodyPr>
            <a:lstStyle/>
            <a:p>
              <a:pPr marL="0" lvl="0" indent="0" algn="l" rtl="0">
                <a:lnSpc>
                  <a:spcPct val="100000"/>
                </a:lnSpc>
                <a:spcBef>
                  <a:spcPts val="0"/>
                </a:spcBef>
                <a:spcAft>
                  <a:spcPts val="0"/>
                </a:spcAft>
                <a:buNone/>
              </a:pPr>
              <a:r>
                <a:rPr lang="en" sz="500">
                  <a:solidFill>
                    <a:schemeClr val="dk1"/>
                  </a:solidFill>
                  <a:latin typeface="DS Indigo Medium"/>
                  <a:ea typeface="DS Indigo Medium"/>
                  <a:cs typeface="DS Indigo Medium"/>
                  <a:sym typeface="DS Indigo Medium"/>
                </a:rPr>
                <a:t>BRAND COLOR: COBALT</a:t>
              </a:r>
              <a:endParaRPr sz="500">
                <a:solidFill>
                  <a:schemeClr val="dk1"/>
                </a:solidFill>
                <a:latin typeface="DS Indigo Medium"/>
                <a:ea typeface="DS Indigo Medium"/>
                <a:cs typeface="DS Indigo Medium"/>
                <a:sym typeface="DS Indigo Medium"/>
              </a:endParaRPr>
            </a:p>
          </p:txBody>
        </p:sp>
        <p:sp>
          <p:nvSpPr>
            <p:cNvPr id="2510" name="Google Shape;2510;p214"/>
            <p:cNvSpPr/>
            <p:nvPr/>
          </p:nvSpPr>
          <p:spPr>
            <a:xfrm>
              <a:off x="3387387" y="3826500"/>
              <a:ext cx="1017600" cy="137400"/>
            </a:xfrm>
            <a:prstGeom prst="roundRect">
              <a:avLst>
                <a:gd name="adj" fmla="val 50000"/>
              </a:avLst>
            </a:prstGeom>
            <a:solidFill>
              <a:schemeClr val="lt1"/>
            </a:solidFill>
            <a:ln>
              <a:noFill/>
            </a:ln>
          </p:spPr>
          <p:txBody>
            <a:bodyPr spcFirstLastPara="1" wrap="square" lIns="45700" tIns="91425" rIns="45700" bIns="91425" anchor="ctr" anchorCtr="0">
              <a:noAutofit/>
            </a:bodyPr>
            <a:lstStyle/>
            <a:p>
              <a:pPr marL="0" lvl="0" indent="0" algn="l" rtl="0">
                <a:lnSpc>
                  <a:spcPct val="100000"/>
                </a:lnSpc>
                <a:spcBef>
                  <a:spcPts val="0"/>
                </a:spcBef>
                <a:spcAft>
                  <a:spcPts val="0"/>
                </a:spcAft>
                <a:buNone/>
              </a:pPr>
              <a:r>
                <a:rPr lang="en" sz="500">
                  <a:solidFill>
                    <a:schemeClr val="dk1"/>
                  </a:solidFill>
                  <a:latin typeface="DS Indigo Medium"/>
                  <a:ea typeface="DS Indigo Medium"/>
                  <a:cs typeface="DS Indigo Medium"/>
                  <a:sym typeface="DS Indigo Medium"/>
                </a:rPr>
                <a:t>BRAND COLOR: DEEP  VIOLET</a:t>
              </a:r>
              <a:endParaRPr sz="500">
                <a:solidFill>
                  <a:schemeClr val="dk1"/>
                </a:solidFill>
                <a:latin typeface="DS Indigo Medium"/>
                <a:ea typeface="DS Indigo Medium"/>
                <a:cs typeface="DS Indigo Medium"/>
                <a:sym typeface="DS Indigo Medium"/>
              </a:endParaRPr>
            </a:p>
          </p:txBody>
        </p:sp>
        <p:sp>
          <p:nvSpPr>
            <p:cNvPr id="2511" name="Google Shape;2511;p214"/>
            <p:cNvSpPr/>
            <p:nvPr/>
          </p:nvSpPr>
          <p:spPr>
            <a:xfrm>
              <a:off x="3387387" y="4151425"/>
              <a:ext cx="1017600" cy="137400"/>
            </a:xfrm>
            <a:prstGeom prst="roundRect">
              <a:avLst>
                <a:gd name="adj" fmla="val 50000"/>
              </a:avLst>
            </a:prstGeom>
            <a:solidFill>
              <a:schemeClr val="lt1"/>
            </a:solidFill>
            <a:ln>
              <a:noFill/>
            </a:ln>
          </p:spPr>
          <p:txBody>
            <a:bodyPr spcFirstLastPara="1" wrap="square" lIns="45700" tIns="91425" rIns="45700" bIns="91425" anchor="ctr" anchorCtr="0">
              <a:noAutofit/>
            </a:bodyPr>
            <a:lstStyle/>
            <a:p>
              <a:pPr marL="0" lvl="0" indent="0" algn="l" rtl="0">
                <a:lnSpc>
                  <a:spcPct val="100000"/>
                </a:lnSpc>
                <a:spcBef>
                  <a:spcPts val="0"/>
                </a:spcBef>
                <a:spcAft>
                  <a:spcPts val="0"/>
                </a:spcAft>
                <a:buNone/>
              </a:pPr>
              <a:r>
                <a:rPr lang="en" sz="500">
                  <a:solidFill>
                    <a:schemeClr val="dk1"/>
                  </a:solidFill>
                  <a:latin typeface="DS Indigo Medium"/>
                  <a:ea typeface="DS Indigo Medium"/>
                  <a:cs typeface="DS Indigo Medium"/>
                  <a:sym typeface="DS Indigo Medium"/>
                </a:rPr>
                <a:t>BRAND COLOR: INKWELL</a:t>
              </a:r>
              <a:endParaRPr sz="500">
                <a:solidFill>
                  <a:schemeClr val="dk1"/>
                </a:solidFill>
                <a:latin typeface="DS Indigo Medium"/>
                <a:ea typeface="DS Indigo Medium"/>
                <a:cs typeface="DS Indigo Medium"/>
                <a:sym typeface="DS Indigo Medium"/>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515"/>
        <p:cNvGrpSpPr/>
        <p:nvPr/>
      </p:nvGrpSpPr>
      <p:grpSpPr>
        <a:xfrm>
          <a:off x="0" y="0"/>
          <a:ext cx="0" cy="0"/>
          <a:chOff x="0" y="0"/>
          <a:chExt cx="0" cy="0"/>
        </a:xfrm>
      </p:grpSpPr>
      <p:sp>
        <p:nvSpPr>
          <p:cNvPr id="2516" name="Google Shape;2516;p215"/>
          <p:cNvSpPr txBox="1">
            <a:spLocks noGrp="1"/>
          </p:cNvSpPr>
          <p:nvPr>
            <p:ph type="sldNum" idx="12"/>
          </p:nvPr>
        </p:nvSpPr>
        <p:spPr>
          <a:xfrm>
            <a:off x="8555150" y="4800600"/>
            <a:ext cx="246000" cy="137400"/>
          </a:xfrm>
          <a:prstGeom prst="rect">
            <a:avLst/>
          </a:prstGeom>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
              <a:t>81</a:t>
            </a:fld>
            <a:endParaRPr/>
          </a:p>
        </p:txBody>
      </p:sp>
      <p:sp>
        <p:nvSpPr>
          <p:cNvPr id="2517" name="Google Shape;2517;p215"/>
          <p:cNvSpPr txBox="1">
            <a:spLocks noGrp="1"/>
          </p:cNvSpPr>
          <p:nvPr>
            <p:ph type="title"/>
          </p:nvPr>
        </p:nvSpPr>
        <p:spPr>
          <a:xfrm>
            <a:off x="342900" y="1240696"/>
            <a:ext cx="2661300" cy="2805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Resources</a:t>
            </a:r>
            <a:endParaRPr/>
          </a:p>
        </p:txBody>
      </p:sp>
      <p:sp>
        <p:nvSpPr>
          <p:cNvPr id="2518" name="Google Shape;2518;p215"/>
          <p:cNvSpPr txBox="1">
            <a:spLocks noGrp="1"/>
          </p:cNvSpPr>
          <p:nvPr>
            <p:ph type="subTitle" idx="1"/>
          </p:nvPr>
        </p:nvSpPr>
        <p:spPr>
          <a:xfrm>
            <a:off x="3244275" y="1240600"/>
            <a:ext cx="3207600" cy="2805600"/>
          </a:xfrm>
          <a:prstGeom prst="rect">
            <a:avLst/>
          </a:prstGeom>
        </p:spPr>
        <p:txBody>
          <a:bodyPr spcFirstLastPara="1" wrap="square" lIns="0" tIns="0" rIns="0" bIns="0" anchor="t" anchorCtr="0">
            <a:noAutofit/>
          </a:bodyPr>
          <a:lstStyle/>
          <a:p>
            <a:pPr marL="0" lvl="0" indent="0" algn="l" rtl="0">
              <a:lnSpc>
                <a:spcPct val="120000"/>
              </a:lnSpc>
              <a:spcBef>
                <a:spcPts val="0"/>
              </a:spcBef>
              <a:spcAft>
                <a:spcPts val="0"/>
              </a:spcAft>
              <a:buNone/>
            </a:pPr>
            <a:r>
              <a:rPr lang="en" sz="1000">
                <a:solidFill>
                  <a:srgbClr val="000000"/>
                </a:solidFill>
                <a:latin typeface="DS Indigo SemiBold"/>
                <a:ea typeface="DS Indigo SemiBold"/>
                <a:cs typeface="DS Indigo SemiBold"/>
                <a:sym typeface="DS Indigo SemiBold"/>
              </a:rPr>
              <a:t>Photo Library</a:t>
            </a:r>
            <a:endParaRPr sz="1000">
              <a:solidFill>
                <a:srgbClr val="000000"/>
              </a:solidFill>
              <a:latin typeface="DS Indigo SemiBold"/>
              <a:ea typeface="DS Indigo SemiBold"/>
              <a:cs typeface="DS Indigo SemiBold"/>
              <a:sym typeface="DS Indigo SemiBold"/>
            </a:endParaRPr>
          </a:p>
          <a:p>
            <a:pPr marL="0" lvl="0" indent="0" algn="l" rtl="0">
              <a:lnSpc>
                <a:spcPct val="120000"/>
              </a:lnSpc>
              <a:spcBef>
                <a:spcPts val="0"/>
              </a:spcBef>
              <a:spcAft>
                <a:spcPts val="0"/>
              </a:spcAft>
              <a:buNone/>
            </a:pPr>
            <a:r>
              <a:rPr lang="en" sz="1000" u="sng">
                <a:solidFill>
                  <a:schemeClr val="hlink"/>
                </a:solidFill>
                <a:hlinkClick r:id="rId3"/>
              </a:rPr>
              <a:t>https://brandfolder.com/docusign-1</a:t>
            </a:r>
            <a:br>
              <a:rPr lang="en" sz="1000">
                <a:solidFill>
                  <a:srgbClr val="000000"/>
                </a:solidFill>
              </a:rPr>
            </a:br>
            <a:br>
              <a:rPr lang="en" sz="1000">
                <a:solidFill>
                  <a:srgbClr val="000000"/>
                </a:solidFill>
              </a:rPr>
            </a:br>
            <a:r>
              <a:rPr lang="en" sz="1000"/>
              <a:t>Note: if you do not already have access, please click the </a:t>
            </a:r>
            <a:r>
              <a:rPr lang="en" sz="1000" b="1"/>
              <a:t>"I want to request access" </a:t>
            </a:r>
            <a:r>
              <a:rPr lang="en" sz="1000"/>
              <a:t>button on the website mentioned above to do so.</a:t>
            </a:r>
            <a:endParaRPr sz="1000"/>
          </a:p>
          <a:p>
            <a:pPr marL="0" lvl="0" indent="0" algn="l" rtl="0">
              <a:spcBef>
                <a:spcPts val="0"/>
              </a:spcBef>
              <a:spcAft>
                <a:spcPts val="0"/>
              </a:spcAft>
              <a:buNone/>
            </a:pPr>
            <a:endParaRPr sz="1000">
              <a:solidFill>
                <a:srgbClr val="000000"/>
              </a:solidFill>
            </a:endParaRPr>
          </a:p>
          <a:p>
            <a:pPr marL="0" lvl="0" indent="0" algn="l" rtl="0">
              <a:spcBef>
                <a:spcPts val="0"/>
              </a:spcBef>
              <a:spcAft>
                <a:spcPts val="0"/>
              </a:spcAft>
              <a:buNone/>
            </a:pPr>
            <a:endParaRPr>
              <a:solidFill>
                <a:srgbClr val="000000"/>
              </a:solidFill>
              <a:latin typeface="DS Indigo SemiBold"/>
              <a:ea typeface="DS Indigo SemiBold"/>
              <a:cs typeface="DS Indigo SemiBold"/>
              <a:sym typeface="DS Indigo SemiBold"/>
            </a:endParaRPr>
          </a:p>
        </p:txBody>
      </p:sp>
    </p:spTree>
  </p:cSld>
  <p:clrMapOvr>
    <a:masterClrMapping/>
  </p:clrMapOvr>
</p:sld>
</file>

<file path=ppt/theme/theme1.xml><?xml version="1.0" encoding="utf-8"?>
<a:theme xmlns:a="http://schemas.openxmlformats.org/drawingml/2006/main" name="Docusign Base Corporate Template - Light">
  <a:themeElements>
    <a:clrScheme name="Simple Light">
      <a:dk1>
        <a:srgbClr val="130032"/>
      </a:dk1>
      <a:lt1>
        <a:srgbClr val="FFFFFF"/>
      </a:lt1>
      <a:dk2>
        <a:srgbClr val="CBC2FF"/>
      </a:dk2>
      <a:lt2>
        <a:srgbClr val="F7F1EE"/>
      </a:lt2>
      <a:accent1>
        <a:srgbClr val="4C00FF"/>
      </a:accent1>
      <a:accent2>
        <a:srgbClr val="130032"/>
      </a:accent2>
      <a:accent3>
        <a:srgbClr val="26065D"/>
      </a:accent3>
      <a:accent4>
        <a:srgbClr val="AB7FFF"/>
      </a:accent4>
      <a:accent5>
        <a:srgbClr val="8A55FF"/>
      </a:accent5>
      <a:accent6>
        <a:srgbClr val="FF5252"/>
      </a:accent6>
      <a:hlink>
        <a:srgbClr val="4C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5004</Words>
  <Application>Microsoft Macintosh PowerPoint</Application>
  <PresentationFormat>On-screen Show (16:9)</PresentationFormat>
  <Paragraphs>779</Paragraphs>
  <Slides>81</Slides>
  <Notes>81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DS Indigo SemiBold</vt:lpstr>
      <vt:lpstr>Arial</vt:lpstr>
      <vt:lpstr>DS Indigo</vt:lpstr>
      <vt:lpstr>Open Sans</vt:lpstr>
      <vt:lpstr>DS Indigo Medium</vt:lpstr>
      <vt:lpstr>Docusign Base Corporate Template - Light</vt:lpstr>
      <vt:lpstr>PowerPoint Presentation</vt:lpstr>
      <vt:lpstr>PowerPoint Presentation</vt:lpstr>
      <vt:lpstr>PowerPoint Presentation</vt:lpstr>
      <vt:lpstr>PowerPoint Presentation</vt:lpstr>
      <vt:lpstr>This Template Includes</vt:lpstr>
      <vt:lpstr>Presentation Title Here - 2 Lines Max</vt:lpstr>
      <vt:lpstr>Presentation Title Here - 2 Lines Max</vt:lpstr>
      <vt:lpstr>Presentation Title Here - 2 Lines Max</vt:lpstr>
      <vt:lpstr>Presentation Title here -  3 Lines Max</vt:lpstr>
      <vt:lpstr>Presentation Title Goes Here – 3 Lines Max</vt:lpstr>
      <vt:lpstr>Presentation Title Here - 2 Lines Max</vt:lpstr>
      <vt:lpstr>Presentation Title Here - 2 Lines Max</vt:lpstr>
      <vt:lpstr>PowerPoint Presentation</vt:lpstr>
      <vt:lpstr>Agenda</vt:lpstr>
      <vt:lpstr>Agenda</vt:lpstr>
      <vt:lpstr>Speaker Panel </vt:lpstr>
      <vt:lpstr>Speaker Panel </vt:lpstr>
      <vt:lpstr>Insert Section Header Here</vt:lpstr>
      <vt:lpstr>Insert Section Header Here</vt:lpstr>
      <vt:lpstr>PowerPoint Presentation</vt:lpstr>
      <vt:lpstr>Lorem ipsum dolor sit amet, consectetur adipiscing elit. Ut porta euismod ante, sed gravida arcu cursus eget. Vivamus sit amet purus nibh. Pellentesque habitant morbi tristique senectus et netus et malesuada fames ac turpis egestas.</vt:lpstr>
      <vt:lpstr>Lorem ipsum dolor sit amet, consectetur adipiscing elit. Ut porta euismod ante, sed gravida arcu cursus eget. Vivamus sit amet purus nibh. Pellentesque habitant morbi tristique senectus et netus et malesuada fames ac turpis egestas.</vt:lpstr>
      <vt:lpstr>Bringing Agreements to Life   </vt:lpstr>
      <vt:lpstr>Bringing Agreements to Life    </vt:lpstr>
      <vt:lpstr>Bringing Agreements to Life </vt:lpstr>
      <vt:lpstr>Bringing Agreements to Life </vt:lpstr>
      <vt:lpstr>Bringing Agreements to Life </vt:lpstr>
      <vt:lpstr>Bringing Agreements to Life  </vt:lpstr>
      <vt:lpstr>Bringing Agreements to Life</vt:lpstr>
      <vt:lpstr>Bringing Agreements to Life</vt:lpstr>
      <vt:lpstr>Bringing Agreements to Life</vt:lpstr>
      <vt:lpstr>Bringing Agreements to Life </vt:lpstr>
      <vt:lpstr>Bringing Agreements to Life </vt:lpstr>
      <vt:lpstr>Bringing Agreements to Life</vt:lpstr>
      <vt:lpstr>Bringing Agreements to Life.</vt:lpstr>
      <vt:lpstr>Bringing Agreements to Life.</vt:lpstr>
      <vt:lpstr>Bringing Agreements to Life.</vt:lpstr>
      <vt:lpstr>Bringing Agreements to Life.</vt:lpstr>
      <vt:lpstr>Showcase details to Inform</vt:lpstr>
      <vt:lpstr>Showcase details to Inform</vt:lpstr>
      <vt:lpstr>Inspire and Inform through interesting details</vt:lpstr>
      <vt:lpstr>Case Study</vt:lpstr>
      <vt:lpstr>Customer Story Headline</vt:lpstr>
      <vt:lpstr>Competitor Analysis 1</vt:lpstr>
      <vt:lpstr>Competitor Analysis 2</vt:lpstr>
      <vt:lpstr>Roadmap</vt:lpstr>
      <vt:lpstr>Project Timeline</vt:lpstr>
      <vt:lpstr>Timeline</vt:lpstr>
      <vt:lpstr>A chip on the shoulder is too heavy a piece of baggage to carry through life.</vt:lpstr>
      <vt:lpstr>A chip on the shoulder is too heavy a piece of baggage to carry through life.</vt:lpstr>
      <vt:lpstr>A chip on the shoulder is too heavy a piece of baggage to carry through life.</vt:lpstr>
      <vt:lpstr>Demo</vt:lpstr>
      <vt:lpstr>PowerPoint Presentation</vt:lpstr>
      <vt:lpstr>PowerPoint Presentation</vt:lpstr>
      <vt:lpstr>PowerPoint Presentation</vt:lpstr>
      <vt:lpstr>PowerPoint Presentation</vt:lpstr>
      <vt:lpstr>PowerPoint Presentation</vt:lpstr>
      <vt:lpstr>PowerPoint Presentation</vt:lpstr>
      <vt:lpstr>Charts</vt:lpstr>
      <vt:lpstr>Column Bar Chart</vt:lpstr>
      <vt:lpstr>Stacked Bar Chart</vt:lpstr>
      <vt:lpstr>Donut Pie Chart</vt:lpstr>
      <vt:lpstr>Line Graph</vt:lpstr>
      <vt:lpstr>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Workflow Diagrams</vt:lpstr>
      <vt:lpstr>Process Level Diagram</vt:lpstr>
      <vt:lpstr>1-to-3 Diagram</vt:lpstr>
      <vt:lpstr>1-to-1 Diagram</vt:lpstr>
      <vt:lpstr>PowerPoint Presentation</vt:lpstr>
      <vt:lpstr>PowerPoint Presentation</vt:lpstr>
      <vt:lpstr>Creative Assets &amp; Resources</vt:lpstr>
      <vt:lpstr>Icons  </vt:lpstr>
      <vt:lpstr>PowerPoint Presentation</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Paul Solans</cp:lastModifiedBy>
  <cp:revision>1</cp:revision>
  <dcterms:modified xsi:type="dcterms:W3CDTF">2026-04-07T00:13:41Z</dcterms:modified>
</cp:coreProperties>
</file>