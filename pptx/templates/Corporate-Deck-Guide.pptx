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DS Indigo SemiBold"/>
      <p:regular r:id="rId27"/>
      <p:bold r:id="rId28"/>
    </p:embeddedFont>
    <p:embeddedFont>
      <p:font typeface="DS Indigo"/>
      <p:regular r:id="rId29"/>
      <p:bold r:id="rId30"/>
    </p:embeddedFont>
    <p:embeddedFont>
      <p:font typeface="DS Indigo Medium"/>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70383F-8DAA-4C84-9360-2C97196C3DBE}">
  <a:tblStyle styleId="{D770383F-8DAA-4C84-9360-2C97196C3DB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SIndigoMedium-regular.fntdata"/><Relationship Id="rId30" Type="http://schemas.openxmlformats.org/officeDocument/2006/relationships/font" Target="fonts/DSIndigo-bold.fntdata"/><Relationship Id="rId32" Type="http://schemas.openxmlformats.org/officeDocument/2006/relationships/font" Target="fonts/DSIndigoMedium-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DSIndigoSemiBold-bold.fntdata"/><Relationship Id="rId27" Type="http://schemas.openxmlformats.org/officeDocument/2006/relationships/font" Target="fonts/DSIndigoSemiBold-regular.fntdata"/><Relationship Id="rId29" Type="http://schemas.openxmlformats.org/officeDocument/2006/relationships/font" Target="fonts/DSIndigo-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0797f445b3_0_120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0797f445b3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2cd5aed9021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2cd5aed9021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0797f445b3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0797f445b3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cd5aed9021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2cd5aed9021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cd5aed9021_0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cd5aed9021_0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2cd5aed9021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2cd5aed9021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2cd5aed9021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cd5aed9021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2cd5aed9021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6" name="Google Shape;836;g2cd5aed9021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cd5aed9021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cd5aed9021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2cd5aed9021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2cd5aed9021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cd5aed9021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2cd5aed9021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cd5aed9021_0_1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cd5aed9021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2cd5aed9021_0_1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2cd5aed9021_0_1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0797f445b3_0_1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0797f445b3_0_1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cd5aed9021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cd5aed9021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cd5aed9021_0_1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2cd5aed9021_0_1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2cd5aed9021_0_1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g2cd5aed9021_0_1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2cd5aed9021_0_1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2cd5aed9021_0_1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2cd5aed9021_0_2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2cd5aed9021_0_2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2cd5aed9021_0_1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2cd5aed9021_0_1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g20797f445b3_0_18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1" name="Google Shape;1471;g20797f445b3_0_1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drive.google.com/file/d/1PnYmlXyAVXg6kBaIbfIlrajKo7qzdPlI/view"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 Harbor">
  <p:cSld name="Safe Harbor_1_1_1">
    <p:spTree>
      <p:nvGrpSpPr>
        <p:cNvPr id="25" name="Shape 25"/>
        <p:cNvGrpSpPr/>
        <p:nvPr/>
      </p:nvGrpSpPr>
      <p:grpSpPr>
        <a:xfrm>
          <a:off x="0" y="0"/>
          <a:ext cx="0" cy="0"/>
          <a:chOff x="0" y="0"/>
          <a:chExt cx="0" cy="0"/>
        </a:xfrm>
      </p:grpSpPr>
      <p:sp>
        <p:nvSpPr>
          <p:cNvPr id="26" name="Google Shape;26;p2"/>
          <p:cNvSpPr txBox="1"/>
          <p:nvPr/>
        </p:nvSpPr>
        <p:spPr>
          <a:xfrm>
            <a:off x="342900" y="1298250"/>
            <a:ext cx="4094100" cy="3158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lang="en" sz="650">
                <a:solidFill>
                  <a:schemeClr val="dk1"/>
                </a:solidFill>
                <a:latin typeface="DS Indigo"/>
                <a:ea typeface="DS Indigo"/>
                <a:cs typeface="DS Indigo"/>
                <a:sym typeface="DS Indigo"/>
              </a:rPr>
              <a:t>This presentation contains forward-looking statements within the meaning of Section 27A of the Securities Act of 1933, as amended, and Section 21E of the Securities Exchange Act of 1934, as amended, that are based on our management's beliefs and assumptions and on information currently available to management, and which statements involve substantial risk and uncertainties. Forward-looking statements include all statements that are not historical facts and can be identified by terms such as “may,” “will,” “should,” “expects,” “plans,” “anticipates,” “could,” “intends,” “target,” “projects,” “contemplates,” “believes,” “estimates,” “predicts,” “potential,” or “continue” or the negative of these words or other similar terms or expressions that concern our expectations, strategy, plans or intentions. Forward-looking statements in this presentation could include, among other things, statements about expected financial metrics, such as revenue, billings, non-GAAP gross margin, non-GAAP diluted weighted-average shares outstanding, and non-financial metrics, such as customer growth, as well as statements related to our expectations regarding our growth. They also include statements about our future operating results and financial position, our business strategy and plans, market growth and trends, and our objectives for future operations. These statements are subject to substantial risks and uncertainties that could cause actual results to differ materially from those expressed or implied by such statements. </a:t>
            </a:r>
            <a:endParaRPr sz="65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t/>
            </a:r>
            <a:endParaRPr sz="65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lang="en" sz="650">
                <a:solidFill>
                  <a:schemeClr val="dk1"/>
                </a:solidFill>
                <a:latin typeface="DS Indigo"/>
                <a:ea typeface="DS Indigo"/>
                <a:cs typeface="DS Indigo"/>
                <a:sym typeface="DS Indigo"/>
              </a:rPr>
              <a:t>These risks and uncertainties include, among other things, risks related to our expectations regarding global macro-economic conditions, including the effects of inflation, rising and fluctuating interest rates and market volatility on the global economy; our ability to estimate the size and growth of our total addressable market, and the development of the market for our products; our ability to effectively sustain and manage our growth and future expenses, achieve and maintain future profitability, attract new customers and maintain and expand our existing customer base; our ability to effectively implement and execute our restructuring plan; our ability to scale and update our platform to respond to customers’ needs and rapid technological change; the effects of increased competition in our market and our ability to compete effectively; our ability to expand use cases within existing customers and vertical solutions; our ability to expand our operations and increase adoption of</a:t>
            </a:r>
            <a:endParaRPr sz="650">
              <a:solidFill>
                <a:schemeClr val="dk1"/>
              </a:solidFill>
              <a:latin typeface="DS Indigo"/>
              <a:ea typeface="DS Indigo"/>
              <a:cs typeface="DS Indigo"/>
              <a:sym typeface="DS Indigo"/>
            </a:endParaRPr>
          </a:p>
        </p:txBody>
      </p:sp>
      <p:sp>
        <p:nvSpPr>
          <p:cNvPr id="27" name="Google Shape;27;p2"/>
          <p:cNvSpPr txBox="1"/>
          <p:nvPr/>
        </p:nvSpPr>
        <p:spPr>
          <a:xfrm>
            <a:off x="4707100" y="1298250"/>
            <a:ext cx="4094100" cy="3158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lang="en" sz="650">
                <a:solidFill>
                  <a:schemeClr val="dk1"/>
                </a:solidFill>
                <a:latin typeface="DS Indigo"/>
                <a:ea typeface="DS Indigo"/>
                <a:cs typeface="DS Indigo"/>
                <a:sym typeface="DS Indigo"/>
              </a:rPr>
              <a:t>our platform internationally; </a:t>
            </a:r>
            <a:r>
              <a:rPr lang="en" sz="650">
                <a:solidFill>
                  <a:schemeClr val="dk1"/>
                </a:solidFill>
                <a:latin typeface="DS Indigo"/>
                <a:ea typeface="DS Indigo"/>
                <a:cs typeface="DS Indigo"/>
                <a:sym typeface="DS Indigo"/>
              </a:rPr>
              <a:t>our ability to strengthen and foster our relationships with developers; our ability to expand our direct sales force, customer success team and strategic partnerships around the world; the impact of any data breaches, cyberattacks or other malicious activity on our technology systems; our ability to identify targets for and execute potential acquisitions; our ability to successfully integrate the operations of businesses we may acquire, and to realize the anticipated benefits of such acquisitions; our ability to maintain, protect and enhance our brand; the sufficiency of our cash, cash equivalents and capital resources to satisfy our liquidity needs; limitations on us due to obligations we have under our credit facility or other indebtedness; our failure or the failure of our software to comply with applicable industry standards, laws and regulations; our ability to maintain, protect and enhance our intellectual property; our ability to successfully defend litigation against us; our ability to attract large organizations as users; our ability to maintain our corporate culture; our ability to offer high-quality customer support; our ability to hire, retain and motivate qualified personnel, including executive level management; our ability to successfully manage and integrate executive management transitions; uncertainties regarding the impact of general economic and market conditions, including as a result of regional and global conflicts or related government sanctions; our ability to successfully implement and maintain new and existing information technology systems, including our ERP system; and our ability to maintain proper and effective internal controls. Additional risks and uncertainties that could affect our financial results are included in the sections titled “Risk Factors” and “Management’s Discussion and Analysis of Financial Condition and Results of Operations” in our annual report on Form 10-K for the fiscal year ended January 31, 2022 filed on March 25, 2022, our quarterly report on Form 10-Q for the quarter ended October 31, 2022, which we expect to file on December 8, 2022 with the Securities and Exchange Commission (the “SEC”), and other filings that we make from time to time with the SEC. In addition, any forward-looking statements contained in this presentation are based on assumptions that we believe to be reasonable as of this date. Except as required by law, we assume no obligation to update these forward-looking statements, or to update the reasons if actual results differ materially from those anticipated in the forward-looking statements.</a:t>
            </a:r>
            <a:endParaRPr sz="650">
              <a:solidFill>
                <a:schemeClr val="dk1"/>
              </a:solidFill>
              <a:latin typeface="DS Indigo"/>
              <a:ea typeface="DS Indigo"/>
              <a:cs typeface="DS Indigo"/>
              <a:sym typeface="DS Indigo"/>
            </a:endParaRPr>
          </a:p>
        </p:txBody>
      </p:sp>
      <p:sp>
        <p:nvSpPr>
          <p:cNvPr id="28" name="Google Shape;28;p2"/>
          <p:cNvSpPr txBox="1"/>
          <p:nvPr/>
        </p:nvSpPr>
        <p:spPr>
          <a:xfrm>
            <a:off x="340950" y="783400"/>
            <a:ext cx="2641200" cy="407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2600">
                <a:solidFill>
                  <a:srgbClr val="191823"/>
                </a:solidFill>
                <a:latin typeface="DS Indigo"/>
                <a:ea typeface="DS Indigo"/>
                <a:cs typeface="DS Indigo"/>
                <a:sym typeface="DS Indigo"/>
              </a:rPr>
              <a:t>Safe Harbor</a:t>
            </a:r>
            <a:endParaRPr sz="2600">
              <a:solidFill>
                <a:srgbClr val="191823"/>
              </a:solidFill>
              <a:latin typeface="DS Indigo"/>
              <a:ea typeface="DS Indigo"/>
              <a:cs typeface="DS Indigo"/>
              <a:sym typeface="DS Indigo"/>
            </a:endParaRPr>
          </a:p>
        </p:txBody>
      </p:sp>
      <p:sp>
        <p:nvSpPr>
          <p:cNvPr id="29" name="Google Shape;29;p2"/>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pdate Data Classifications 1">
  <p:cSld name="Safe Harbor_1_1_1_1_1">
    <p:spTree>
      <p:nvGrpSpPr>
        <p:cNvPr id="30" name="Shape 30"/>
        <p:cNvGrpSpPr/>
        <p:nvPr/>
      </p:nvGrpSpPr>
      <p:grpSpPr>
        <a:xfrm>
          <a:off x="0" y="0"/>
          <a:ext cx="0" cy="0"/>
          <a:chOff x="0" y="0"/>
          <a:chExt cx="0" cy="0"/>
        </a:xfrm>
      </p:grpSpPr>
      <p:sp>
        <p:nvSpPr>
          <p:cNvPr id="31" name="Google Shape;31;p3"/>
          <p:cNvSpPr txBox="1"/>
          <p:nvPr/>
        </p:nvSpPr>
        <p:spPr>
          <a:xfrm>
            <a:off x="339100" y="2427275"/>
            <a:ext cx="3090000" cy="15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lang="en" sz="1000">
                <a:solidFill>
                  <a:schemeClr val="dk1"/>
                </a:solidFill>
                <a:latin typeface="DS Indigo"/>
                <a:ea typeface="DS Indigo"/>
                <a:cs typeface="DS Indigo"/>
                <a:sym typeface="DS Indigo"/>
              </a:rPr>
              <a:t>Maintaining customer trust and protecting </a:t>
            </a:r>
            <a:r>
              <a:rPr lang="en" sz="1000">
                <a:solidFill>
                  <a:schemeClr val="dk1"/>
                </a:solidFill>
                <a:latin typeface="DS Indigo"/>
                <a:ea typeface="DS Indigo"/>
                <a:cs typeface="DS Indigo"/>
                <a:sym typeface="DS Indigo"/>
              </a:rPr>
              <a:t>Docusign</a:t>
            </a:r>
            <a:r>
              <a:rPr lang="en" sz="1000">
                <a:solidFill>
                  <a:schemeClr val="dk1"/>
                </a:solidFill>
                <a:latin typeface="DS Indigo"/>
                <a:ea typeface="DS Indigo"/>
                <a:cs typeface="DS Indigo"/>
                <a:sym typeface="DS Indigo"/>
              </a:rPr>
              <a:t>’s brand includes the proper classification and handling of all </a:t>
            </a:r>
            <a:r>
              <a:rPr lang="en" sz="1000">
                <a:solidFill>
                  <a:schemeClr val="dk1"/>
                </a:solidFill>
                <a:latin typeface="DS Indigo"/>
                <a:ea typeface="DS Indigo"/>
                <a:cs typeface="DS Indigo"/>
                <a:sym typeface="DS Indigo"/>
              </a:rPr>
              <a:t>Docusign</a:t>
            </a:r>
            <a:r>
              <a:rPr lang="en" sz="1000">
                <a:solidFill>
                  <a:schemeClr val="dk1"/>
                </a:solidFill>
                <a:latin typeface="DS Indigo"/>
                <a:ea typeface="DS Indigo"/>
                <a:cs typeface="DS Indigo"/>
                <a:sym typeface="DS Indigo"/>
              </a:rPr>
              <a:t> documents and information. </a:t>
            </a:r>
            <a:r>
              <a:rPr lang="en" sz="1000">
                <a:solidFill>
                  <a:schemeClr val="dk1"/>
                </a:solidFill>
                <a:latin typeface="DS Indigo"/>
                <a:ea typeface="DS Indigo"/>
                <a:cs typeface="DS Indigo"/>
                <a:sym typeface="DS Indigo"/>
              </a:rPr>
              <a:t>Docusign</a:t>
            </a:r>
            <a:r>
              <a:rPr lang="en" sz="1000">
                <a:solidFill>
                  <a:schemeClr val="dk1"/>
                </a:solidFill>
                <a:latin typeface="DS Indigo"/>
                <a:ea typeface="DS Indigo"/>
                <a:cs typeface="DS Indigo"/>
                <a:sym typeface="DS Indigo"/>
              </a:rPr>
              <a:t> employees are responsible for properly labeling all documents and sharing only as permitted.</a:t>
            </a:r>
            <a:endParaRPr sz="100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t/>
            </a:r>
            <a:endParaRPr sz="100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rPr lang="en" sz="1000">
                <a:solidFill>
                  <a:schemeClr val="dk1"/>
                </a:solidFill>
                <a:latin typeface="DS Indigo"/>
                <a:ea typeface="DS Indigo"/>
                <a:cs typeface="DS Indigo"/>
                <a:sym typeface="DS Indigo"/>
              </a:rPr>
              <a:t>All </a:t>
            </a:r>
            <a:r>
              <a:rPr lang="en" sz="1000">
                <a:solidFill>
                  <a:schemeClr val="dk1"/>
                </a:solidFill>
                <a:latin typeface="DS Indigo"/>
                <a:ea typeface="DS Indigo"/>
                <a:cs typeface="DS Indigo"/>
                <a:sym typeface="DS Indigo"/>
              </a:rPr>
              <a:t>Docusign</a:t>
            </a:r>
            <a:r>
              <a:rPr lang="en" sz="1000">
                <a:solidFill>
                  <a:schemeClr val="dk1"/>
                </a:solidFill>
                <a:latin typeface="DS Indigo"/>
                <a:ea typeface="DS Indigo"/>
                <a:cs typeface="DS Indigo"/>
                <a:sym typeface="DS Indigo"/>
              </a:rPr>
              <a:t> data is classified based on sensitivity using the following classifications:</a:t>
            </a:r>
            <a:endParaRPr b="1" sz="1000">
              <a:solidFill>
                <a:schemeClr val="dk1"/>
              </a:solidFill>
              <a:latin typeface="DS Indigo"/>
              <a:ea typeface="DS Indigo"/>
              <a:cs typeface="DS Indigo"/>
              <a:sym typeface="DS Indigo"/>
            </a:endParaRPr>
          </a:p>
        </p:txBody>
      </p:sp>
      <p:sp>
        <p:nvSpPr>
          <p:cNvPr id="32" name="Google Shape;32;p3"/>
          <p:cNvSpPr txBox="1"/>
          <p:nvPr/>
        </p:nvSpPr>
        <p:spPr>
          <a:xfrm>
            <a:off x="339100" y="1240600"/>
            <a:ext cx="3090000" cy="11868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2600">
                <a:solidFill>
                  <a:srgbClr val="191823"/>
                </a:solidFill>
                <a:latin typeface="DS Indigo"/>
                <a:ea typeface="DS Indigo"/>
                <a:cs typeface="DS Indigo"/>
                <a:sym typeface="DS Indigo"/>
              </a:rPr>
              <a:t>Let’s make sure you’re using the proper classification</a:t>
            </a:r>
            <a:endParaRPr sz="2600">
              <a:solidFill>
                <a:srgbClr val="191823"/>
              </a:solidFill>
              <a:latin typeface="DS Indigo"/>
              <a:ea typeface="DS Indigo"/>
              <a:cs typeface="DS Indigo"/>
              <a:sym typeface="DS Indigo"/>
            </a:endParaRPr>
          </a:p>
        </p:txBody>
      </p:sp>
      <p:graphicFrame>
        <p:nvGraphicFramePr>
          <p:cNvPr id="33" name="Google Shape;33;p3"/>
          <p:cNvGraphicFramePr/>
          <p:nvPr/>
        </p:nvGraphicFramePr>
        <p:xfrm>
          <a:off x="4436950" y="1240600"/>
          <a:ext cx="3000000" cy="3000000"/>
        </p:xfrm>
        <a:graphic>
          <a:graphicData uri="http://schemas.openxmlformats.org/drawingml/2006/table">
            <a:tbl>
              <a:tblPr>
                <a:noFill/>
                <a:tableStyleId>{D770383F-8DAA-4C84-9360-2C97196C3DBE}</a:tableStyleId>
              </a:tblPr>
              <a:tblGrid>
                <a:gridCol w="1454725"/>
                <a:gridCol w="2882125"/>
              </a:tblGrid>
              <a:tr h="857225">
                <a:tc>
                  <a:txBody>
                    <a:bodyPr/>
                    <a:lstStyle/>
                    <a:p>
                      <a:pPr indent="0" lvl="0" marL="0" rtl="0" algn="l">
                        <a:lnSpc>
                          <a:spcPct val="115000"/>
                        </a:lnSpc>
                        <a:spcBef>
                          <a:spcPts val="0"/>
                        </a:spcBef>
                        <a:spcAft>
                          <a:spcPts val="0"/>
                        </a:spcAft>
                        <a:buNone/>
                      </a:pPr>
                      <a:r>
                        <a:rPr b="1" lang="en" sz="1000">
                          <a:solidFill>
                            <a:srgbClr val="191823"/>
                          </a:solidFill>
                          <a:latin typeface="DS Indigo"/>
                          <a:ea typeface="DS Indigo"/>
                          <a:cs typeface="DS Indigo"/>
                          <a:sym typeface="DS Indigo"/>
                        </a:rPr>
                        <a:t>Docusign</a:t>
                      </a:r>
                      <a:br>
                        <a:rPr b="1" lang="en" sz="1000">
                          <a:solidFill>
                            <a:srgbClr val="191823"/>
                          </a:solidFill>
                          <a:latin typeface="DS Indigo"/>
                          <a:ea typeface="DS Indigo"/>
                          <a:cs typeface="DS Indigo"/>
                          <a:sym typeface="DS Indigo"/>
                        </a:rPr>
                      </a:br>
                      <a:r>
                        <a:rPr b="1" lang="en" sz="1000">
                          <a:solidFill>
                            <a:srgbClr val="191823"/>
                          </a:solidFill>
                          <a:latin typeface="DS Indigo"/>
                          <a:ea typeface="DS Indigo"/>
                          <a:cs typeface="DS Indigo"/>
                          <a:sym typeface="DS Indigo"/>
                        </a:rPr>
                        <a:t>Restricted</a:t>
                      </a:r>
                      <a:endParaRPr b="1" sz="10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191823"/>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solidFill>
                            <a:srgbClr val="191823"/>
                          </a:solidFill>
                          <a:latin typeface="DS Indigo"/>
                          <a:ea typeface="DS Indigo"/>
                          <a:cs typeface="DS Indigo"/>
                          <a:sym typeface="DS Indigo"/>
                        </a:rPr>
                        <a:t>Highly sensitive data limited to very few individuals and shared only on a need-to-know basis. Applies to data that must be protected due to legal or regulatory requirements; may give </a:t>
                      </a:r>
                      <a:r>
                        <a:rPr lang="en" sz="700">
                          <a:solidFill>
                            <a:srgbClr val="191823"/>
                          </a:solidFill>
                          <a:latin typeface="DS Indigo"/>
                          <a:ea typeface="DS Indigo"/>
                          <a:cs typeface="DS Indigo"/>
                          <a:sym typeface="DS Indigo"/>
                        </a:rPr>
                        <a:t>Docusign</a:t>
                      </a:r>
                      <a:r>
                        <a:rPr lang="en" sz="700">
                          <a:solidFill>
                            <a:srgbClr val="191823"/>
                          </a:solidFill>
                          <a:latin typeface="DS Indigo"/>
                          <a:ea typeface="DS Indigo"/>
                          <a:cs typeface="DS Indigo"/>
                          <a:sym typeface="DS Indigo"/>
                        </a:rPr>
                        <a:t> competitors an advantage. </a:t>
                      </a:r>
                      <a:r>
                        <a:rPr b="1" lang="en" sz="700">
                          <a:solidFill>
                            <a:srgbClr val="191823"/>
                          </a:solidFill>
                          <a:latin typeface="DS Indigo"/>
                          <a:ea typeface="DS Indigo"/>
                          <a:cs typeface="DS Indigo"/>
                          <a:sym typeface="DS Indigo"/>
                        </a:rPr>
                        <a:t>Any data containing NPI or PI is considered </a:t>
                      </a:r>
                      <a:r>
                        <a:rPr b="1" lang="en" sz="700">
                          <a:solidFill>
                            <a:srgbClr val="191823"/>
                          </a:solidFill>
                          <a:latin typeface="DS Indigo"/>
                          <a:ea typeface="DS Indigo"/>
                          <a:cs typeface="DS Indigo"/>
                          <a:sym typeface="DS Indigo"/>
                        </a:rPr>
                        <a:t>Docusign</a:t>
                      </a:r>
                      <a:r>
                        <a:rPr b="1" lang="en" sz="700">
                          <a:solidFill>
                            <a:srgbClr val="191823"/>
                          </a:solidFill>
                          <a:latin typeface="DS Indigo"/>
                          <a:ea typeface="DS Indigo"/>
                          <a:cs typeface="DS Indigo"/>
                          <a:sym typeface="DS Indigo"/>
                        </a:rPr>
                        <a:t> Restricted.</a:t>
                      </a:r>
                      <a:endParaRPr b="1" sz="7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191823"/>
                      </a:solidFill>
                      <a:prstDash val="solid"/>
                      <a:round/>
                      <a:headEnd len="sm" w="sm" type="none"/>
                      <a:tailEnd len="sm" w="sm" type="none"/>
                    </a:lnB>
                  </a:tcPr>
                </a:tc>
              </a:tr>
              <a:tr h="810650">
                <a:tc>
                  <a:txBody>
                    <a:bodyPr/>
                    <a:lstStyle/>
                    <a:p>
                      <a:pPr indent="0" lvl="0" marL="0" rtl="0" algn="l">
                        <a:lnSpc>
                          <a:spcPct val="115000"/>
                        </a:lnSpc>
                        <a:spcBef>
                          <a:spcPts val="0"/>
                        </a:spcBef>
                        <a:spcAft>
                          <a:spcPts val="0"/>
                        </a:spcAft>
                        <a:buNone/>
                      </a:pPr>
                      <a:r>
                        <a:rPr b="1" lang="en" sz="1000">
                          <a:solidFill>
                            <a:srgbClr val="191823"/>
                          </a:solidFill>
                          <a:latin typeface="DS Indigo"/>
                          <a:ea typeface="DS Indigo"/>
                          <a:cs typeface="DS Indigo"/>
                          <a:sym typeface="DS Indigo"/>
                        </a:rPr>
                        <a:t>Docusign</a:t>
                      </a:r>
                      <a:r>
                        <a:rPr b="1" lang="en" sz="1000">
                          <a:solidFill>
                            <a:srgbClr val="191823"/>
                          </a:solidFill>
                          <a:latin typeface="DS Indigo"/>
                          <a:ea typeface="DS Indigo"/>
                          <a:cs typeface="DS Indigo"/>
                          <a:sym typeface="DS Indigo"/>
                        </a:rPr>
                        <a:t> Confidential</a:t>
                      </a:r>
                      <a:endParaRPr b="1" sz="10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191823"/>
                      </a:solidFill>
                      <a:prstDash val="solid"/>
                      <a:round/>
                      <a:headEnd len="sm" w="sm" type="none"/>
                      <a:tailEnd len="sm" w="sm" type="none"/>
                    </a:lnT>
                    <a:lnB cap="flat" cmpd="sng" w="9525">
                      <a:solidFill>
                        <a:srgbClr val="191823"/>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solidFill>
                            <a:srgbClr val="191823"/>
                          </a:solidFill>
                          <a:latin typeface="DS Indigo"/>
                          <a:ea typeface="DS Indigo"/>
                          <a:cs typeface="DS Indigo"/>
                          <a:sym typeface="DS Indigo"/>
                        </a:rPr>
                        <a:t>Sensitive data limited to small groups (e.g., project teams) and shared only on a need-to-know basis. Applies to company sensitive data and other information that may pose a security risk or give </a:t>
                      </a:r>
                      <a:r>
                        <a:rPr lang="en" sz="700">
                          <a:solidFill>
                            <a:srgbClr val="191823"/>
                          </a:solidFill>
                          <a:latin typeface="DS Indigo"/>
                          <a:ea typeface="DS Indigo"/>
                          <a:cs typeface="DS Indigo"/>
                          <a:sym typeface="DS Indigo"/>
                        </a:rPr>
                        <a:t>Docusign</a:t>
                      </a:r>
                      <a:r>
                        <a:rPr lang="en" sz="700">
                          <a:solidFill>
                            <a:srgbClr val="191823"/>
                          </a:solidFill>
                          <a:latin typeface="DS Indigo"/>
                          <a:ea typeface="DS Indigo"/>
                          <a:cs typeface="DS Indigo"/>
                          <a:sym typeface="DS Indigo"/>
                        </a:rPr>
                        <a:t> competitors an advantage. </a:t>
                      </a:r>
                      <a:r>
                        <a:rPr b="1" lang="en" sz="700">
                          <a:solidFill>
                            <a:srgbClr val="191823"/>
                          </a:solidFill>
                          <a:latin typeface="DS Indigo"/>
                          <a:ea typeface="DS Indigo"/>
                          <a:cs typeface="DS Indigo"/>
                          <a:sym typeface="DS Indigo"/>
                        </a:rPr>
                        <a:t>Any data that is not classified defaults to </a:t>
                      </a:r>
                      <a:r>
                        <a:rPr b="1" lang="en" sz="700">
                          <a:solidFill>
                            <a:srgbClr val="191823"/>
                          </a:solidFill>
                          <a:latin typeface="DS Indigo"/>
                          <a:ea typeface="DS Indigo"/>
                          <a:cs typeface="DS Indigo"/>
                          <a:sym typeface="DS Indigo"/>
                        </a:rPr>
                        <a:t>Docusign</a:t>
                      </a:r>
                      <a:r>
                        <a:rPr b="1" lang="en" sz="700">
                          <a:solidFill>
                            <a:srgbClr val="191823"/>
                          </a:solidFill>
                          <a:latin typeface="DS Indigo"/>
                          <a:ea typeface="DS Indigo"/>
                          <a:cs typeface="DS Indigo"/>
                          <a:sym typeface="DS Indigo"/>
                        </a:rPr>
                        <a:t> Confidential.</a:t>
                      </a:r>
                      <a:endParaRPr b="1" sz="7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191823"/>
                      </a:solidFill>
                      <a:prstDash val="solid"/>
                      <a:round/>
                      <a:headEnd len="sm" w="sm" type="none"/>
                      <a:tailEnd len="sm" w="sm" type="none"/>
                    </a:lnT>
                    <a:lnB cap="flat" cmpd="sng" w="9525">
                      <a:solidFill>
                        <a:srgbClr val="191823"/>
                      </a:solidFill>
                      <a:prstDash val="solid"/>
                      <a:round/>
                      <a:headEnd len="sm" w="sm" type="none"/>
                      <a:tailEnd len="sm" w="sm" type="none"/>
                    </a:lnB>
                  </a:tcPr>
                </a:tc>
              </a:tr>
              <a:tr h="678825">
                <a:tc>
                  <a:txBody>
                    <a:bodyPr/>
                    <a:lstStyle/>
                    <a:p>
                      <a:pPr indent="0" lvl="0" marL="0" rtl="0" algn="l">
                        <a:lnSpc>
                          <a:spcPct val="115000"/>
                        </a:lnSpc>
                        <a:spcBef>
                          <a:spcPts val="0"/>
                        </a:spcBef>
                        <a:spcAft>
                          <a:spcPts val="0"/>
                        </a:spcAft>
                        <a:buNone/>
                      </a:pPr>
                      <a:r>
                        <a:rPr b="1" lang="en" sz="1000">
                          <a:solidFill>
                            <a:srgbClr val="191823"/>
                          </a:solidFill>
                          <a:latin typeface="DS Indigo"/>
                          <a:ea typeface="DS Indigo"/>
                          <a:cs typeface="DS Indigo"/>
                          <a:sym typeface="DS Indigo"/>
                        </a:rPr>
                        <a:t>Docusign</a:t>
                      </a:r>
                      <a:br>
                        <a:rPr b="1" lang="en" sz="1000">
                          <a:solidFill>
                            <a:srgbClr val="191823"/>
                          </a:solidFill>
                          <a:latin typeface="DS Indigo"/>
                          <a:ea typeface="DS Indigo"/>
                          <a:cs typeface="DS Indigo"/>
                          <a:sym typeface="DS Indigo"/>
                        </a:rPr>
                      </a:br>
                      <a:r>
                        <a:rPr b="1" lang="en" sz="1000">
                          <a:solidFill>
                            <a:srgbClr val="191823"/>
                          </a:solidFill>
                          <a:latin typeface="DS Indigo"/>
                          <a:ea typeface="DS Indigo"/>
                          <a:cs typeface="DS Indigo"/>
                          <a:sym typeface="DS Indigo"/>
                        </a:rPr>
                        <a:t>Internal</a:t>
                      </a:r>
                      <a:endParaRPr b="1" sz="10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191823"/>
                      </a:solidFill>
                      <a:prstDash val="solid"/>
                      <a:round/>
                      <a:headEnd len="sm" w="sm" type="none"/>
                      <a:tailEnd len="sm" w="sm" type="none"/>
                    </a:lnT>
                    <a:lnB cap="flat" cmpd="sng" w="9525">
                      <a:solidFill>
                        <a:srgbClr val="191823"/>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solidFill>
                            <a:srgbClr val="191823"/>
                          </a:solidFill>
                          <a:latin typeface="DS Indigo"/>
                          <a:ea typeface="DS Indigo"/>
                          <a:cs typeface="DS Indigo"/>
                          <a:sym typeface="DS Indigo"/>
                        </a:rPr>
                        <a:t>Non-sensitive data used for conducting company business.</a:t>
                      </a:r>
                      <a:endParaRPr sz="700">
                        <a:solidFill>
                          <a:srgbClr val="191823"/>
                        </a:solidFill>
                        <a:latin typeface="DS Indigo"/>
                        <a:ea typeface="DS Indigo"/>
                        <a:cs typeface="DS Indigo"/>
                        <a:sym typeface="DS Indigo"/>
                      </a:endParaRPr>
                    </a:p>
                    <a:p>
                      <a:pPr indent="0" lvl="0" marL="0" rtl="0" algn="l">
                        <a:lnSpc>
                          <a:spcPct val="115000"/>
                        </a:lnSpc>
                        <a:spcBef>
                          <a:spcPts val="0"/>
                        </a:spcBef>
                        <a:spcAft>
                          <a:spcPts val="0"/>
                        </a:spcAft>
                        <a:buNone/>
                      </a:pPr>
                      <a:r>
                        <a:rPr lang="en" sz="700">
                          <a:solidFill>
                            <a:srgbClr val="191823"/>
                          </a:solidFill>
                          <a:latin typeface="DS Indigo"/>
                          <a:ea typeface="DS Indigo"/>
                          <a:cs typeface="DS Indigo"/>
                          <a:sym typeface="DS Indigo"/>
                        </a:rPr>
                        <a:t>Applies to data commonly available within </a:t>
                      </a:r>
                      <a:r>
                        <a:rPr lang="en" sz="700">
                          <a:solidFill>
                            <a:srgbClr val="191823"/>
                          </a:solidFill>
                          <a:latin typeface="DS Indigo"/>
                          <a:ea typeface="DS Indigo"/>
                          <a:cs typeface="DS Indigo"/>
                          <a:sym typeface="DS Indigo"/>
                        </a:rPr>
                        <a:t>Docusign</a:t>
                      </a:r>
                      <a:r>
                        <a:rPr lang="en" sz="700">
                          <a:solidFill>
                            <a:srgbClr val="191823"/>
                          </a:solidFill>
                          <a:latin typeface="DS Indigo"/>
                          <a:ea typeface="DS Indigo"/>
                          <a:cs typeface="DS Indigo"/>
                          <a:sym typeface="DS Indigo"/>
                        </a:rPr>
                        <a:t> and used for daily operations.</a:t>
                      </a:r>
                      <a:endParaRPr sz="7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191823"/>
                      </a:solidFill>
                      <a:prstDash val="solid"/>
                      <a:round/>
                      <a:headEnd len="sm" w="sm" type="none"/>
                      <a:tailEnd len="sm" w="sm" type="none"/>
                    </a:lnT>
                    <a:lnB cap="flat" cmpd="sng" w="9525">
                      <a:solidFill>
                        <a:srgbClr val="191823"/>
                      </a:solidFill>
                      <a:prstDash val="solid"/>
                      <a:round/>
                      <a:headEnd len="sm" w="sm" type="none"/>
                      <a:tailEnd len="sm" w="sm" type="none"/>
                    </a:lnB>
                  </a:tcPr>
                </a:tc>
              </a:tr>
              <a:tr h="541650">
                <a:tc>
                  <a:txBody>
                    <a:bodyPr/>
                    <a:lstStyle/>
                    <a:p>
                      <a:pPr indent="0" lvl="0" marL="0" rtl="0" algn="l">
                        <a:lnSpc>
                          <a:spcPct val="115000"/>
                        </a:lnSpc>
                        <a:spcBef>
                          <a:spcPts val="0"/>
                        </a:spcBef>
                        <a:spcAft>
                          <a:spcPts val="0"/>
                        </a:spcAft>
                        <a:buNone/>
                      </a:pPr>
                      <a:r>
                        <a:rPr b="1" lang="en" sz="1000">
                          <a:solidFill>
                            <a:srgbClr val="191823"/>
                          </a:solidFill>
                          <a:latin typeface="DS Indigo"/>
                          <a:ea typeface="DS Indigo"/>
                          <a:cs typeface="DS Indigo"/>
                          <a:sym typeface="DS Indigo"/>
                        </a:rPr>
                        <a:t>Public</a:t>
                      </a:r>
                      <a:endParaRPr b="1" sz="10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191823"/>
                      </a:solidFill>
                      <a:prstDash val="solid"/>
                      <a:round/>
                      <a:headEnd len="sm" w="sm" type="none"/>
                      <a:tailEnd len="sm" w="sm" type="none"/>
                    </a:lnT>
                    <a:lnB cap="flat" cmpd="sng" w="9525">
                      <a:solidFill>
                        <a:srgbClr val="191823"/>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solidFill>
                            <a:srgbClr val="191823"/>
                          </a:solidFill>
                          <a:latin typeface="DS Indigo"/>
                          <a:ea typeface="DS Indigo"/>
                          <a:cs typeface="DS Indigo"/>
                          <a:sym typeface="DS Indigo"/>
                        </a:rPr>
                        <a:t>Docusign</a:t>
                      </a:r>
                      <a:r>
                        <a:rPr lang="en" sz="700">
                          <a:solidFill>
                            <a:srgbClr val="191823"/>
                          </a:solidFill>
                          <a:latin typeface="DS Indigo"/>
                          <a:ea typeface="DS Indigo"/>
                          <a:cs typeface="DS Indigo"/>
                          <a:sym typeface="DS Indigo"/>
                        </a:rPr>
                        <a:t> data that has been formally approved by an appropriate authority (e.g., Marketing) for distribution outside of the company.</a:t>
                      </a:r>
                      <a:endParaRPr sz="700">
                        <a:solidFill>
                          <a:srgbClr val="191823"/>
                        </a:solidFill>
                        <a:latin typeface="DS Indigo"/>
                        <a:ea typeface="DS Indigo"/>
                        <a:cs typeface="DS Indigo"/>
                        <a:sym typeface="DS Indigo"/>
                      </a:endParaRPr>
                    </a:p>
                  </a:txBody>
                  <a:tcPr marT="91450" marB="9145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191823"/>
                      </a:solidFill>
                      <a:prstDash val="solid"/>
                      <a:round/>
                      <a:headEnd len="sm" w="sm" type="none"/>
                      <a:tailEnd len="sm" w="sm" type="none"/>
                    </a:lnT>
                    <a:lnB cap="flat" cmpd="sng" w="9525">
                      <a:solidFill>
                        <a:srgbClr val="191823"/>
                      </a:solidFill>
                      <a:prstDash val="solid"/>
                      <a:round/>
                      <a:headEnd len="sm" w="sm" type="none"/>
                      <a:tailEnd len="sm" w="sm" type="none"/>
                    </a:lnB>
                  </a:tcPr>
                </a:tc>
              </a:tr>
              <a:tr h="198275">
                <a:tc gridSpan="2">
                  <a:txBody>
                    <a:bodyPr/>
                    <a:lstStyle/>
                    <a:p>
                      <a:pPr indent="0" lvl="0" marL="0" rtl="0" algn="ctr">
                        <a:spcBef>
                          <a:spcPts val="0"/>
                        </a:spcBef>
                        <a:spcAft>
                          <a:spcPts val="0"/>
                        </a:spcAft>
                        <a:buNone/>
                      </a:pPr>
                      <a:r>
                        <a:rPr lang="en" sz="700">
                          <a:solidFill>
                            <a:schemeClr val="dk1"/>
                          </a:solidFill>
                          <a:latin typeface="DS Indigo"/>
                          <a:ea typeface="DS Indigo"/>
                          <a:cs typeface="DS Indigo"/>
                          <a:sym typeface="DS Indigo"/>
                        </a:rPr>
                        <a:t>For more information, refer to the </a:t>
                      </a:r>
                      <a:r>
                        <a:rPr lang="en" sz="700" u="sng">
                          <a:solidFill>
                            <a:schemeClr val="dk1"/>
                          </a:solidFill>
                          <a:latin typeface="DS Indigo"/>
                          <a:ea typeface="DS Indigo"/>
                          <a:cs typeface="DS Indigo"/>
                          <a:sym typeface="DS Indigo"/>
                          <a:hlinkClick r:id="rId2">
                            <a:extLst>
                              <a:ext uri="{A12FA001-AC4F-418D-AE19-62706E023703}">
                                <ahyp:hlinkClr val="tx"/>
                              </a:ext>
                            </a:extLst>
                          </a:hlinkClick>
                        </a:rPr>
                        <a:t>Data Classification Standard</a:t>
                      </a:r>
                      <a:r>
                        <a:rPr lang="en" sz="700">
                          <a:solidFill>
                            <a:schemeClr val="dk1"/>
                          </a:solidFill>
                          <a:latin typeface="DS Indigo"/>
                          <a:ea typeface="DS Indigo"/>
                          <a:cs typeface="DS Indigo"/>
                          <a:sym typeface="DS Indigo"/>
                        </a:rPr>
                        <a:t> contained in the Policy Bank.</a:t>
                      </a:r>
                      <a:endParaRPr b="1" sz="1000">
                        <a:solidFill>
                          <a:schemeClr val="dk1"/>
                        </a:solidFill>
                        <a:latin typeface="DS Indigo"/>
                        <a:ea typeface="DS Indigo"/>
                        <a:cs typeface="DS Indigo"/>
                        <a:sym typeface="DS Indigo"/>
                      </a:endParaRPr>
                    </a:p>
                  </a:txBody>
                  <a:tcPr marT="45700" marB="45700" marR="91450" marL="9145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191823"/>
                      </a:solidFill>
                      <a:prstDash val="solid"/>
                      <a:round/>
                      <a:headEnd len="sm" w="sm" type="none"/>
                      <a:tailEnd len="sm" w="sm" type="none"/>
                    </a:lnT>
                    <a:lnB cap="flat" cmpd="sng" w="9525">
                      <a:solidFill>
                        <a:srgbClr val="FFFFFF"/>
                      </a:solidFill>
                      <a:prstDash val="solid"/>
                      <a:round/>
                      <a:headEnd len="sm" w="sm" type="none"/>
                      <a:tailEnd len="sm" w="sm" type="none"/>
                    </a:lnB>
                    <a:solidFill>
                      <a:schemeClr val="lt1"/>
                    </a:solidFill>
                  </a:tcPr>
                </a:tc>
                <a:tc hMerge="1"/>
              </a:tr>
            </a:tbl>
          </a:graphicData>
        </a:graphic>
      </p:graphicFrame>
      <p:sp>
        <p:nvSpPr>
          <p:cNvPr id="34" name="Google Shape;34;p3"/>
          <p:cNvSpPr/>
          <p:nvPr/>
        </p:nvSpPr>
        <p:spPr>
          <a:xfrm>
            <a:off x="3816200" y="4687225"/>
            <a:ext cx="1740900" cy="3672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35" name="Google Shape;35;p3"/>
          <p:cNvSpPr/>
          <p:nvPr/>
        </p:nvSpPr>
        <p:spPr>
          <a:xfrm>
            <a:off x="5679375" y="4760590"/>
            <a:ext cx="1398600" cy="18330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None/>
            </a:pPr>
            <a:r>
              <a:rPr b="1" lang="en" sz="800">
                <a:solidFill>
                  <a:schemeClr val="accent6"/>
                </a:solidFill>
                <a:latin typeface="DS Indigo"/>
                <a:ea typeface="DS Indigo"/>
                <a:cs typeface="DS Indigo"/>
                <a:sym typeface="DS Indigo"/>
              </a:rPr>
              <a:t>Classification footer</a:t>
            </a:r>
            <a:endParaRPr sz="800">
              <a:solidFill>
                <a:schemeClr val="accent6"/>
              </a:solidFill>
              <a:latin typeface="DS Indigo"/>
              <a:ea typeface="DS Indigo"/>
              <a:cs typeface="DS Indigo"/>
              <a:sym typeface="DS Indigo"/>
            </a:endParaRPr>
          </a:p>
        </p:txBody>
      </p:sp>
      <p:sp>
        <p:nvSpPr>
          <p:cNvPr id="36" name="Google Shape;36;p3"/>
          <p:cNvSpPr/>
          <p:nvPr/>
        </p:nvSpPr>
        <p:spPr>
          <a:xfrm>
            <a:off x="5245070" y="4747825"/>
            <a:ext cx="246000" cy="246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3"/>
          <p:cNvGrpSpPr/>
          <p:nvPr/>
        </p:nvGrpSpPr>
        <p:grpSpPr>
          <a:xfrm>
            <a:off x="5373367" y="4812363"/>
            <a:ext cx="16" cy="113582"/>
            <a:chOff x="5018748" y="2858501"/>
            <a:chExt cx="16" cy="109414"/>
          </a:xfrm>
        </p:grpSpPr>
        <p:sp>
          <p:nvSpPr>
            <p:cNvPr id="38" name="Google Shape;38;p3"/>
            <p:cNvSpPr/>
            <p:nvPr/>
          </p:nvSpPr>
          <p:spPr>
            <a:xfrm>
              <a:off x="5018748" y="2858501"/>
              <a:ext cx="0" cy="58928"/>
            </a:xfrm>
            <a:custGeom>
              <a:rect b="b" l="l" r="r" t="t"/>
              <a:pathLst>
                <a:path extrusionOk="0" fill="none" h="2700" w="0">
                  <a:moveTo>
                    <a:pt x="0" y="2699"/>
                  </a:moveTo>
                  <a:lnTo>
                    <a:pt x="0" y="1"/>
                  </a:lnTo>
                </a:path>
              </a:pathLst>
            </a:custGeom>
            <a:noFill/>
            <a:ln cap="flat" cmpd="sng" w="19050">
              <a:solidFill>
                <a:schemeClr val="accent6"/>
              </a:solidFill>
              <a:prstDash val="solid"/>
              <a:bevel/>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3"/>
            <p:cNvCxnSpPr/>
            <p:nvPr/>
          </p:nvCxnSpPr>
          <p:spPr>
            <a:xfrm>
              <a:off x="5018764" y="2946615"/>
              <a:ext cx="0" cy="21300"/>
            </a:xfrm>
            <a:prstGeom prst="straightConnector1">
              <a:avLst/>
            </a:prstGeom>
            <a:noFill/>
            <a:ln cap="flat" cmpd="sng" w="19050">
              <a:solidFill>
                <a:schemeClr val="accent6"/>
              </a:solidFill>
              <a:prstDash val="solid"/>
              <a:round/>
              <a:headEnd len="med" w="med" type="none"/>
              <a:tailEnd len="med" w="med" type="none"/>
            </a:ln>
          </p:spPr>
        </p:cxnSp>
      </p:grpSp>
      <p:sp>
        <p:nvSpPr>
          <p:cNvPr id="40" name="Google Shape;40;p3"/>
          <p:cNvSpPr txBox="1"/>
          <p:nvPr/>
        </p:nvSpPr>
        <p:spPr>
          <a:xfrm>
            <a:off x="339100" y="4271350"/>
            <a:ext cx="2324700" cy="30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b="1" lang="en" sz="1000">
                <a:solidFill>
                  <a:schemeClr val="accent6"/>
                </a:solidFill>
                <a:latin typeface="DS Indigo"/>
                <a:ea typeface="DS Indigo"/>
                <a:cs typeface="DS Indigo"/>
                <a:sym typeface="DS Indigo"/>
              </a:rPr>
              <a:t>See next slide for instruction on how to update the classification footer</a:t>
            </a:r>
            <a:endParaRPr b="1" sz="1000">
              <a:solidFill>
                <a:schemeClr val="dk1"/>
              </a:solidFill>
              <a:latin typeface="DS Indigo"/>
              <a:ea typeface="DS Indigo"/>
              <a:cs typeface="DS Indigo"/>
              <a:sym typeface="DS Indigo"/>
            </a:endParaRPr>
          </a:p>
        </p:txBody>
      </p:sp>
      <p:sp>
        <p:nvSpPr>
          <p:cNvPr id="41" name="Google Shape;41;p3"/>
          <p:cNvSpPr/>
          <p:nvPr/>
        </p:nvSpPr>
        <p:spPr>
          <a:xfrm>
            <a:off x="6975700" y="256180"/>
            <a:ext cx="1825500" cy="450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 sz="800">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sp>
        <p:nvSpPr>
          <p:cNvPr id="42" name="Google Shape;42;p3"/>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pdate Data Classification 2">
  <p:cSld name="Safe Harbor_1_1_1_1_1_1">
    <p:spTree>
      <p:nvGrpSpPr>
        <p:cNvPr id="43" name="Shape 43"/>
        <p:cNvGrpSpPr/>
        <p:nvPr/>
      </p:nvGrpSpPr>
      <p:grpSpPr>
        <a:xfrm>
          <a:off x="0" y="0"/>
          <a:ext cx="0" cy="0"/>
          <a:chOff x="0" y="0"/>
          <a:chExt cx="0" cy="0"/>
        </a:xfrm>
      </p:grpSpPr>
      <p:sp>
        <p:nvSpPr>
          <p:cNvPr id="44" name="Google Shape;44;p4"/>
          <p:cNvSpPr txBox="1"/>
          <p:nvPr/>
        </p:nvSpPr>
        <p:spPr>
          <a:xfrm>
            <a:off x="342900" y="1547435"/>
            <a:ext cx="2085600" cy="35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200">
                <a:solidFill>
                  <a:schemeClr val="dk1"/>
                </a:solidFill>
                <a:latin typeface="DS Indigo"/>
                <a:ea typeface="DS Indigo"/>
                <a:cs typeface="DS Indigo"/>
                <a:sym typeface="DS Indigo"/>
              </a:rPr>
              <a:t>1. </a:t>
            </a:r>
            <a:r>
              <a:rPr lang="en" sz="1200">
                <a:solidFill>
                  <a:schemeClr val="dk1"/>
                </a:solidFill>
                <a:latin typeface="DS Indigo"/>
                <a:ea typeface="DS Indigo"/>
                <a:cs typeface="DS Indigo"/>
                <a:sym typeface="DS Indigo"/>
              </a:rPr>
              <a:t>Select </a:t>
            </a:r>
            <a:r>
              <a:rPr b="1" lang="en" sz="1200">
                <a:solidFill>
                  <a:schemeClr val="dk1"/>
                </a:solidFill>
                <a:latin typeface="DS Indigo"/>
                <a:ea typeface="DS Indigo"/>
                <a:cs typeface="DS Indigo"/>
                <a:sym typeface="DS Indigo"/>
              </a:rPr>
              <a:t>Slide &gt; Edit Theme</a:t>
            </a:r>
            <a:endParaRPr b="1" sz="1200">
              <a:solidFill>
                <a:schemeClr val="dk1"/>
              </a:solidFill>
              <a:latin typeface="DS Indigo"/>
              <a:ea typeface="DS Indigo"/>
              <a:cs typeface="DS Indigo"/>
              <a:sym typeface="DS Indigo"/>
            </a:endParaRPr>
          </a:p>
        </p:txBody>
      </p:sp>
      <p:grpSp>
        <p:nvGrpSpPr>
          <p:cNvPr id="45" name="Google Shape;45;p4"/>
          <p:cNvGrpSpPr/>
          <p:nvPr/>
        </p:nvGrpSpPr>
        <p:grpSpPr>
          <a:xfrm>
            <a:off x="339058" y="2028498"/>
            <a:ext cx="1824517" cy="2160507"/>
            <a:chOff x="274718" y="1479600"/>
            <a:chExt cx="2157660" cy="2554999"/>
          </a:xfrm>
        </p:grpSpPr>
        <p:pic>
          <p:nvPicPr>
            <p:cNvPr id="46" name="Google Shape;46;p4"/>
            <p:cNvPicPr preferRelativeResize="0"/>
            <p:nvPr/>
          </p:nvPicPr>
          <p:blipFill>
            <a:blip r:embed="rId2">
              <a:alphaModFix/>
            </a:blip>
            <a:stretch>
              <a:fillRect/>
            </a:stretch>
          </p:blipFill>
          <p:spPr>
            <a:xfrm>
              <a:off x="339050" y="1479600"/>
              <a:ext cx="2093328" cy="2554999"/>
            </a:xfrm>
            <a:prstGeom prst="rect">
              <a:avLst/>
            </a:prstGeom>
            <a:noFill/>
            <a:ln>
              <a:noFill/>
            </a:ln>
          </p:spPr>
        </p:pic>
        <p:sp>
          <p:nvSpPr>
            <p:cNvPr id="47" name="Google Shape;47;p4"/>
            <p:cNvSpPr/>
            <p:nvPr/>
          </p:nvSpPr>
          <p:spPr>
            <a:xfrm>
              <a:off x="274718" y="3388927"/>
              <a:ext cx="516600" cy="5166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 name="Google Shape;48;p4"/>
          <p:cNvSpPr txBox="1"/>
          <p:nvPr/>
        </p:nvSpPr>
        <p:spPr>
          <a:xfrm>
            <a:off x="3252375" y="1547435"/>
            <a:ext cx="2261400" cy="35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200">
                <a:solidFill>
                  <a:schemeClr val="dk1"/>
                </a:solidFill>
                <a:latin typeface="DS Indigo"/>
                <a:ea typeface="DS Indigo"/>
                <a:cs typeface="DS Indigo"/>
                <a:sym typeface="DS Indigo"/>
              </a:rPr>
              <a:t>2. </a:t>
            </a:r>
            <a:r>
              <a:rPr lang="en" sz="1200">
                <a:solidFill>
                  <a:schemeClr val="dk1"/>
                </a:solidFill>
                <a:latin typeface="DS Indigo"/>
                <a:ea typeface="DS Indigo"/>
                <a:cs typeface="DS Indigo"/>
                <a:sym typeface="DS Indigo"/>
              </a:rPr>
              <a:t>Select the </a:t>
            </a:r>
            <a:r>
              <a:rPr b="1" lang="en" sz="1200">
                <a:solidFill>
                  <a:schemeClr val="dk1"/>
                </a:solidFill>
                <a:latin typeface="DS Indigo"/>
                <a:ea typeface="DS Indigo"/>
                <a:cs typeface="DS Indigo"/>
                <a:sym typeface="DS Indigo"/>
              </a:rPr>
              <a:t>Master Theme</a:t>
            </a:r>
            <a:r>
              <a:rPr lang="en" sz="1200">
                <a:solidFill>
                  <a:schemeClr val="dk1"/>
                </a:solidFill>
                <a:latin typeface="DS Indigo"/>
                <a:ea typeface="DS Indigo"/>
                <a:cs typeface="DS Indigo"/>
                <a:sym typeface="DS Indigo"/>
              </a:rPr>
              <a:t> slide</a:t>
            </a:r>
            <a:endParaRPr b="1" sz="1200">
              <a:solidFill>
                <a:schemeClr val="dk1"/>
              </a:solidFill>
              <a:latin typeface="DS Indigo"/>
              <a:ea typeface="DS Indigo"/>
              <a:cs typeface="DS Indigo"/>
              <a:sym typeface="DS Indigo"/>
            </a:endParaRPr>
          </a:p>
        </p:txBody>
      </p:sp>
      <p:grpSp>
        <p:nvGrpSpPr>
          <p:cNvPr id="49" name="Google Shape;49;p4"/>
          <p:cNvGrpSpPr/>
          <p:nvPr/>
        </p:nvGrpSpPr>
        <p:grpSpPr>
          <a:xfrm>
            <a:off x="3267427" y="1887486"/>
            <a:ext cx="1111465" cy="2691880"/>
            <a:chOff x="3267427" y="1887486"/>
            <a:chExt cx="1111465" cy="2691880"/>
          </a:xfrm>
        </p:grpSpPr>
        <p:pic>
          <p:nvPicPr>
            <p:cNvPr id="50" name="Google Shape;50;p4"/>
            <p:cNvPicPr preferRelativeResize="0"/>
            <p:nvPr/>
          </p:nvPicPr>
          <p:blipFill rotWithShape="1">
            <a:blip r:embed="rId3">
              <a:alphaModFix/>
            </a:blip>
            <a:srcRect b="0" l="1390" r="1390" t="0"/>
            <a:stretch/>
          </p:blipFill>
          <p:spPr>
            <a:xfrm>
              <a:off x="3312418" y="2013606"/>
              <a:ext cx="1066475" cy="2565761"/>
            </a:xfrm>
            <a:prstGeom prst="rect">
              <a:avLst/>
            </a:prstGeom>
            <a:noFill/>
            <a:ln>
              <a:noFill/>
            </a:ln>
          </p:spPr>
        </p:pic>
        <p:sp>
          <p:nvSpPr>
            <p:cNvPr id="51" name="Google Shape;51;p4"/>
            <p:cNvSpPr/>
            <p:nvPr/>
          </p:nvSpPr>
          <p:spPr>
            <a:xfrm>
              <a:off x="3267427" y="1887486"/>
              <a:ext cx="397500" cy="3975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4"/>
          <p:cNvSpPr txBox="1"/>
          <p:nvPr/>
        </p:nvSpPr>
        <p:spPr>
          <a:xfrm>
            <a:off x="5891675" y="1547435"/>
            <a:ext cx="2909400" cy="502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200">
                <a:solidFill>
                  <a:schemeClr val="dk1"/>
                </a:solidFill>
                <a:latin typeface="DS Indigo"/>
                <a:ea typeface="DS Indigo"/>
                <a:cs typeface="DS Indigo"/>
                <a:sym typeface="DS Indigo"/>
              </a:rPr>
              <a:t>3. </a:t>
            </a:r>
            <a:r>
              <a:rPr lang="en" sz="1200">
                <a:solidFill>
                  <a:schemeClr val="dk1"/>
                </a:solidFill>
                <a:latin typeface="DS Indigo"/>
                <a:ea typeface="DS Indigo"/>
                <a:cs typeface="DS Indigo"/>
                <a:sym typeface="DS Indigo"/>
              </a:rPr>
              <a:t>Update the data classification to ensure footer consistency across the deck. </a:t>
            </a:r>
            <a:endParaRPr b="1" sz="1200">
              <a:solidFill>
                <a:schemeClr val="dk1"/>
              </a:solidFill>
              <a:latin typeface="DS Indigo"/>
              <a:ea typeface="DS Indigo"/>
              <a:cs typeface="DS Indigo"/>
              <a:sym typeface="DS Indigo"/>
            </a:endParaRPr>
          </a:p>
        </p:txBody>
      </p:sp>
      <p:sp>
        <p:nvSpPr>
          <p:cNvPr id="53" name="Google Shape;53;p4"/>
          <p:cNvSpPr txBox="1"/>
          <p:nvPr/>
        </p:nvSpPr>
        <p:spPr>
          <a:xfrm>
            <a:off x="5891675" y="4043038"/>
            <a:ext cx="2182200" cy="8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lang="en" sz="800">
                <a:solidFill>
                  <a:schemeClr val="dk1"/>
                </a:solidFill>
                <a:latin typeface="DS Indigo"/>
                <a:ea typeface="DS Indigo"/>
                <a:cs typeface="DS Indigo"/>
                <a:sym typeface="DS Indigo"/>
              </a:rPr>
              <a:t>Docusign</a:t>
            </a:r>
            <a:r>
              <a:rPr lang="en" sz="800">
                <a:solidFill>
                  <a:schemeClr val="dk1"/>
                </a:solidFill>
                <a:latin typeface="DS Indigo"/>
                <a:ea typeface="DS Indigo"/>
                <a:cs typeface="DS Indigo"/>
                <a:sym typeface="DS Indigo"/>
              </a:rPr>
              <a:t> Restricted</a:t>
            </a:r>
            <a:endParaRPr sz="80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rPr lang="en" sz="800">
                <a:solidFill>
                  <a:schemeClr val="dk1"/>
                </a:solidFill>
                <a:latin typeface="DS Indigo"/>
                <a:ea typeface="DS Indigo"/>
                <a:cs typeface="DS Indigo"/>
                <a:sym typeface="DS Indigo"/>
              </a:rPr>
              <a:t>Docusign</a:t>
            </a:r>
            <a:r>
              <a:rPr lang="en" sz="800">
                <a:solidFill>
                  <a:schemeClr val="dk1"/>
                </a:solidFill>
                <a:latin typeface="DS Indigo"/>
                <a:ea typeface="DS Indigo"/>
                <a:cs typeface="DS Indigo"/>
                <a:sym typeface="DS Indigo"/>
              </a:rPr>
              <a:t> Confidential</a:t>
            </a:r>
            <a:endParaRPr sz="80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rPr lang="en" sz="800">
                <a:solidFill>
                  <a:schemeClr val="dk1"/>
                </a:solidFill>
                <a:latin typeface="DS Indigo"/>
                <a:ea typeface="DS Indigo"/>
                <a:cs typeface="DS Indigo"/>
                <a:sym typeface="DS Indigo"/>
              </a:rPr>
              <a:t>Docusign</a:t>
            </a:r>
            <a:r>
              <a:rPr lang="en" sz="800">
                <a:solidFill>
                  <a:schemeClr val="dk1"/>
                </a:solidFill>
                <a:latin typeface="DS Indigo"/>
                <a:ea typeface="DS Indigo"/>
                <a:cs typeface="DS Indigo"/>
                <a:sym typeface="DS Indigo"/>
              </a:rPr>
              <a:t> Internal</a:t>
            </a:r>
            <a:endParaRPr sz="80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rPr lang="en" sz="800">
                <a:solidFill>
                  <a:schemeClr val="dk1"/>
                </a:solidFill>
                <a:latin typeface="DS Indigo"/>
                <a:ea typeface="DS Indigo"/>
                <a:cs typeface="DS Indigo"/>
                <a:sym typeface="DS Indigo"/>
              </a:rPr>
              <a:t>Public </a:t>
            </a:r>
            <a:endParaRPr b="1" sz="800">
              <a:solidFill>
                <a:schemeClr val="dk1"/>
              </a:solidFill>
              <a:latin typeface="DS Indigo"/>
              <a:ea typeface="DS Indigo"/>
              <a:cs typeface="DS Indigo"/>
              <a:sym typeface="DS Indigo"/>
            </a:endParaRPr>
          </a:p>
        </p:txBody>
      </p:sp>
      <p:sp>
        <p:nvSpPr>
          <p:cNvPr id="54" name="Google Shape;54;p4"/>
          <p:cNvSpPr txBox="1"/>
          <p:nvPr/>
        </p:nvSpPr>
        <p:spPr>
          <a:xfrm>
            <a:off x="339050" y="864800"/>
            <a:ext cx="8462100" cy="3588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2600">
                <a:solidFill>
                  <a:srgbClr val="191823"/>
                </a:solidFill>
                <a:latin typeface="DS Indigo"/>
                <a:ea typeface="DS Indigo"/>
                <a:cs typeface="DS Indigo"/>
                <a:sym typeface="DS Indigo"/>
              </a:rPr>
              <a:t>How to update the classification footer</a:t>
            </a:r>
            <a:endParaRPr sz="2600">
              <a:solidFill>
                <a:srgbClr val="191823"/>
              </a:solidFill>
              <a:latin typeface="DS Indigo"/>
              <a:ea typeface="DS Indigo"/>
              <a:cs typeface="DS Indigo"/>
              <a:sym typeface="DS Indigo"/>
            </a:endParaRPr>
          </a:p>
        </p:txBody>
      </p:sp>
      <p:grpSp>
        <p:nvGrpSpPr>
          <p:cNvPr id="55" name="Google Shape;55;p4"/>
          <p:cNvGrpSpPr/>
          <p:nvPr/>
        </p:nvGrpSpPr>
        <p:grpSpPr>
          <a:xfrm>
            <a:off x="5891675" y="2075019"/>
            <a:ext cx="3046139" cy="1846439"/>
            <a:chOff x="5891675" y="2075019"/>
            <a:chExt cx="3046139" cy="1846439"/>
          </a:xfrm>
        </p:grpSpPr>
        <p:pic>
          <p:nvPicPr>
            <p:cNvPr id="56" name="Google Shape;56;p4"/>
            <p:cNvPicPr preferRelativeResize="0"/>
            <p:nvPr/>
          </p:nvPicPr>
          <p:blipFill rotWithShape="1">
            <a:blip r:embed="rId4">
              <a:alphaModFix/>
            </a:blip>
            <a:srcRect b="50" l="0" r="0" t="40"/>
            <a:stretch/>
          </p:blipFill>
          <p:spPr>
            <a:xfrm>
              <a:off x="5891675" y="2075019"/>
              <a:ext cx="3046139" cy="1716451"/>
            </a:xfrm>
            <a:prstGeom prst="rect">
              <a:avLst/>
            </a:prstGeom>
            <a:noFill/>
            <a:ln cap="flat" cmpd="sng" w="9525">
              <a:solidFill>
                <a:srgbClr val="EFEFEF"/>
              </a:solidFill>
              <a:prstDash val="solid"/>
              <a:round/>
              <a:headEnd len="sm" w="sm" type="none"/>
              <a:tailEnd len="sm" w="sm" type="none"/>
            </a:ln>
          </p:spPr>
        </p:pic>
        <p:sp>
          <p:nvSpPr>
            <p:cNvPr id="57" name="Google Shape;57;p4"/>
            <p:cNvSpPr/>
            <p:nvPr/>
          </p:nvSpPr>
          <p:spPr>
            <a:xfrm>
              <a:off x="7198829" y="3484658"/>
              <a:ext cx="436800" cy="436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4"/>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4"/>
          <p:cNvSpPr/>
          <p:nvPr/>
        </p:nvSpPr>
        <p:spPr>
          <a:xfrm>
            <a:off x="6975700" y="256180"/>
            <a:ext cx="1825500" cy="450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 sz="800">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pdate Wayfinding 1">
  <p:cSld name="Safe Harbor_1_1_1_1_1_1_1">
    <p:spTree>
      <p:nvGrpSpPr>
        <p:cNvPr id="60" name="Shape 60"/>
        <p:cNvGrpSpPr/>
        <p:nvPr/>
      </p:nvGrpSpPr>
      <p:grpSpPr>
        <a:xfrm>
          <a:off x="0" y="0"/>
          <a:ext cx="0" cy="0"/>
          <a:chOff x="0" y="0"/>
          <a:chExt cx="0" cy="0"/>
        </a:xfrm>
      </p:grpSpPr>
      <p:pic>
        <p:nvPicPr>
          <p:cNvPr id="61" name="Google Shape;61;p5"/>
          <p:cNvPicPr preferRelativeResize="0"/>
          <p:nvPr/>
        </p:nvPicPr>
        <p:blipFill rotWithShape="1">
          <a:blip r:embed="rId2">
            <a:alphaModFix/>
          </a:blip>
          <a:srcRect b="24047" l="0" r="36269" t="0"/>
          <a:stretch/>
        </p:blipFill>
        <p:spPr>
          <a:xfrm>
            <a:off x="3316450" y="1240602"/>
            <a:ext cx="5827550" cy="3902900"/>
          </a:xfrm>
          <a:prstGeom prst="rect">
            <a:avLst/>
          </a:prstGeom>
          <a:noFill/>
          <a:ln>
            <a:noFill/>
          </a:ln>
          <a:effectLst>
            <a:outerShdw blurRad="500063" rotWithShape="0" algn="bl" dir="5400000" dist="19050">
              <a:srgbClr val="000000">
                <a:alpha val="12000"/>
              </a:srgbClr>
            </a:outerShdw>
          </a:effectLst>
        </p:spPr>
      </p:pic>
      <p:sp>
        <p:nvSpPr>
          <p:cNvPr id="62" name="Google Shape;62;p5"/>
          <p:cNvSpPr/>
          <p:nvPr/>
        </p:nvSpPr>
        <p:spPr>
          <a:xfrm>
            <a:off x="198230" y="218305"/>
            <a:ext cx="2131200" cy="4833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63" name="Google Shape;63;p5"/>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
        <p:nvSpPr>
          <p:cNvPr id="64" name="Google Shape;64;p5"/>
          <p:cNvSpPr/>
          <p:nvPr/>
        </p:nvSpPr>
        <p:spPr>
          <a:xfrm>
            <a:off x="2460150" y="351355"/>
            <a:ext cx="1398600" cy="21720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None/>
            </a:pPr>
            <a:r>
              <a:rPr b="1" lang="en" sz="800">
                <a:solidFill>
                  <a:schemeClr val="accent6"/>
                </a:solidFill>
                <a:latin typeface="DS Indigo"/>
                <a:ea typeface="DS Indigo"/>
                <a:cs typeface="DS Indigo"/>
                <a:sym typeface="DS Indigo"/>
              </a:rPr>
              <a:t>Wayfinding title</a:t>
            </a:r>
            <a:endParaRPr b="1" sz="800">
              <a:solidFill>
                <a:schemeClr val="accent6"/>
              </a:solidFill>
              <a:latin typeface="DS Indigo"/>
              <a:ea typeface="DS Indigo"/>
              <a:cs typeface="DS Indigo"/>
              <a:sym typeface="DS Indigo"/>
            </a:endParaRPr>
          </a:p>
          <a:p>
            <a:pPr indent="0" lvl="0" marL="0" rtl="0" algn="l">
              <a:spcBef>
                <a:spcPts val="0"/>
              </a:spcBef>
              <a:spcAft>
                <a:spcPts val="0"/>
              </a:spcAft>
              <a:buNone/>
            </a:pPr>
            <a:r>
              <a:t/>
            </a:r>
            <a:endParaRPr sz="800">
              <a:solidFill>
                <a:schemeClr val="accent6"/>
              </a:solidFill>
              <a:latin typeface="DS Indigo"/>
              <a:ea typeface="DS Indigo"/>
              <a:cs typeface="DS Indigo"/>
              <a:sym typeface="DS Indigo"/>
            </a:endParaRPr>
          </a:p>
        </p:txBody>
      </p:sp>
      <p:grpSp>
        <p:nvGrpSpPr>
          <p:cNvPr id="65" name="Google Shape;65;p5"/>
          <p:cNvGrpSpPr/>
          <p:nvPr/>
        </p:nvGrpSpPr>
        <p:grpSpPr>
          <a:xfrm>
            <a:off x="1933001" y="309880"/>
            <a:ext cx="303300" cy="303300"/>
            <a:chOff x="1902025" y="316075"/>
            <a:chExt cx="303300" cy="303300"/>
          </a:xfrm>
        </p:grpSpPr>
        <p:sp>
          <p:nvSpPr>
            <p:cNvPr id="66" name="Google Shape;66;p5"/>
            <p:cNvSpPr/>
            <p:nvPr/>
          </p:nvSpPr>
          <p:spPr>
            <a:xfrm>
              <a:off x="1902025" y="316075"/>
              <a:ext cx="303300" cy="3033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p5"/>
            <p:cNvGrpSpPr/>
            <p:nvPr/>
          </p:nvGrpSpPr>
          <p:grpSpPr>
            <a:xfrm>
              <a:off x="2054528" y="401366"/>
              <a:ext cx="1614" cy="122839"/>
              <a:chOff x="5017488" y="2831649"/>
              <a:chExt cx="1261" cy="95976"/>
            </a:xfrm>
          </p:grpSpPr>
          <p:sp>
            <p:nvSpPr>
              <p:cNvPr id="68" name="Google Shape;68;p5"/>
              <p:cNvSpPr/>
              <p:nvPr/>
            </p:nvSpPr>
            <p:spPr>
              <a:xfrm>
                <a:off x="5018748" y="2831649"/>
                <a:ext cx="0" cy="58928"/>
              </a:xfrm>
              <a:custGeom>
                <a:rect b="b" l="l" r="r" t="t"/>
                <a:pathLst>
                  <a:path extrusionOk="0" fill="none" h="2700" w="0">
                    <a:moveTo>
                      <a:pt x="0" y="2699"/>
                    </a:moveTo>
                    <a:lnTo>
                      <a:pt x="0" y="1"/>
                    </a:lnTo>
                  </a:path>
                </a:pathLst>
              </a:custGeom>
              <a:noFill/>
              <a:ln cap="flat" cmpd="sng" w="19050">
                <a:solidFill>
                  <a:schemeClr val="accent6"/>
                </a:solidFill>
                <a:prstDash val="solid"/>
                <a:bevel/>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 name="Google Shape;69;p5"/>
              <p:cNvCxnSpPr/>
              <p:nvPr/>
            </p:nvCxnSpPr>
            <p:spPr>
              <a:xfrm>
                <a:off x="5017488" y="2906325"/>
                <a:ext cx="0" cy="21300"/>
              </a:xfrm>
              <a:prstGeom prst="straightConnector1">
                <a:avLst/>
              </a:prstGeom>
              <a:noFill/>
              <a:ln cap="flat" cmpd="sng" w="19050">
                <a:solidFill>
                  <a:schemeClr val="accent6"/>
                </a:solidFill>
                <a:prstDash val="solid"/>
                <a:round/>
                <a:headEnd len="med" w="med" type="none"/>
                <a:tailEnd len="med" w="med" type="none"/>
              </a:ln>
            </p:spPr>
          </p:cxnSp>
        </p:grpSp>
      </p:grpSp>
      <p:sp>
        <p:nvSpPr>
          <p:cNvPr id="70" name="Google Shape;70;p5"/>
          <p:cNvSpPr txBox="1"/>
          <p:nvPr/>
        </p:nvSpPr>
        <p:spPr>
          <a:xfrm>
            <a:off x="339100" y="1240600"/>
            <a:ext cx="2677800" cy="11868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2600">
                <a:solidFill>
                  <a:srgbClr val="191823"/>
                </a:solidFill>
                <a:latin typeface="DS Indigo"/>
                <a:ea typeface="DS Indigo"/>
                <a:cs typeface="DS Indigo"/>
                <a:sym typeface="DS Indigo"/>
              </a:rPr>
              <a:t>Make sure you’re using the proper wayfinding title</a:t>
            </a:r>
            <a:endParaRPr sz="2600">
              <a:solidFill>
                <a:srgbClr val="191823"/>
              </a:solidFill>
              <a:latin typeface="DS Indigo"/>
              <a:ea typeface="DS Indigo"/>
              <a:cs typeface="DS Indigo"/>
              <a:sym typeface="DS Indigo"/>
            </a:endParaRPr>
          </a:p>
        </p:txBody>
      </p:sp>
      <p:sp>
        <p:nvSpPr>
          <p:cNvPr id="71" name="Google Shape;71;p5"/>
          <p:cNvSpPr txBox="1"/>
          <p:nvPr/>
        </p:nvSpPr>
        <p:spPr>
          <a:xfrm>
            <a:off x="339100" y="2427275"/>
            <a:ext cx="2616000" cy="15606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1000">
                <a:solidFill>
                  <a:schemeClr val="dk1"/>
                </a:solidFill>
                <a:latin typeface="DS Indigo"/>
                <a:ea typeface="DS Indigo"/>
                <a:cs typeface="DS Indigo"/>
                <a:sym typeface="DS Indigo"/>
              </a:rPr>
              <a:t>The wayfinding component is included as a helpful identifier to reinforce the presentation title and department/product. It’s important to make sure this is updated first and foremost and accurately to your presentation.</a:t>
            </a:r>
            <a:endParaRPr sz="100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t/>
            </a:r>
            <a:endParaRPr sz="1000">
              <a:solidFill>
                <a:schemeClr val="dk1"/>
              </a:solidFill>
              <a:latin typeface="DS Indigo"/>
              <a:ea typeface="DS Indigo"/>
              <a:cs typeface="DS Indigo"/>
              <a:sym typeface="DS Indigo"/>
            </a:endParaRPr>
          </a:p>
        </p:txBody>
      </p:sp>
      <p:sp>
        <p:nvSpPr>
          <p:cNvPr id="72" name="Google Shape;72;p5"/>
          <p:cNvSpPr/>
          <p:nvPr/>
        </p:nvSpPr>
        <p:spPr>
          <a:xfrm>
            <a:off x="5179985" y="1539625"/>
            <a:ext cx="1398600" cy="1755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None/>
            </a:pPr>
            <a:r>
              <a:rPr b="1" lang="en" sz="700">
                <a:solidFill>
                  <a:schemeClr val="accent6"/>
                </a:solidFill>
                <a:latin typeface="DS Indigo"/>
                <a:ea typeface="DS Indigo"/>
                <a:cs typeface="DS Indigo"/>
                <a:sym typeface="DS Indigo"/>
              </a:rPr>
              <a:t>(Project Title)</a:t>
            </a:r>
            <a:endParaRPr b="1" sz="700">
              <a:solidFill>
                <a:schemeClr val="accent6"/>
              </a:solidFill>
              <a:latin typeface="DS Indigo"/>
              <a:ea typeface="DS Indigo"/>
              <a:cs typeface="DS Indigo"/>
              <a:sym typeface="DS Indigo"/>
            </a:endParaRPr>
          </a:p>
        </p:txBody>
      </p:sp>
      <p:sp>
        <p:nvSpPr>
          <p:cNvPr id="73" name="Google Shape;73;p5"/>
          <p:cNvSpPr/>
          <p:nvPr/>
        </p:nvSpPr>
        <p:spPr>
          <a:xfrm>
            <a:off x="4535690" y="1660886"/>
            <a:ext cx="1398600" cy="175500"/>
          </a:xfrm>
          <a:prstGeom prst="rect">
            <a:avLst/>
          </a:prstGeom>
          <a:noFill/>
          <a:ln>
            <a:noFill/>
          </a:ln>
        </p:spPr>
        <p:txBody>
          <a:bodyPr anchorCtr="0" anchor="t" bIns="45700" lIns="0" spcFirstLastPara="1" rIns="0" wrap="square" tIns="45700">
            <a:noAutofit/>
          </a:bodyPr>
          <a:lstStyle/>
          <a:p>
            <a:pPr indent="0" lvl="0" marL="0" rtl="0" algn="l">
              <a:lnSpc>
                <a:spcPct val="120000"/>
              </a:lnSpc>
              <a:spcBef>
                <a:spcPts val="0"/>
              </a:spcBef>
              <a:spcAft>
                <a:spcPts val="0"/>
              </a:spcAft>
              <a:buSzPts val="1100"/>
              <a:buNone/>
            </a:pPr>
            <a:r>
              <a:rPr lang="en" sz="700">
                <a:solidFill>
                  <a:schemeClr val="accent6"/>
                </a:solidFill>
                <a:latin typeface="DS Indigo"/>
                <a:ea typeface="DS Indigo"/>
                <a:cs typeface="DS Indigo"/>
                <a:sym typeface="DS Indigo"/>
              </a:rPr>
              <a:t>(Department/Product Name)</a:t>
            </a:r>
            <a:endParaRPr b="1" sz="700">
              <a:solidFill>
                <a:schemeClr val="accent6"/>
              </a:solidFill>
              <a:latin typeface="DS Indigo"/>
              <a:ea typeface="DS Indigo"/>
              <a:cs typeface="DS Indigo"/>
              <a:sym typeface="DS Indigo"/>
            </a:endParaRPr>
          </a:p>
        </p:txBody>
      </p:sp>
      <p:sp>
        <p:nvSpPr>
          <p:cNvPr id="74" name="Google Shape;74;p5"/>
          <p:cNvSpPr txBox="1"/>
          <p:nvPr/>
        </p:nvSpPr>
        <p:spPr>
          <a:xfrm>
            <a:off x="339100" y="4271350"/>
            <a:ext cx="2324700" cy="30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chemeClr val="accent6"/>
                </a:solidFill>
                <a:latin typeface="DS Indigo"/>
                <a:ea typeface="DS Indigo"/>
                <a:cs typeface="DS Indigo"/>
                <a:sym typeface="DS Indigo"/>
              </a:rPr>
              <a:t>See next slide for instruction on how to update the wayfinding title</a:t>
            </a:r>
            <a:endParaRPr b="1" sz="1000">
              <a:solidFill>
                <a:schemeClr val="dk1"/>
              </a:solidFill>
              <a:latin typeface="DS Indigo"/>
              <a:ea typeface="DS Indigo"/>
              <a:cs typeface="DS Indigo"/>
              <a:sym typeface="DS Indigo"/>
            </a:endParaRPr>
          </a:p>
        </p:txBody>
      </p:sp>
      <p:sp>
        <p:nvSpPr>
          <p:cNvPr id="75" name="Google Shape;75;p5"/>
          <p:cNvSpPr/>
          <p:nvPr/>
        </p:nvSpPr>
        <p:spPr>
          <a:xfrm>
            <a:off x="6975700" y="256180"/>
            <a:ext cx="1825500" cy="450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 sz="800">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sp>
        <p:nvSpPr>
          <p:cNvPr id="76" name="Google Shape;76;p5"/>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pdate Wayfinding 2">
  <p:cSld name="Safe Harbor_1_1_1_1_1_1_1_1">
    <p:spTree>
      <p:nvGrpSpPr>
        <p:cNvPr id="77" name="Shape 77"/>
        <p:cNvGrpSpPr/>
        <p:nvPr/>
      </p:nvGrpSpPr>
      <p:grpSpPr>
        <a:xfrm>
          <a:off x="0" y="0"/>
          <a:ext cx="0" cy="0"/>
          <a:chOff x="0" y="0"/>
          <a:chExt cx="0" cy="0"/>
        </a:xfrm>
      </p:grpSpPr>
      <p:sp>
        <p:nvSpPr>
          <p:cNvPr id="78" name="Google Shape;78;p6"/>
          <p:cNvSpPr txBox="1"/>
          <p:nvPr/>
        </p:nvSpPr>
        <p:spPr>
          <a:xfrm>
            <a:off x="342900" y="1546655"/>
            <a:ext cx="2060700" cy="35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200">
                <a:solidFill>
                  <a:schemeClr val="dk1"/>
                </a:solidFill>
                <a:latin typeface="DS Indigo"/>
                <a:ea typeface="DS Indigo"/>
                <a:cs typeface="DS Indigo"/>
                <a:sym typeface="DS Indigo"/>
              </a:rPr>
              <a:t>1. </a:t>
            </a:r>
            <a:r>
              <a:rPr lang="en" sz="1200">
                <a:solidFill>
                  <a:schemeClr val="dk1"/>
                </a:solidFill>
                <a:latin typeface="DS Indigo"/>
                <a:ea typeface="DS Indigo"/>
                <a:cs typeface="DS Indigo"/>
                <a:sym typeface="DS Indigo"/>
              </a:rPr>
              <a:t>Select </a:t>
            </a:r>
            <a:r>
              <a:rPr b="1" lang="en" sz="1200">
                <a:solidFill>
                  <a:schemeClr val="dk1"/>
                </a:solidFill>
                <a:latin typeface="DS Indigo"/>
                <a:ea typeface="DS Indigo"/>
                <a:cs typeface="DS Indigo"/>
                <a:sym typeface="DS Indigo"/>
              </a:rPr>
              <a:t>Slide &gt; Edit Theme</a:t>
            </a:r>
            <a:endParaRPr b="1" sz="1200">
              <a:solidFill>
                <a:schemeClr val="dk1"/>
              </a:solidFill>
              <a:latin typeface="DS Indigo"/>
              <a:ea typeface="DS Indigo"/>
              <a:cs typeface="DS Indigo"/>
              <a:sym typeface="DS Indigo"/>
            </a:endParaRPr>
          </a:p>
        </p:txBody>
      </p:sp>
      <p:grpSp>
        <p:nvGrpSpPr>
          <p:cNvPr id="79" name="Google Shape;79;p6"/>
          <p:cNvGrpSpPr/>
          <p:nvPr/>
        </p:nvGrpSpPr>
        <p:grpSpPr>
          <a:xfrm>
            <a:off x="339058" y="2028498"/>
            <a:ext cx="1824517" cy="2160507"/>
            <a:chOff x="274718" y="1479600"/>
            <a:chExt cx="2157660" cy="2554999"/>
          </a:xfrm>
        </p:grpSpPr>
        <p:pic>
          <p:nvPicPr>
            <p:cNvPr id="80" name="Google Shape;80;p6"/>
            <p:cNvPicPr preferRelativeResize="0"/>
            <p:nvPr/>
          </p:nvPicPr>
          <p:blipFill>
            <a:blip r:embed="rId2">
              <a:alphaModFix/>
            </a:blip>
            <a:stretch>
              <a:fillRect/>
            </a:stretch>
          </p:blipFill>
          <p:spPr>
            <a:xfrm>
              <a:off x="339050" y="1479600"/>
              <a:ext cx="2093328" cy="2554999"/>
            </a:xfrm>
            <a:prstGeom prst="rect">
              <a:avLst/>
            </a:prstGeom>
            <a:noFill/>
            <a:ln>
              <a:noFill/>
            </a:ln>
          </p:spPr>
        </p:pic>
        <p:sp>
          <p:nvSpPr>
            <p:cNvPr id="81" name="Google Shape;81;p6"/>
            <p:cNvSpPr/>
            <p:nvPr/>
          </p:nvSpPr>
          <p:spPr>
            <a:xfrm>
              <a:off x="274718" y="3388927"/>
              <a:ext cx="516600" cy="5166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6"/>
          <p:cNvSpPr txBox="1"/>
          <p:nvPr/>
        </p:nvSpPr>
        <p:spPr>
          <a:xfrm>
            <a:off x="3252375" y="1546655"/>
            <a:ext cx="2329500" cy="35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200">
                <a:solidFill>
                  <a:schemeClr val="dk1"/>
                </a:solidFill>
                <a:latin typeface="DS Indigo"/>
                <a:ea typeface="DS Indigo"/>
                <a:cs typeface="DS Indigo"/>
                <a:sym typeface="DS Indigo"/>
              </a:rPr>
              <a:t>2. </a:t>
            </a:r>
            <a:r>
              <a:rPr lang="en" sz="1200">
                <a:solidFill>
                  <a:schemeClr val="dk1"/>
                </a:solidFill>
                <a:latin typeface="DS Indigo"/>
                <a:ea typeface="DS Indigo"/>
                <a:cs typeface="DS Indigo"/>
                <a:sym typeface="DS Indigo"/>
              </a:rPr>
              <a:t>Select the </a:t>
            </a:r>
            <a:r>
              <a:rPr b="1" lang="en" sz="1200">
                <a:solidFill>
                  <a:schemeClr val="dk1"/>
                </a:solidFill>
                <a:latin typeface="DS Indigo"/>
                <a:ea typeface="DS Indigo"/>
                <a:cs typeface="DS Indigo"/>
                <a:sym typeface="DS Indigo"/>
              </a:rPr>
              <a:t>Master Theme</a:t>
            </a:r>
            <a:r>
              <a:rPr lang="en" sz="1200">
                <a:solidFill>
                  <a:schemeClr val="dk1"/>
                </a:solidFill>
                <a:latin typeface="DS Indigo"/>
                <a:ea typeface="DS Indigo"/>
                <a:cs typeface="DS Indigo"/>
                <a:sym typeface="DS Indigo"/>
              </a:rPr>
              <a:t> slide</a:t>
            </a:r>
            <a:endParaRPr b="1" sz="1200">
              <a:solidFill>
                <a:schemeClr val="dk1"/>
              </a:solidFill>
              <a:latin typeface="DS Indigo"/>
              <a:ea typeface="DS Indigo"/>
              <a:cs typeface="DS Indigo"/>
              <a:sym typeface="DS Indigo"/>
            </a:endParaRPr>
          </a:p>
        </p:txBody>
      </p:sp>
      <p:sp>
        <p:nvSpPr>
          <p:cNvPr id="83" name="Google Shape;83;p6"/>
          <p:cNvSpPr txBox="1"/>
          <p:nvPr/>
        </p:nvSpPr>
        <p:spPr>
          <a:xfrm>
            <a:off x="5891675" y="1546651"/>
            <a:ext cx="2909400" cy="481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b="1" lang="en" sz="1200">
                <a:solidFill>
                  <a:schemeClr val="dk1"/>
                </a:solidFill>
                <a:latin typeface="DS Indigo"/>
                <a:ea typeface="DS Indigo"/>
                <a:cs typeface="DS Indigo"/>
                <a:sym typeface="DS Indigo"/>
              </a:rPr>
              <a:t>3. </a:t>
            </a:r>
            <a:r>
              <a:rPr lang="en" sz="1200">
                <a:solidFill>
                  <a:schemeClr val="dk1"/>
                </a:solidFill>
                <a:latin typeface="DS Indigo"/>
                <a:ea typeface="DS Indigo"/>
                <a:cs typeface="DS Indigo"/>
                <a:sym typeface="DS Indigo"/>
              </a:rPr>
              <a:t>Update the wayfinding title to ensure this remains consistent across the deck. </a:t>
            </a:r>
            <a:endParaRPr b="1" sz="1200">
              <a:solidFill>
                <a:schemeClr val="dk1"/>
              </a:solidFill>
              <a:latin typeface="DS Indigo"/>
              <a:ea typeface="DS Indigo"/>
              <a:cs typeface="DS Indigo"/>
              <a:sym typeface="DS Indigo"/>
            </a:endParaRPr>
          </a:p>
        </p:txBody>
      </p:sp>
      <p:sp>
        <p:nvSpPr>
          <p:cNvPr id="84" name="Google Shape;84;p6"/>
          <p:cNvSpPr txBox="1"/>
          <p:nvPr/>
        </p:nvSpPr>
        <p:spPr>
          <a:xfrm>
            <a:off x="5891675" y="4043042"/>
            <a:ext cx="2182200" cy="297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lang="en" sz="800">
                <a:solidFill>
                  <a:schemeClr val="dk1"/>
                </a:solidFill>
                <a:latin typeface="DS Indigo"/>
                <a:ea typeface="DS Indigo"/>
                <a:cs typeface="DS Indigo"/>
                <a:sym typeface="DS Indigo"/>
              </a:rPr>
              <a:t>Update </a:t>
            </a:r>
            <a:r>
              <a:rPr b="1" lang="en" sz="800">
                <a:solidFill>
                  <a:schemeClr val="dk1"/>
                </a:solidFill>
                <a:latin typeface="DS Indigo"/>
                <a:ea typeface="DS Indigo"/>
                <a:cs typeface="DS Indigo"/>
                <a:sym typeface="DS Indigo"/>
              </a:rPr>
              <a:t>Project Title Name</a:t>
            </a:r>
            <a:endParaRPr b="1" sz="800">
              <a:solidFill>
                <a:schemeClr val="dk1"/>
              </a:solidFill>
              <a:latin typeface="DS Indigo"/>
              <a:ea typeface="DS Indigo"/>
              <a:cs typeface="DS Indigo"/>
              <a:sym typeface="DS Indigo"/>
            </a:endParaRPr>
          </a:p>
          <a:p>
            <a:pPr indent="0" lvl="0" marL="0" marR="0" rtl="0" algn="l">
              <a:lnSpc>
                <a:spcPct val="120000"/>
              </a:lnSpc>
              <a:spcBef>
                <a:spcPts val="0"/>
              </a:spcBef>
              <a:spcAft>
                <a:spcPts val="0"/>
              </a:spcAft>
              <a:buNone/>
            </a:pPr>
            <a:r>
              <a:rPr lang="en" sz="800">
                <a:solidFill>
                  <a:schemeClr val="dk1"/>
                </a:solidFill>
                <a:latin typeface="DS Indigo"/>
                <a:ea typeface="DS Indigo"/>
                <a:cs typeface="DS Indigo"/>
                <a:sym typeface="DS Indigo"/>
              </a:rPr>
              <a:t>Update </a:t>
            </a:r>
            <a:r>
              <a:rPr b="1" lang="en" sz="800">
                <a:solidFill>
                  <a:schemeClr val="dk1"/>
                </a:solidFill>
                <a:latin typeface="DS Indigo"/>
                <a:ea typeface="DS Indigo"/>
                <a:cs typeface="DS Indigo"/>
                <a:sym typeface="DS Indigo"/>
              </a:rPr>
              <a:t>Department/Product Name</a:t>
            </a:r>
            <a:endParaRPr b="1" sz="800">
              <a:solidFill>
                <a:schemeClr val="dk1"/>
              </a:solidFill>
              <a:latin typeface="DS Indigo"/>
              <a:ea typeface="DS Indigo"/>
              <a:cs typeface="DS Indigo"/>
              <a:sym typeface="DS Indigo"/>
            </a:endParaRPr>
          </a:p>
        </p:txBody>
      </p:sp>
      <p:sp>
        <p:nvSpPr>
          <p:cNvPr id="85" name="Google Shape;85;p6"/>
          <p:cNvSpPr txBox="1"/>
          <p:nvPr/>
        </p:nvSpPr>
        <p:spPr>
          <a:xfrm>
            <a:off x="339050" y="864800"/>
            <a:ext cx="8462100" cy="3588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2600">
                <a:solidFill>
                  <a:srgbClr val="191823"/>
                </a:solidFill>
                <a:latin typeface="DS Indigo"/>
                <a:ea typeface="DS Indigo"/>
                <a:cs typeface="DS Indigo"/>
                <a:sym typeface="DS Indigo"/>
              </a:rPr>
              <a:t>How to update the wayfinding title</a:t>
            </a:r>
            <a:endParaRPr sz="2600">
              <a:solidFill>
                <a:srgbClr val="191823"/>
              </a:solidFill>
              <a:latin typeface="DS Indigo"/>
              <a:ea typeface="DS Indigo"/>
              <a:cs typeface="DS Indigo"/>
              <a:sym typeface="DS Indigo"/>
            </a:endParaRPr>
          </a:p>
        </p:txBody>
      </p:sp>
      <p:grpSp>
        <p:nvGrpSpPr>
          <p:cNvPr id="86" name="Google Shape;86;p6"/>
          <p:cNvGrpSpPr/>
          <p:nvPr/>
        </p:nvGrpSpPr>
        <p:grpSpPr>
          <a:xfrm>
            <a:off x="5891675" y="2089104"/>
            <a:ext cx="3046149" cy="1774195"/>
            <a:chOff x="5891675" y="2089104"/>
            <a:chExt cx="3046149" cy="1774195"/>
          </a:xfrm>
        </p:grpSpPr>
        <p:pic>
          <p:nvPicPr>
            <p:cNvPr id="87" name="Google Shape;87;p6"/>
            <p:cNvPicPr preferRelativeResize="0"/>
            <p:nvPr/>
          </p:nvPicPr>
          <p:blipFill rotWithShape="1">
            <a:blip r:embed="rId3">
              <a:alphaModFix/>
            </a:blip>
            <a:srcRect b="130" l="0" r="0" t="130"/>
            <a:stretch/>
          </p:blipFill>
          <p:spPr>
            <a:xfrm>
              <a:off x="5891675" y="2154298"/>
              <a:ext cx="3046149" cy="1709001"/>
            </a:xfrm>
            <a:prstGeom prst="rect">
              <a:avLst/>
            </a:prstGeom>
            <a:noFill/>
            <a:ln cap="flat" cmpd="sng" w="9525">
              <a:solidFill>
                <a:srgbClr val="EFEFEF"/>
              </a:solidFill>
              <a:prstDash val="solid"/>
              <a:round/>
              <a:headEnd len="sm" w="sm" type="none"/>
              <a:tailEnd len="sm" w="sm" type="none"/>
            </a:ln>
          </p:spPr>
        </p:pic>
        <p:sp>
          <p:nvSpPr>
            <p:cNvPr id="88" name="Google Shape;88;p6"/>
            <p:cNvSpPr/>
            <p:nvPr/>
          </p:nvSpPr>
          <p:spPr>
            <a:xfrm>
              <a:off x="5891679" y="2089104"/>
              <a:ext cx="436800" cy="436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6"/>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6"/>
          <p:cNvSpPr/>
          <p:nvPr/>
        </p:nvSpPr>
        <p:spPr>
          <a:xfrm>
            <a:off x="6975700" y="256180"/>
            <a:ext cx="1825500" cy="4503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 sz="800">
                <a:solidFill>
                  <a:srgbClr val="FFFFFF"/>
                </a:solidFill>
                <a:latin typeface="DS Indigo"/>
                <a:ea typeface="DS Indigo"/>
                <a:cs typeface="DS Indigo"/>
                <a:sym typeface="DS Indigo"/>
              </a:rPr>
              <a:t>Note: </a:t>
            </a:r>
            <a:r>
              <a:rPr lang="en" sz="800">
                <a:solidFill>
                  <a:srgbClr val="FFFFFF"/>
                </a:solidFill>
                <a:latin typeface="DS Indigo"/>
                <a:ea typeface="DS Indigo"/>
                <a:cs typeface="DS Indigo"/>
                <a:sym typeface="DS Indigo"/>
              </a:rPr>
              <a:t>Delete this slide once updated</a:t>
            </a:r>
            <a:endParaRPr sz="800">
              <a:latin typeface="DS Indigo"/>
              <a:ea typeface="DS Indigo"/>
              <a:cs typeface="DS Indigo"/>
              <a:sym typeface="DS Indigo"/>
            </a:endParaRPr>
          </a:p>
        </p:txBody>
      </p:sp>
      <p:grpSp>
        <p:nvGrpSpPr>
          <p:cNvPr id="91" name="Google Shape;91;p6"/>
          <p:cNvGrpSpPr/>
          <p:nvPr/>
        </p:nvGrpSpPr>
        <p:grpSpPr>
          <a:xfrm>
            <a:off x="3267427" y="1887486"/>
            <a:ext cx="1111465" cy="2691880"/>
            <a:chOff x="3267427" y="1887486"/>
            <a:chExt cx="1111465" cy="2691880"/>
          </a:xfrm>
        </p:grpSpPr>
        <p:pic>
          <p:nvPicPr>
            <p:cNvPr id="92" name="Google Shape;92;p6"/>
            <p:cNvPicPr preferRelativeResize="0"/>
            <p:nvPr/>
          </p:nvPicPr>
          <p:blipFill rotWithShape="1">
            <a:blip r:embed="rId4">
              <a:alphaModFix/>
            </a:blip>
            <a:srcRect b="0" l="1390" r="1390" t="0"/>
            <a:stretch/>
          </p:blipFill>
          <p:spPr>
            <a:xfrm>
              <a:off x="3312418" y="2013606"/>
              <a:ext cx="1066475" cy="2565761"/>
            </a:xfrm>
            <a:prstGeom prst="rect">
              <a:avLst/>
            </a:prstGeom>
            <a:noFill/>
            <a:ln>
              <a:noFill/>
            </a:ln>
          </p:spPr>
        </p:pic>
        <p:sp>
          <p:nvSpPr>
            <p:cNvPr id="93" name="Google Shape;93;p6"/>
            <p:cNvSpPr/>
            <p:nvPr/>
          </p:nvSpPr>
          <p:spPr>
            <a:xfrm>
              <a:off x="3267427" y="1887486"/>
              <a:ext cx="397500" cy="3975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94" name="Shape 94"/>
        <p:cNvGrpSpPr/>
        <p:nvPr/>
      </p:nvGrpSpPr>
      <p:grpSpPr>
        <a:xfrm>
          <a:off x="0" y="0"/>
          <a:ext cx="0" cy="0"/>
          <a:chOff x="0" y="0"/>
          <a:chExt cx="0" cy="0"/>
        </a:xfrm>
      </p:grpSpPr>
      <p:sp>
        <p:nvSpPr>
          <p:cNvPr id="95" name="Google Shape;95;p7"/>
          <p:cNvSpPr/>
          <p:nvPr/>
        </p:nvSpPr>
        <p:spPr>
          <a:xfrm>
            <a:off x="0" y="25"/>
            <a:ext cx="9144000" cy="5143500"/>
          </a:xfrm>
          <a:prstGeom prst="rect">
            <a:avLst/>
          </a:prstGeom>
          <a:gradFill>
            <a:gsLst>
              <a:gs pos="0">
                <a:schemeClr val="accent3"/>
              </a:gs>
              <a:gs pos="100000">
                <a:schemeClr val="accent6"/>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pic>
        <p:nvPicPr>
          <p:cNvPr id="96" name="Google Shape;96;p7"/>
          <p:cNvPicPr preferRelativeResize="0"/>
          <p:nvPr/>
        </p:nvPicPr>
        <p:blipFill rotWithShape="1">
          <a:blip r:embed="rId2">
            <a:alphaModFix/>
          </a:blip>
          <a:srcRect b="36420" l="0" r="0" t="7626"/>
          <a:stretch/>
        </p:blipFill>
        <p:spPr>
          <a:xfrm>
            <a:off x="-1986400" y="-1236425"/>
            <a:ext cx="10249698" cy="6379950"/>
          </a:xfrm>
          <a:prstGeom prst="rect">
            <a:avLst/>
          </a:prstGeom>
          <a:noFill/>
          <a:ln>
            <a:noFill/>
          </a:ln>
        </p:spPr>
      </p:pic>
      <p:sp>
        <p:nvSpPr>
          <p:cNvPr id="97" name="Google Shape;97;p7"/>
          <p:cNvSpPr txBox="1"/>
          <p:nvPr>
            <p:ph type="title"/>
          </p:nvPr>
        </p:nvSpPr>
        <p:spPr>
          <a:xfrm>
            <a:off x="333325" y="1113200"/>
            <a:ext cx="6555900" cy="1314000"/>
          </a:xfrm>
          <a:prstGeom prst="rect">
            <a:avLst/>
          </a:prstGeom>
        </p:spPr>
        <p:txBody>
          <a:bodyPr anchorCtr="0" anchor="b" bIns="0" lIns="0" spcFirstLastPara="1" rIns="0" wrap="square" tIns="0">
            <a:noAutofit/>
          </a:bodyPr>
          <a:lstStyle>
            <a:lvl1pPr lvl="0" rtl="0">
              <a:lnSpc>
                <a:spcPct val="80000"/>
              </a:lnSpc>
              <a:spcBef>
                <a:spcPts val="0"/>
              </a:spcBef>
              <a:spcAft>
                <a:spcPts val="0"/>
              </a:spcAft>
              <a:buClr>
                <a:schemeClr val="lt1"/>
              </a:buClr>
              <a:buSzPts val="5200"/>
              <a:buNone/>
              <a:defRPr sz="5200">
                <a:solidFill>
                  <a:schemeClr val="lt1"/>
                </a:solidFill>
              </a:defRPr>
            </a:lvl1pPr>
            <a:lvl2pPr lvl="1"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p:txBody>
      </p:sp>
      <p:sp>
        <p:nvSpPr>
          <p:cNvPr id="98" name="Google Shape;98;p7"/>
          <p:cNvSpPr txBox="1"/>
          <p:nvPr>
            <p:ph idx="1" type="subTitle"/>
          </p:nvPr>
        </p:nvSpPr>
        <p:spPr>
          <a:xfrm>
            <a:off x="333325" y="2651350"/>
            <a:ext cx="6555900" cy="64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99" name="Google Shape;99;p7"/>
          <p:cNvSpPr txBox="1"/>
          <p:nvPr>
            <p:ph idx="2" type="subTitle"/>
          </p:nvPr>
        </p:nvSpPr>
        <p:spPr>
          <a:xfrm>
            <a:off x="333325" y="4194400"/>
            <a:ext cx="1994400" cy="27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100" name="Google Shape;100;p7"/>
          <p:cNvSpPr txBox="1"/>
          <p:nvPr>
            <p:ph idx="3" type="subTitle"/>
          </p:nvPr>
        </p:nvSpPr>
        <p:spPr>
          <a:xfrm>
            <a:off x="333325" y="683400"/>
            <a:ext cx="65559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b="1" sz="1000">
                <a:solidFill>
                  <a:schemeClr val="lt1"/>
                </a:solidFill>
              </a:defRPr>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grpSp>
        <p:nvGrpSpPr>
          <p:cNvPr id="101" name="Google Shape;101;p7"/>
          <p:cNvGrpSpPr/>
          <p:nvPr/>
        </p:nvGrpSpPr>
        <p:grpSpPr>
          <a:xfrm>
            <a:off x="7857076" y="4774405"/>
            <a:ext cx="1025200" cy="206270"/>
            <a:chOff x="238125" y="2139750"/>
            <a:chExt cx="7144250" cy="1437425"/>
          </a:xfrm>
        </p:grpSpPr>
        <p:sp>
          <p:nvSpPr>
            <p:cNvPr id="102" name="Google Shape;102;p7"/>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7"/>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7"/>
          <p:cNvSpPr/>
          <p:nvPr/>
        </p:nvSpPr>
        <p:spPr>
          <a:xfrm>
            <a:off x="9145300" y="-3350700"/>
            <a:ext cx="3218100" cy="118041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16" name="Google Shape;116;p7"/>
          <p:cNvSpPr/>
          <p:nvPr/>
        </p:nvSpPr>
        <p:spPr>
          <a:xfrm>
            <a:off x="-3219400" y="-3350700"/>
            <a:ext cx="3218100" cy="118041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17" name="Google Shape;117;p7"/>
          <p:cNvSpPr/>
          <p:nvPr/>
        </p:nvSpPr>
        <p:spPr>
          <a:xfrm rot="-5400000">
            <a:off x="2590150" y="-6935250"/>
            <a:ext cx="33507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18" name="Google Shape;118;p7"/>
          <p:cNvSpPr/>
          <p:nvPr/>
        </p:nvSpPr>
        <p:spPr>
          <a:xfrm rot="-5400000">
            <a:off x="2610700" y="1538725"/>
            <a:ext cx="33096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2">
  <p:cSld name="TITLE_1_3">
    <p:spTree>
      <p:nvGrpSpPr>
        <p:cNvPr id="119" name="Shape 119"/>
        <p:cNvGrpSpPr/>
        <p:nvPr/>
      </p:nvGrpSpPr>
      <p:grpSpPr>
        <a:xfrm>
          <a:off x="0" y="0"/>
          <a:ext cx="0" cy="0"/>
          <a:chOff x="0" y="0"/>
          <a:chExt cx="0" cy="0"/>
        </a:xfrm>
      </p:grpSpPr>
      <p:sp>
        <p:nvSpPr>
          <p:cNvPr id="120" name="Google Shape;120;p8"/>
          <p:cNvSpPr/>
          <p:nvPr/>
        </p:nvSpPr>
        <p:spPr>
          <a:xfrm>
            <a:off x="0" y="25"/>
            <a:ext cx="9144000" cy="5143500"/>
          </a:xfrm>
          <a:prstGeom prst="rect">
            <a:avLst/>
          </a:prstGeom>
          <a:gradFill>
            <a:gsLst>
              <a:gs pos="0">
                <a:schemeClr val="accent3"/>
              </a:gs>
              <a:gs pos="32000">
                <a:schemeClr val="accent3"/>
              </a:gs>
              <a:gs pos="66000">
                <a:srgbClr val="53185B"/>
              </a:gs>
              <a:gs pos="100000">
                <a:schemeClr val="accent6"/>
              </a:gs>
            </a:gsLst>
            <a:lin ang="18900044"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pic>
        <p:nvPicPr>
          <p:cNvPr id="121" name="Google Shape;121;p8"/>
          <p:cNvPicPr preferRelativeResize="0"/>
          <p:nvPr/>
        </p:nvPicPr>
        <p:blipFill rotWithShape="1">
          <a:blip r:embed="rId2">
            <a:alphaModFix/>
          </a:blip>
          <a:srcRect b="0" l="0" r="0" t="0"/>
          <a:stretch/>
        </p:blipFill>
        <p:spPr>
          <a:xfrm>
            <a:off x="1253900" y="-2759213"/>
            <a:ext cx="12943800" cy="9846875"/>
          </a:xfrm>
          <a:prstGeom prst="rect">
            <a:avLst/>
          </a:prstGeom>
          <a:noFill/>
          <a:ln>
            <a:noFill/>
          </a:ln>
        </p:spPr>
      </p:pic>
      <p:sp>
        <p:nvSpPr>
          <p:cNvPr id="122" name="Google Shape;122;p8"/>
          <p:cNvSpPr txBox="1"/>
          <p:nvPr>
            <p:ph type="title"/>
          </p:nvPr>
        </p:nvSpPr>
        <p:spPr>
          <a:xfrm>
            <a:off x="333325" y="1113200"/>
            <a:ext cx="6555900" cy="1314000"/>
          </a:xfrm>
          <a:prstGeom prst="rect">
            <a:avLst/>
          </a:prstGeom>
        </p:spPr>
        <p:txBody>
          <a:bodyPr anchorCtr="0" anchor="b" bIns="0" lIns="0" spcFirstLastPara="1" rIns="0" wrap="square" tIns="0">
            <a:noAutofit/>
          </a:bodyPr>
          <a:lstStyle>
            <a:lvl1pPr lvl="0" rtl="0">
              <a:lnSpc>
                <a:spcPct val="80000"/>
              </a:lnSpc>
              <a:spcBef>
                <a:spcPts val="0"/>
              </a:spcBef>
              <a:spcAft>
                <a:spcPts val="0"/>
              </a:spcAft>
              <a:buClr>
                <a:schemeClr val="lt1"/>
              </a:buClr>
              <a:buSzPts val="5200"/>
              <a:buNone/>
              <a:defRPr sz="5200">
                <a:solidFill>
                  <a:schemeClr val="lt1"/>
                </a:solidFill>
              </a:defRPr>
            </a:lvl1pPr>
            <a:lvl2pPr lvl="1"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p:txBody>
      </p:sp>
      <p:sp>
        <p:nvSpPr>
          <p:cNvPr id="123" name="Google Shape;123;p8"/>
          <p:cNvSpPr txBox="1"/>
          <p:nvPr>
            <p:ph idx="1" type="subTitle"/>
          </p:nvPr>
        </p:nvSpPr>
        <p:spPr>
          <a:xfrm>
            <a:off x="333325" y="2651350"/>
            <a:ext cx="6555900" cy="64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124" name="Google Shape;124;p8"/>
          <p:cNvSpPr txBox="1"/>
          <p:nvPr>
            <p:ph idx="2" type="subTitle"/>
          </p:nvPr>
        </p:nvSpPr>
        <p:spPr>
          <a:xfrm>
            <a:off x="333325" y="4194400"/>
            <a:ext cx="1994400" cy="27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125" name="Google Shape;125;p8"/>
          <p:cNvSpPr txBox="1"/>
          <p:nvPr>
            <p:ph idx="3" type="subTitle"/>
          </p:nvPr>
        </p:nvSpPr>
        <p:spPr>
          <a:xfrm>
            <a:off x="333325" y="683400"/>
            <a:ext cx="65559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b="1" sz="1000">
                <a:solidFill>
                  <a:schemeClr val="lt1"/>
                </a:solidFill>
              </a:defRPr>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sp>
        <p:nvSpPr>
          <p:cNvPr id="126" name="Google Shape;126;p8"/>
          <p:cNvSpPr/>
          <p:nvPr/>
        </p:nvSpPr>
        <p:spPr>
          <a:xfrm>
            <a:off x="9145300" y="-3350700"/>
            <a:ext cx="5567400" cy="118041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27" name="Google Shape;127;p8"/>
          <p:cNvSpPr/>
          <p:nvPr/>
        </p:nvSpPr>
        <p:spPr>
          <a:xfrm>
            <a:off x="-5568700" y="-3350700"/>
            <a:ext cx="5567400" cy="118041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28" name="Google Shape;128;p8"/>
          <p:cNvSpPr/>
          <p:nvPr/>
        </p:nvSpPr>
        <p:spPr>
          <a:xfrm rot="-5400000">
            <a:off x="2590150" y="-6935250"/>
            <a:ext cx="33507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sp>
        <p:nvSpPr>
          <p:cNvPr id="129" name="Google Shape;129;p8"/>
          <p:cNvSpPr/>
          <p:nvPr/>
        </p:nvSpPr>
        <p:spPr>
          <a:xfrm rot="-5400000">
            <a:off x="2610700" y="1538725"/>
            <a:ext cx="33096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grpSp>
        <p:nvGrpSpPr>
          <p:cNvPr id="130" name="Google Shape;130;p8"/>
          <p:cNvGrpSpPr/>
          <p:nvPr/>
        </p:nvGrpSpPr>
        <p:grpSpPr>
          <a:xfrm>
            <a:off x="7860415" y="4774368"/>
            <a:ext cx="1025200" cy="206270"/>
            <a:chOff x="238125" y="2139750"/>
            <a:chExt cx="7144250" cy="1437425"/>
          </a:xfrm>
        </p:grpSpPr>
        <p:sp>
          <p:nvSpPr>
            <p:cNvPr id="131" name="Google Shape;131;p8"/>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1">
  <p:cSld name="TITLE_1_2">
    <p:spTree>
      <p:nvGrpSpPr>
        <p:cNvPr id="144" name="Shape 144"/>
        <p:cNvGrpSpPr/>
        <p:nvPr/>
      </p:nvGrpSpPr>
      <p:grpSpPr>
        <a:xfrm>
          <a:off x="0" y="0"/>
          <a:ext cx="0" cy="0"/>
          <a:chOff x="0" y="0"/>
          <a:chExt cx="0" cy="0"/>
        </a:xfrm>
      </p:grpSpPr>
      <p:sp>
        <p:nvSpPr>
          <p:cNvPr id="145" name="Google Shape;145;p9"/>
          <p:cNvSpPr/>
          <p:nvPr/>
        </p:nvSpPr>
        <p:spPr>
          <a:xfrm>
            <a:off x="0" y="0"/>
            <a:ext cx="9144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grpSp>
        <p:nvGrpSpPr>
          <p:cNvPr id="146" name="Google Shape;146;p9"/>
          <p:cNvGrpSpPr/>
          <p:nvPr/>
        </p:nvGrpSpPr>
        <p:grpSpPr>
          <a:xfrm>
            <a:off x="231460" y="-1043175"/>
            <a:ext cx="11124300" cy="11641956"/>
            <a:chOff x="231460" y="-1043175"/>
            <a:chExt cx="11124300" cy="11641956"/>
          </a:xfrm>
        </p:grpSpPr>
        <p:sp>
          <p:nvSpPr>
            <p:cNvPr id="147" name="Google Shape;147;p9"/>
            <p:cNvSpPr/>
            <p:nvPr/>
          </p:nvSpPr>
          <p:spPr>
            <a:xfrm>
              <a:off x="5155800" y="3049025"/>
              <a:ext cx="4244400" cy="4244400"/>
            </a:xfrm>
            <a:prstGeom prst="ellipse">
              <a:avLst/>
            </a:prstGeom>
            <a:noFill/>
            <a:ln cap="flat" cmpd="sng" w="152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48" name="Google Shape;148;p9"/>
            <p:cNvSpPr/>
            <p:nvPr/>
          </p:nvSpPr>
          <p:spPr>
            <a:xfrm rot="10800000">
              <a:off x="6442650" y="-1043175"/>
              <a:ext cx="3269100" cy="3392400"/>
            </a:xfrm>
            <a:prstGeom prst="snip1Rect">
              <a:avLst>
                <a:gd fmla="val 40871" name="adj"/>
              </a:avLst>
            </a:prstGeom>
            <a:noFill/>
            <a:ln cap="flat" cmpd="sng" w="152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49" name="Google Shape;149;p9"/>
            <p:cNvSpPr/>
            <p:nvPr/>
          </p:nvSpPr>
          <p:spPr>
            <a:xfrm rot="-1905311">
              <a:off x="860025" y="3196206"/>
              <a:ext cx="9867169" cy="5194950"/>
            </a:xfrm>
            <a:prstGeom prst="round2SameRect">
              <a:avLst>
                <a:gd fmla="val 13137" name="adj1"/>
                <a:gd fmla="val 0" name="adj2"/>
              </a:avLst>
            </a:prstGeom>
            <a:noFill/>
            <a:ln cap="flat" cmpd="sng" w="152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grpSp>
      <p:sp>
        <p:nvSpPr>
          <p:cNvPr id="150" name="Google Shape;150;p9"/>
          <p:cNvSpPr/>
          <p:nvPr/>
        </p:nvSpPr>
        <p:spPr>
          <a:xfrm>
            <a:off x="11100" y="11100"/>
            <a:ext cx="9132900" cy="5132400"/>
          </a:xfrm>
          <a:prstGeom prst="rect">
            <a:avLst/>
          </a:prstGeom>
          <a:gradFill>
            <a:gsLst>
              <a:gs pos="0">
                <a:schemeClr val="accent1">
                  <a:alpha val="50000"/>
                </a:schemeClr>
              </a:gs>
              <a:gs pos="50000">
                <a:srgbClr val="4C00FF">
                  <a:alpha val="50000"/>
                </a:srgbClr>
              </a:gs>
              <a:gs pos="100000">
                <a:srgbClr val="4C00FF">
                  <a:alpha val="50196"/>
                  <a:alpha val="5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txBox="1"/>
          <p:nvPr>
            <p:ph type="title"/>
          </p:nvPr>
        </p:nvSpPr>
        <p:spPr>
          <a:xfrm>
            <a:off x="333325" y="1113200"/>
            <a:ext cx="6555900" cy="1314000"/>
          </a:xfrm>
          <a:prstGeom prst="rect">
            <a:avLst/>
          </a:prstGeom>
        </p:spPr>
        <p:txBody>
          <a:bodyPr anchorCtr="0" anchor="b" bIns="0" lIns="0" spcFirstLastPara="1" rIns="0" wrap="square" tIns="0">
            <a:noAutofit/>
          </a:bodyPr>
          <a:lstStyle>
            <a:lvl1pPr lvl="0" rtl="0">
              <a:lnSpc>
                <a:spcPct val="80000"/>
              </a:lnSpc>
              <a:spcBef>
                <a:spcPts val="0"/>
              </a:spcBef>
              <a:spcAft>
                <a:spcPts val="0"/>
              </a:spcAft>
              <a:buClr>
                <a:schemeClr val="lt1"/>
              </a:buClr>
              <a:buSzPts val="5200"/>
              <a:buNone/>
              <a:defRPr sz="5200">
                <a:solidFill>
                  <a:schemeClr val="lt1"/>
                </a:solidFill>
              </a:defRPr>
            </a:lvl1pPr>
            <a:lvl2pPr lvl="1"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2pPr>
            <a:lvl3pPr lvl="2"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3pPr>
            <a:lvl4pPr lvl="3"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4pPr>
            <a:lvl5pPr lvl="4"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5pPr>
            <a:lvl6pPr lvl="5"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6pPr>
            <a:lvl7pPr lvl="6"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7pPr>
            <a:lvl8pPr lvl="7"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8pPr>
            <a:lvl9pPr lvl="8" rtl="0">
              <a:lnSpc>
                <a:spcPct val="85000"/>
              </a:lnSpc>
              <a:spcBef>
                <a:spcPts val="0"/>
              </a:spcBef>
              <a:spcAft>
                <a:spcPts val="0"/>
              </a:spcAft>
              <a:buClr>
                <a:schemeClr val="lt1"/>
              </a:buClr>
              <a:buSzPts val="2400"/>
              <a:buFont typeface="DS Indigo Medium"/>
              <a:buNone/>
              <a:defRPr>
                <a:solidFill>
                  <a:schemeClr val="lt1"/>
                </a:solidFill>
                <a:latin typeface="DS Indigo Medium"/>
                <a:ea typeface="DS Indigo Medium"/>
                <a:cs typeface="DS Indigo Medium"/>
                <a:sym typeface="DS Indigo Medium"/>
              </a:defRPr>
            </a:lvl9pPr>
          </a:lstStyle>
          <a:p/>
        </p:txBody>
      </p:sp>
      <p:sp>
        <p:nvSpPr>
          <p:cNvPr id="152" name="Google Shape;152;p9"/>
          <p:cNvSpPr txBox="1"/>
          <p:nvPr>
            <p:ph idx="1" type="subTitle"/>
          </p:nvPr>
        </p:nvSpPr>
        <p:spPr>
          <a:xfrm>
            <a:off x="333325" y="2651350"/>
            <a:ext cx="6555900" cy="64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153" name="Google Shape;153;p9"/>
          <p:cNvSpPr txBox="1"/>
          <p:nvPr>
            <p:ph idx="2" type="subTitle"/>
          </p:nvPr>
        </p:nvSpPr>
        <p:spPr>
          <a:xfrm>
            <a:off x="333325" y="4194400"/>
            <a:ext cx="1994400" cy="27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154" name="Google Shape;154;p9"/>
          <p:cNvSpPr txBox="1"/>
          <p:nvPr>
            <p:ph idx="3" type="subTitle"/>
          </p:nvPr>
        </p:nvSpPr>
        <p:spPr>
          <a:xfrm>
            <a:off x="333325" y="683400"/>
            <a:ext cx="65559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b="1" sz="1000">
                <a:solidFill>
                  <a:schemeClr val="lt1"/>
                </a:solidFill>
              </a:defRPr>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grpSp>
        <p:nvGrpSpPr>
          <p:cNvPr id="155" name="Google Shape;155;p9"/>
          <p:cNvGrpSpPr/>
          <p:nvPr/>
        </p:nvGrpSpPr>
        <p:grpSpPr>
          <a:xfrm>
            <a:off x="7857076" y="4774405"/>
            <a:ext cx="1025200" cy="206270"/>
            <a:chOff x="238125" y="2139750"/>
            <a:chExt cx="7144250" cy="1437425"/>
          </a:xfrm>
        </p:grpSpPr>
        <p:sp>
          <p:nvSpPr>
            <p:cNvPr id="156" name="Google Shape;156;p9"/>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9"/>
          <p:cNvSpPr/>
          <p:nvPr/>
        </p:nvSpPr>
        <p:spPr>
          <a:xfrm>
            <a:off x="9145300" y="-3218100"/>
            <a:ext cx="3218100" cy="13143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70" name="Google Shape;170;p9"/>
          <p:cNvSpPr/>
          <p:nvPr/>
        </p:nvSpPr>
        <p:spPr>
          <a:xfrm>
            <a:off x="-3219400" y="-3218100"/>
            <a:ext cx="3218100" cy="13143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71" name="Google Shape;171;p9"/>
          <p:cNvSpPr/>
          <p:nvPr/>
        </p:nvSpPr>
        <p:spPr>
          <a:xfrm rot="-5400000">
            <a:off x="2656438" y="-6868950"/>
            <a:ext cx="32181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172" name="Google Shape;172;p9"/>
          <p:cNvSpPr/>
          <p:nvPr/>
        </p:nvSpPr>
        <p:spPr>
          <a:xfrm rot="-5400000">
            <a:off x="1874800" y="2274450"/>
            <a:ext cx="47814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_1">
    <p:spTree>
      <p:nvGrpSpPr>
        <p:cNvPr id="173" name="Shape 173"/>
        <p:cNvGrpSpPr/>
        <p:nvPr/>
      </p:nvGrpSpPr>
      <p:grpSpPr>
        <a:xfrm>
          <a:off x="0" y="0"/>
          <a:ext cx="0" cy="0"/>
          <a:chOff x="0" y="0"/>
          <a:chExt cx="0" cy="0"/>
        </a:xfrm>
      </p:grpSpPr>
      <p:sp>
        <p:nvSpPr>
          <p:cNvPr id="174" name="Google Shape;174;p10"/>
          <p:cNvSpPr/>
          <p:nvPr/>
        </p:nvSpPr>
        <p:spPr>
          <a:xfrm>
            <a:off x="0" y="0"/>
            <a:ext cx="9144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txBox="1"/>
          <p:nvPr>
            <p:ph type="title"/>
          </p:nvPr>
        </p:nvSpPr>
        <p:spPr>
          <a:xfrm>
            <a:off x="333325" y="1113200"/>
            <a:ext cx="5275200" cy="1872300"/>
          </a:xfrm>
          <a:prstGeom prst="rect">
            <a:avLst/>
          </a:prstGeom>
          <a:noFill/>
        </p:spPr>
        <p:txBody>
          <a:bodyPr anchorCtr="0" anchor="b" bIns="0" lIns="0" spcFirstLastPara="1" rIns="0" wrap="square" tIns="0">
            <a:noAutofit/>
          </a:bodyPr>
          <a:lstStyle>
            <a:lvl1pPr lvl="0" rtl="0">
              <a:lnSpc>
                <a:spcPct val="80000"/>
              </a:lnSpc>
              <a:spcBef>
                <a:spcPts val="0"/>
              </a:spcBef>
              <a:spcAft>
                <a:spcPts val="0"/>
              </a:spcAft>
              <a:buClr>
                <a:schemeClr val="lt1"/>
              </a:buClr>
              <a:buSzPts val="5200"/>
              <a:buNone/>
              <a:defRPr sz="5200">
                <a:solidFill>
                  <a:schemeClr val="lt1"/>
                </a:solidFill>
              </a:defRPr>
            </a:lvl1pPr>
            <a:lvl2pPr lvl="1" rtl="0">
              <a:lnSpc>
                <a:spcPct val="85000"/>
              </a:lnSpc>
              <a:spcBef>
                <a:spcPts val="0"/>
              </a:spcBef>
              <a:spcAft>
                <a:spcPts val="0"/>
              </a:spcAft>
              <a:buClr>
                <a:schemeClr val="lt1"/>
              </a:buClr>
              <a:buSzPts val="2400"/>
              <a:buNone/>
              <a:defRPr>
                <a:solidFill>
                  <a:schemeClr val="lt1"/>
                </a:solidFill>
              </a:defRPr>
            </a:lvl2pPr>
            <a:lvl3pPr lvl="2" rtl="0">
              <a:lnSpc>
                <a:spcPct val="85000"/>
              </a:lnSpc>
              <a:spcBef>
                <a:spcPts val="0"/>
              </a:spcBef>
              <a:spcAft>
                <a:spcPts val="0"/>
              </a:spcAft>
              <a:buClr>
                <a:schemeClr val="lt1"/>
              </a:buClr>
              <a:buSzPts val="2400"/>
              <a:buNone/>
              <a:defRPr>
                <a:solidFill>
                  <a:schemeClr val="lt1"/>
                </a:solidFill>
              </a:defRPr>
            </a:lvl3pPr>
            <a:lvl4pPr lvl="3" rtl="0">
              <a:lnSpc>
                <a:spcPct val="85000"/>
              </a:lnSpc>
              <a:spcBef>
                <a:spcPts val="0"/>
              </a:spcBef>
              <a:spcAft>
                <a:spcPts val="0"/>
              </a:spcAft>
              <a:buClr>
                <a:schemeClr val="lt1"/>
              </a:buClr>
              <a:buSzPts val="2400"/>
              <a:buNone/>
              <a:defRPr>
                <a:solidFill>
                  <a:schemeClr val="lt1"/>
                </a:solidFill>
              </a:defRPr>
            </a:lvl4pPr>
            <a:lvl5pPr lvl="4" rtl="0">
              <a:lnSpc>
                <a:spcPct val="85000"/>
              </a:lnSpc>
              <a:spcBef>
                <a:spcPts val="0"/>
              </a:spcBef>
              <a:spcAft>
                <a:spcPts val="0"/>
              </a:spcAft>
              <a:buClr>
                <a:schemeClr val="lt1"/>
              </a:buClr>
              <a:buSzPts val="2400"/>
              <a:buNone/>
              <a:defRPr>
                <a:solidFill>
                  <a:schemeClr val="lt1"/>
                </a:solidFill>
              </a:defRPr>
            </a:lvl5pPr>
            <a:lvl6pPr lvl="5" rtl="0">
              <a:lnSpc>
                <a:spcPct val="85000"/>
              </a:lnSpc>
              <a:spcBef>
                <a:spcPts val="0"/>
              </a:spcBef>
              <a:spcAft>
                <a:spcPts val="0"/>
              </a:spcAft>
              <a:buClr>
                <a:schemeClr val="lt1"/>
              </a:buClr>
              <a:buSzPts val="2400"/>
              <a:buNone/>
              <a:defRPr>
                <a:solidFill>
                  <a:schemeClr val="lt1"/>
                </a:solidFill>
              </a:defRPr>
            </a:lvl6pPr>
            <a:lvl7pPr lvl="6" rtl="0">
              <a:lnSpc>
                <a:spcPct val="85000"/>
              </a:lnSpc>
              <a:spcBef>
                <a:spcPts val="0"/>
              </a:spcBef>
              <a:spcAft>
                <a:spcPts val="0"/>
              </a:spcAft>
              <a:buClr>
                <a:schemeClr val="lt1"/>
              </a:buClr>
              <a:buSzPts val="2400"/>
              <a:buNone/>
              <a:defRPr>
                <a:solidFill>
                  <a:schemeClr val="lt1"/>
                </a:solidFill>
              </a:defRPr>
            </a:lvl7pPr>
            <a:lvl8pPr lvl="7" rtl="0">
              <a:lnSpc>
                <a:spcPct val="85000"/>
              </a:lnSpc>
              <a:spcBef>
                <a:spcPts val="0"/>
              </a:spcBef>
              <a:spcAft>
                <a:spcPts val="0"/>
              </a:spcAft>
              <a:buClr>
                <a:schemeClr val="lt1"/>
              </a:buClr>
              <a:buSzPts val="2400"/>
              <a:buNone/>
              <a:defRPr>
                <a:solidFill>
                  <a:schemeClr val="lt1"/>
                </a:solidFill>
              </a:defRPr>
            </a:lvl8pPr>
            <a:lvl9pPr lvl="8" rtl="0">
              <a:lnSpc>
                <a:spcPct val="85000"/>
              </a:lnSpc>
              <a:spcBef>
                <a:spcPts val="0"/>
              </a:spcBef>
              <a:spcAft>
                <a:spcPts val="0"/>
              </a:spcAft>
              <a:buClr>
                <a:schemeClr val="lt1"/>
              </a:buClr>
              <a:buSzPts val="2400"/>
              <a:buNone/>
              <a:defRPr>
                <a:solidFill>
                  <a:schemeClr val="lt1"/>
                </a:solidFill>
              </a:defRPr>
            </a:lvl9pPr>
          </a:lstStyle>
          <a:p/>
        </p:txBody>
      </p:sp>
      <p:sp>
        <p:nvSpPr>
          <p:cNvPr id="176" name="Google Shape;176;p10"/>
          <p:cNvSpPr txBox="1"/>
          <p:nvPr>
            <p:ph idx="1" type="subTitle"/>
          </p:nvPr>
        </p:nvSpPr>
        <p:spPr>
          <a:xfrm>
            <a:off x="333325" y="3125363"/>
            <a:ext cx="4864500" cy="365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177" name="Google Shape;177;p10"/>
          <p:cNvSpPr txBox="1"/>
          <p:nvPr>
            <p:ph idx="2" type="subTitle"/>
          </p:nvPr>
        </p:nvSpPr>
        <p:spPr>
          <a:xfrm>
            <a:off x="333325" y="39708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178" name="Google Shape;178;p10"/>
          <p:cNvSpPr txBox="1"/>
          <p:nvPr>
            <p:ph idx="3" type="subTitle"/>
          </p:nvPr>
        </p:nvSpPr>
        <p:spPr>
          <a:xfrm>
            <a:off x="1795375" y="39708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179" name="Google Shape;179;p10"/>
          <p:cNvSpPr txBox="1"/>
          <p:nvPr>
            <p:ph idx="4" type="subTitle"/>
          </p:nvPr>
        </p:nvSpPr>
        <p:spPr>
          <a:xfrm>
            <a:off x="3257425" y="39708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180" name="Google Shape;180;p10"/>
          <p:cNvSpPr txBox="1"/>
          <p:nvPr>
            <p:ph idx="5" type="subTitle"/>
          </p:nvPr>
        </p:nvSpPr>
        <p:spPr>
          <a:xfrm>
            <a:off x="333325" y="683400"/>
            <a:ext cx="65559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b="1" sz="1000">
                <a:solidFill>
                  <a:schemeClr val="lt1"/>
                </a:solidFill>
              </a:defRPr>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grpSp>
        <p:nvGrpSpPr>
          <p:cNvPr id="181" name="Google Shape;181;p10"/>
          <p:cNvGrpSpPr/>
          <p:nvPr/>
        </p:nvGrpSpPr>
        <p:grpSpPr>
          <a:xfrm>
            <a:off x="338326" y="4774405"/>
            <a:ext cx="1025200" cy="206270"/>
            <a:chOff x="238125" y="2139750"/>
            <a:chExt cx="7144250" cy="1437425"/>
          </a:xfrm>
        </p:grpSpPr>
        <p:sp>
          <p:nvSpPr>
            <p:cNvPr id="182" name="Google Shape;182;p10"/>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5" name="Google Shape;195;p10"/>
          <p:cNvSpPr/>
          <p:nvPr>
            <p:ph idx="6" type="pic"/>
          </p:nvPr>
        </p:nvSpPr>
        <p:spPr>
          <a:xfrm flipH="1">
            <a:off x="5786100" y="342900"/>
            <a:ext cx="3357900" cy="4800600"/>
          </a:xfrm>
          <a:prstGeom prst="round1Rect">
            <a:avLst>
              <a:gd fmla="val 11007" name="adj"/>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
    <p:spTree>
      <p:nvGrpSpPr>
        <p:cNvPr id="196" name="Shape 196"/>
        <p:cNvGrpSpPr/>
        <p:nvPr/>
      </p:nvGrpSpPr>
      <p:grpSpPr>
        <a:xfrm>
          <a:off x="0" y="0"/>
          <a:ext cx="0" cy="0"/>
          <a:chOff x="0" y="0"/>
          <a:chExt cx="0" cy="0"/>
        </a:xfrm>
      </p:grpSpPr>
      <p:sp>
        <p:nvSpPr>
          <p:cNvPr id="197" name="Google Shape;197;p11"/>
          <p:cNvSpPr/>
          <p:nvPr/>
        </p:nvSpPr>
        <p:spPr>
          <a:xfrm>
            <a:off x="0" y="0"/>
            <a:ext cx="9144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98" name="Google Shape;198;p11"/>
          <p:cNvSpPr txBox="1"/>
          <p:nvPr>
            <p:ph type="title"/>
          </p:nvPr>
        </p:nvSpPr>
        <p:spPr>
          <a:xfrm>
            <a:off x="1533525" y="1240600"/>
            <a:ext cx="5095800" cy="2021100"/>
          </a:xfrm>
          <a:prstGeom prst="rect">
            <a:avLst/>
          </a:prstGeom>
          <a:noFill/>
        </p:spPr>
        <p:txBody>
          <a:bodyPr anchorCtr="0" anchor="t" bIns="0" lIns="0" spcFirstLastPara="1" rIns="0" wrap="square" tIns="0">
            <a:noAutofit/>
          </a:bodyPr>
          <a:lstStyle>
            <a:lvl1pPr lvl="0" rtl="0">
              <a:lnSpc>
                <a:spcPct val="80000"/>
              </a:lnSpc>
              <a:spcBef>
                <a:spcPts val="0"/>
              </a:spcBef>
              <a:spcAft>
                <a:spcPts val="0"/>
              </a:spcAft>
              <a:buClr>
                <a:schemeClr val="lt1"/>
              </a:buClr>
              <a:buSzPts val="5200"/>
              <a:buNone/>
              <a:defRPr sz="5200">
                <a:solidFill>
                  <a:schemeClr val="lt1"/>
                </a:solidFill>
              </a:defRPr>
            </a:lvl1pPr>
            <a:lvl2pPr lvl="1" rtl="0">
              <a:lnSpc>
                <a:spcPct val="85000"/>
              </a:lnSpc>
              <a:spcBef>
                <a:spcPts val="0"/>
              </a:spcBef>
              <a:spcAft>
                <a:spcPts val="0"/>
              </a:spcAft>
              <a:buClr>
                <a:schemeClr val="dk2"/>
              </a:buClr>
              <a:buSzPts val="2400"/>
              <a:buNone/>
              <a:defRPr>
                <a:solidFill>
                  <a:schemeClr val="dk2"/>
                </a:solidFill>
              </a:defRPr>
            </a:lvl2pPr>
            <a:lvl3pPr lvl="2" rtl="0">
              <a:lnSpc>
                <a:spcPct val="85000"/>
              </a:lnSpc>
              <a:spcBef>
                <a:spcPts val="0"/>
              </a:spcBef>
              <a:spcAft>
                <a:spcPts val="0"/>
              </a:spcAft>
              <a:buClr>
                <a:schemeClr val="dk2"/>
              </a:buClr>
              <a:buSzPts val="2400"/>
              <a:buNone/>
              <a:defRPr>
                <a:solidFill>
                  <a:schemeClr val="dk2"/>
                </a:solidFill>
              </a:defRPr>
            </a:lvl3pPr>
            <a:lvl4pPr lvl="3" rtl="0">
              <a:lnSpc>
                <a:spcPct val="85000"/>
              </a:lnSpc>
              <a:spcBef>
                <a:spcPts val="0"/>
              </a:spcBef>
              <a:spcAft>
                <a:spcPts val="0"/>
              </a:spcAft>
              <a:buClr>
                <a:schemeClr val="dk2"/>
              </a:buClr>
              <a:buSzPts val="2400"/>
              <a:buNone/>
              <a:defRPr>
                <a:solidFill>
                  <a:schemeClr val="dk2"/>
                </a:solidFill>
              </a:defRPr>
            </a:lvl4pPr>
            <a:lvl5pPr lvl="4" rtl="0">
              <a:lnSpc>
                <a:spcPct val="85000"/>
              </a:lnSpc>
              <a:spcBef>
                <a:spcPts val="0"/>
              </a:spcBef>
              <a:spcAft>
                <a:spcPts val="0"/>
              </a:spcAft>
              <a:buClr>
                <a:schemeClr val="dk2"/>
              </a:buClr>
              <a:buSzPts val="2400"/>
              <a:buNone/>
              <a:defRPr>
                <a:solidFill>
                  <a:schemeClr val="dk2"/>
                </a:solidFill>
              </a:defRPr>
            </a:lvl5pPr>
            <a:lvl6pPr lvl="5" rtl="0">
              <a:lnSpc>
                <a:spcPct val="85000"/>
              </a:lnSpc>
              <a:spcBef>
                <a:spcPts val="0"/>
              </a:spcBef>
              <a:spcAft>
                <a:spcPts val="0"/>
              </a:spcAft>
              <a:buClr>
                <a:schemeClr val="dk2"/>
              </a:buClr>
              <a:buSzPts val="2400"/>
              <a:buNone/>
              <a:defRPr>
                <a:solidFill>
                  <a:schemeClr val="dk2"/>
                </a:solidFill>
              </a:defRPr>
            </a:lvl6pPr>
            <a:lvl7pPr lvl="6" rtl="0">
              <a:lnSpc>
                <a:spcPct val="85000"/>
              </a:lnSpc>
              <a:spcBef>
                <a:spcPts val="0"/>
              </a:spcBef>
              <a:spcAft>
                <a:spcPts val="0"/>
              </a:spcAft>
              <a:buClr>
                <a:schemeClr val="dk2"/>
              </a:buClr>
              <a:buSzPts val="2400"/>
              <a:buNone/>
              <a:defRPr>
                <a:solidFill>
                  <a:schemeClr val="dk2"/>
                </a:solidFill>
              </a:defRPr>
            </a:lvl7pPr>
            <a:lvl8pPr lvl="7" rtl="0">
              <a:lnSpc>
                <a:spcPct val="85000"/>
              </a:lnSpc>
              <a:spcBef>
                <a:spcPts val="0"/>
              </a:spcBef>
              <a:spcAft>
                <a:spcPts val="0"/>
              </a:spcAft>
              <a:buClr>
                <a:schemeClr val="dk2"/>
              </a:buClr>
              <a:buSzPts val="2400"/>
              <a:buNone/>
              <a:defRPr>
                <a:solidFill>
                  <a:schemeClr val="dk2"/>
                </a:solidFill>
              </a:defRPr>
            </a:lvl8pPr>
            <a:lvl9pPr lvl="8" rtl="0">
              <a:lnSpc>
                <a:spcPct val="85000"/>
              </a:lnSpc>
              <a:spcBef>
                <a:spcPts val="0"/>
              </a:spcBef>
              <a:spcAft>
                <a:spcPts val="0"/>
              </a:spcAft>
              <a:buClr>
                <a:schemeClr val="dk2"/>
              </a:buClr>
              <a:buSzPts val="2400"/>
              <a:buNone/>
              <a:defRPr>
                <a:solidFill>
                  <a:schemeClr val="dk2"/>
                </a:solidFill>
              </a:defRPr>
            </a:lvl9pPr>
          </a:lstStyle>
          <a:p/>
        </p:txBody>
      </p:sp>
      <p:sp>
        <p:nvSpPr>
          <p:cNvPr id="199" name="Google Shape;199;p11"/>
          <p:cNvSpPr txBox="1"/>
          <p:nvPr>
            <p:ph idx="1" type="subTitle"/>
          </p:nvPr>
        </p:nvSpPr>
        <p:spPr>
          <a:xfrm>
            <a:off x="1533600" y="3424100"/>
            <a:ext cx="50958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p:txBody>
      </p:sp>
      <p:sp>
        <p:nvSpPr>
          <p:cNvPr id="200" name="Google Shape;200;p11"/>
          <p:cNvSpPr txBox="1"/>
          <p:nvPr>
            <p:ph idx="2" type="subTitle"/>
          </p:nvPr>
        </p:nvSpPr>
        <p:spPr>
          <a:xfrm>
            <a:off x="6867650" y="1240600"/>
            <a:ext cx="1933500" cy="27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01" name="Google Shape;201;p11"/>
          <p:cNvSpPr txBox="1"/>
          <p:nvPr>
            <p:ph idx="3" type="subTitle"/>
          </p:nvPr>
        </p:nvSpPr>
        <p:spPr>
          <a:xfrm>
            <a:off x="6867650" y="2013350"/>
            <a:ext cx="1933500" cy="27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02" name="Google Shape;202;p11"/>
          <p:cNvSpPr txBox="1"/>
          <p:nvPr>
            <p:ph idx="4" type="subTitle"/>
          </p:nvPr>
        </p:nvSpPr>
        <p:spPr>
          <a:xfrm>
            <a:off x="1533600" y="683400"/>
            <a:ext cx="50958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b="1" sz="1000">
                <a:solidFill>
                  <a:schemeClr val="lt1"/>
                </a:solidFill>
              </a:defRPr>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grpSp>
        <p:nvGrpSpPr>
          <p:cNvPr id="203" name="Google Shape;203;p11"/>
          <p:cNvGrpSpPr/>
          <p:nvPr/>
        </p:nvGrpSpPr>
        <p:grpSpPr>
          <a:xfrm>
            <a:off x="7860415" y="4774368"/>
            <a:ext cx="1025200" cy="206270"/>
            <a:chOff x="238125" y="2139750"/>
            <a:chExt cx="7144250" cy="1437425"/>
          </a:xfrm>
        </p:grpSpPr>
        <p:sp>
          <p:nvSpPr>
            <p:cNvPr id="204" name="Google Shape;204;p11"/>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2_1">
    <p:spTree>
      <p:nvGrpSpPr>
        <p:cNvPr id="217" name="Shape 217"/>
        <p:cNvGrpSpPr/>
        <p:nvPr/>
      </p:nvGrpSpPr>
      <p:grpSpPr>
        <a:xfrm>
          <a:off x="0" y="0"/>
          <a:ext cx="0" cy="0"/>
          <a:chOff x="0" y="0"/>
          <a:chExt cx="0" cy="0"/>
        </a:xfrm>
      </p:grpSpPr>
      <p:sp>
        <p:nvSpPr>
          <p:cNvPr id="218" name="Google Shape;218;p12"/>
          <p:cNvSpPr/>
          <p:nvPr/>
        </p:nvSpPr>
        <p:spPr>
          <a:xfrm>
            <a:off x="0" y="25"/>
            <a:ext cx="9144000" cy="5143500"/>
          </a:xfrm>
          <a:prstGeom prst="rect">
            <a:avLst/>
          </a:prstGeom>
          <a:gradFill>
            <a:gsLst>
              <a:gs pos="0">
                <a:schemeClr val="accent1"/>
              </a:gs>
              <a:gs pos="100000">
                <a:srgbClr val="0E041F"/>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grpSp>
        <p:nvGrpSpPr>
          <p:cNvPr id="219" name="Google Shape;219;p12"/>
          <p:cNvGrpSpPr/>
          <p:nvPr/>
        </p:nvGrpSpPr>
        <p:grpSpPr>
          <a:xfrm>
            <a:off x="-3805826" y="-1835600"/>
            <a:ext cx="15549626" cy="13818983"/>
            <a:chOff x="-3805826" y="-1835600"/>
            <a:chExt cx="15549626" cy="13818983"/>
          </a:xfrm>
        </p:grpSpPr>
        <p:sp>
          <p:nvSpPr>
            <p:cNvPr id="220" name="Google Shape;220;p12"/>
            <p:cNvSpPr/>
            <p:nvPr/>
          </p:nvSpPr>
          <p:spPr>
            <a:xfrm>
              <a:off x="5971200" y="-1835600"/>
              <a:ext cx="5772600" cy="5772600"/>
            </a:xfrm>
            <a:prstGeom prst="ellipse">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21" name="Google Shape;221;p12"/>
            <p:cNvSpPr/>
            <p:nvPr/>
          </p:nvSpPr>
          <p:spPr>
            <a:xfrm rot="-1358181">
              <a:off x="-3186131" y="5089821"/>
              <a:ext cx="9867208" cy="5194823"/>
            </a:xfrm>
            <a:prstGeom prst="round2SameRect">
              <a:avLst>
                <a:gd fmla="val 13137" name="adj1"/>
                <a:gd fmla="val 0" name="adj2"/>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22" name="Google Shape;222;p12"/>
            <p:cNvSpPr/>
            <p:nvPr/>
          </p:nvSpPr>
          <p:spPr>
            <a:xfrm>
              <a:off x="6513225" y="2601725"/>
              <a:ext cx="3576600" cy="5457900"/>
            </a:xfrm>
            <a:prstGeom prst="roundRect">
              <a:avLst>
                <a:gd fmla="val 50000" name="adj"/>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grpSp>
      <p:sp>
        <p:nvSpPr>
          <p:cNvPr id="223" name="Google Shape;223;p12"/>
          <p:cNvSpPr/>
          <p:nvPr/>
        </p:nvSpPr>
        <p:spPr>
          <a:xfrm>
            <a:off x="9145300" y="-4699000"/>
            <a:ext cx="5364300" cy="170496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24" name="Google Shape;224;p12"/>
          <p:cNvSpPr/>
          <p:nvPr/>
        </p:nvSpPr>
        <p:spPr>
          <a:xfrm>
            <a:off x="-5097100" y="-4699000"/>
            <a:ext cx="5095800" cy="170496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25" name="Google Shape;225;p12"/>
          <p:cNvSpPr/>
          <p:nvPr/>
        </p:nvSpPr>
        <p:spPr>
          <a:xfrm rot="-5400000">
            <a:off x="1916050" y="-7609350"/>
            <a:ext cx="46989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26" name="Google Shape;226;p12"/>
          <p:cNvSpPr/>
          <p:nvPr/>
        </p:nvSpPr>
        <p:spPr>
          <a:xfrm rot="-5400000">
            <a:off x="661900" y="3487250"/>
            <a:ext cx="72072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27" name="Google Shape;227;p12"/>
          <p:cNvSpPr txBox="1"/>
          <p:nvPr>
            <p:ph idx="1" type="subTitle"/>
          </p:nvPr>
        </p:nvSpPr>
        <p:spPr>
          <a:xfrm>
            <a:off x="6867650" y="1240600"/>
            <a:ext cx="1933500" cy="27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28" name="Google Shape;228;p12"/>
          <p:cNvSpPr txBox="1"/>
          <p:nvPr>
            <p:ph idx="2" type="subTitle"/>
          </p:nvPr>
        </p:nvSpPr>
        <p:spPr>
          <a:xfrm>
            <a:off x="6867650" y="2013350"/>
            <a:ext cx="1933500" cy="2772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29" name="Google Shape;229;p12"/>
          <p:cNvSpPr txBox="1"/>
          <p:nvPr>
            <p:ph idx="3" type="subTitle"/>
          </p:nvPr>
        </p:nvSpPr>
        <p:spPr>
          <a:xfrm>
            <a:off x="1533600" y="683400"/>
            <a:ext cx="50958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b="1" sz="1000">
                <a:solidFill>
                  <a:schemeClr val="lt1"/>
                </a:solidFill>
              </a:defRPr>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grpSp>
        <p:nvGrpSpPr>
          <p:cNvPr id="230" name="Google Shape;230;p12"/>
          <p:cNvGrpSpPr/>
          <p:nvPr/>
        </p:nvGrpSpPr>
        <p:grpSpPr>
          <a:xfrm>
            <a:off x="7860415" y="4774368"/>
            <a:ext cx="1025200" cy="206270"/>
            <a:chOff x="238125" y="2139750"/>
            <a:chExt cx="7144250" cy="1437425"/>
          </a:xfrm>
        </p:grpSpPr>
        <p:sp>
          <p:nvSpPr>
            <p:cNvPr id="231" name="Google Shape;231;p12"/>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2"/>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2"/>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2"/>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2"/>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2"/>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 name="Google Shape;244;p12"/>
          <p:cNvSpPr txBox="1"/>
          <p:nvPr>
            <p:ph idx="4" type="subTitle"/>
          </p:nvPr>
        </p:nvSpPr>
        <p:spPr>
          <a:xfrm>
            <a:off x="1533600" y="3424100"/>
            <a:ext cx="50958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p:txBody>
      </p:sp>
      <p:sp>
        <p:nvSpPr>
          <p:cNvPr id="245" name="Google Shape;245;p12"/>
          <p:cNvSpPr txBox="1"/>
          <p:nvPr>
            <p:ph type="title"/>
          </p:nvPr>
        </p:nvSpPr>
        <p:spPr>
          <a:xfrm>
            <a:off x="1533525" y="1240600"/>
            <a:ext cx="5095800" cy="2021100"/>
          </a:xfrm>
          <a:prstGeom prst="rect">
            <a:avLst/>
          </a:prstGeom>
          <a:noFill/>
        </p:spPr>
        <p:txBody>
          <a:bodyPr anchorCtr="0" anchor="t" bIns="0" lIns="0" spcFirstLastPara="1" rIns="0" wrap="square" tIns="0">
            <a:noAutofit/>
          </a:bodyPr>
          <a:lstStyle>
            <a:lvl1pPr lvl="0" rtl="0">
              <a:lnSpc>
                <a:spcPct val="80000"/>
              </a:lnSpc>
              <a:spcBef>
                <a:spcPts val="0"/>
              </a:spcBef>
              <a:spcAft>
                <a:spcPts val="0"/>
              </a:spcAft>
              <a:buClr>
                <a:schemeClr val="lt1"/>
              </a:buClr>
              <a:buSzPts val="5200"/>
              <a:buNone/>
              <a:defRPr sz="5200">
                <a:solidFill>
                  <a:schemeClr val="lt1"/>
                </a:solidFill>
              </a:defRPr>
            </a:lvl1pPr>
            <a:lvl2pPr lvl="1" rtl="0">
              <a:lnSpc>
                <a:spcPct val="85000"/>
              </a:lnSpc>
              <a:spcBef>
                <a:spcPts val="0"/>
              </a:spcBef>
              <a:spcAft>
                <a:spcPts val="0"/>
              </a:spcAft>
              <a:buClr>
                <a:schemeClr val="dk2"/>
              </a:buClr>
              <a:buSzPts val="2400"/>
              <a:buNone/>
              <a:defRPr>
                <a:solidFill>
                  <a:schemeClr val="dk2"/>
                </a:solidFill>
              </a:defRPr>
            </a:lvl2pPr>
            <a:lvl3pPr lvl="2" rtl="0">
              <a:lnSpc>
                <a:spcPct val="85000"/>
              </a:lnSpc>
              <a:spcBef>
                <a:spcPts val="0"/>
              </a:spcBef>
              <a:spcAft>
                <a:spcPts val="0"/>
              </a:spcAft>
              <a:buClr>
                <a:schemeClr val="dk2"/>
              </a:buClr>
              <a:buSzPts val="2400"/>
              <a:buNone/>
              <a:defRPr>
                <a:solidFill>
                  <a:schemeClr val="dk2"/>
                </a:solidFill>
              </a:defRPr>
            </a:lvl3pPr>
            <a:lvl4pPr lvl="3" rtl="0">
              <a:lnSpc>
                <a:spcPct val="85000"/>
              </a:lnSpc>
              <a:spcBef>
                <a:spcPts val="0"/>
              </a:spcBef>
              <a:spcAft>
                <a:spcPts val="0"/>
              </a:spcAft>
              <a:buClr>
                <a:schemeClr val="dk2"/>
              </a:buClr>
              <a:buSzPts val="2400"/>
              <a:buNone/>
              <a:defRPr>
                <a:solidFill>
                  <a:schemeClr val="dk2"/>
                </a:solidFill>
              </a:defRPr>
            </a:lvl4pPr>
            <a:lvl5pPr lvl="4" rtl="0">
              <a:lnSpc>
                <a:spcPct val="85000"/>
              </a:lnSpc>
              <a:spcBef>
                <a:spcPts val="0"/>
              </a:spcBef>
              <a:spcAft>
                <a:spcPts val="0"/>
              </a:spcAft>
              <a:buClr>
                <a:schemeClr val="dk2"/>
              </a:buClr>
              <a:buSzPts val="2400"/>
              <a:buNone/>
              <a:defRPr>
                <a:solidFill>
                  <a:schemeClr val="dk2"/>
                </a:solidFill>
              </a:defRPr>
            </a:lvl5pPr>
            <a:lvl6pPr lvl="5" rtl="0">
              <a:lnSpc>
                <a:spcPct val="85000"/>
              </a:lnSpc>
              <a:spcBef>
                <a:spcPts val="0"/>
              </a:spcBef>
              <a:spcAft>
                <a:spcPts val="0"/>
              </a:spcAft>
              <a:buClr>
                <a:schemeClr val="dk2"/>
              </a:buClr>
              <a:buSzPts val="2400"/>
              <a:buNone/>
              <a:defRPr>
                <a:solidFill>
                  <a:schemeClr val="dk2"/>
                </a:solidFill>
              </a:defRPr>
            </a:lvl6pPr>
            <a:lvl7pPr lvl="6" rtl="0">
              <a:lnSpc>
                <a:spcPct val="85000"/>
              </a:lnSpc>
              <a:spcBef>
                <a:spcPts val="0"/>
              </a:spcBef>
              <a:spcAft>
                <a:spcPts val="0"/>
              </a:spcAft>
              <a:buClr>
                <a:schemeClr val="dk2"/>
              </a:buClr>
              <a:buSzPts val="2400"/>
              <a:buNone/>
              <a:defRPr>
                <a:solidFill>
                  <a:schemeClr val="dk2"/>
                </a:solidFill>
              </a:defRPr>
            </a:lvl7pPr>
            <a:lvl8pPr lvl="7" rtl="0">
              <a:lnSpc>
                <a:spcPct val="85000"/>
              </a:lnSpc>
              <a:spcBef>
                <a:spcPts val="0"/>
              </a:spcBef>
              <a:spcAft>
                <a:spcPts val="0"/>
              </a:spcAft>
              <a:buClr>
                <a:schemeClr val="dk2"/>
              </a:buClr>
              <a:buSzPts val="2400"/>
              <a:buNone/>
              <a:defRPr>
                <a:solidFill>
                  <a:schemeClr val="dk2"/>
                </a:solidFill>
              </a:defRPr>
            </a:lvl8pPr>
            <a:lvl9pPr lvl="8" rtl="0">
              <a:lnSpc>
                <a:spcPct val="85000"/>
              </a:lnSpc>
              <a:spcBef>
                <a:spcPts val="0"/>
              </a:spcBef>
              <a:spcAft>
                <a:spcPts val="0"/>
              </a:spcAft>
              <a:buClr>
                <a:schemeClr val="dk2"/>
              </a:buClr>
              <a:buSzPts val="2400"/>
              <a:buNone/>
              <a:defRPr>
                <a:solidFill>
                  <a:schemeClr val="dk2"/>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1_1_1">
    <p:spTree>
      <p:nvGrpSpPr>
        <p:cNvPr id="246" name="Shape 246"/>
        <p:cNvGrpSpPr/>
        <p:nvPr/>
      </p:nvGrpSpPr>
      <p:grpSpPr>
        <a:xfrm>
          <a:off x="0" y="0"/>
          <a:ext cx="0" cy="0"/>
          <a:chOff x="0" y="0"/>
          <a:chExt cx="0" cy="0"/>
        </a:xfrm>
      </p:grpSpPr>
      <p:sp>
        <p:nvSpPr>
          <p:cNvPr id="247" name="Google Shape;247;p13"/>
          <p:cNvSpPr/>
          <p:nvPr/>
        </p:nvSpPr>
        <p:spPr>
          <a:xfrm>
            <a:off x="0" y="0"/>
            <a:ext cx="91497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txBox="1"/>
          <p:nvPr>
            <p:ph type="title"/>
          </p:nvPr>
        </p:nvSpPr>
        <p:spPr>
          <a:xfrm>
            <a:off x="333325" y="1113200"/>
            <a:ext cx="5558400" cy="13140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5200"/>
              <a:buNone/>
              <a:defRPr sz="5200"/>
            </a:lvl1pPr>
            <a:lvl2pPr lvl="1" rtl="0">
              <a:lnSpc>
                <a:spcPct val="85000"/>
              </a:lnSpc>
              <a:spcBef>
                <a:spcPts val="0"/>
              </a:spcBef>
              <a:spcAft>
                <a:spcPts val="0"/>
              </a:spcAft>
              <a:buSzPts val="2400"/>
              <a:buNone/>
              <a:defRPr/>
            </a:lvl2pPr>
            <a:lvl3pPr lvl="2" rtl="0">
              <a:lnSpc>
                <a:spcPct val="85000"/>
              </a:lnSpc>
              <a:spcBef>
                <a:spcPts val="0"/>
              </a:spcBef>
              <a:spcAft>
                <a:spcPts val="0"/>
              </a:spcAft>
              <a:buSzPts val="2400"/>
              <a:buNone/>
              <a:defRPr/>
            </a:lvl3pPr>
            <a:lvl4pPr lvl="3" rtl="0">
              <a:lnSpc>
                <a:spcPct val="85000"/>
              </a:lnSpc>
              <a:spcBef>
                <a:spcPts val="0"/>
              </a:spcBef>
              <a:spcAft>
                <a:spcPts val="0"/>
              </a:spcAft>
              <a:buSzPts val="2400"/>
              <a:buNone/>
              <a:defRPr/>
            </a:lvl4pPr>
            <a:lvl5pPr lvl="4" rtl="0">
              <a:lnSpc>
                <a:spcPct val="85000"/>
              </a:lnSpc>
              <a:spcBef>
                <a:spcPts val="0"/>
              </a:spcBef>
              <a:spcAft>
                <a:spcPts val="0"/>
              </a:spcAft>
              <a:buSzPts val="2400"/>
              <a:buNone/>
              <a:defRPr/>
            </a:lvl5pPr>
            <a:lvl6pPr lvl="5" rtl="0">
              <a:lnSpc>
                <a:spcPct val="85000"/>
              </a:lnSpc>
              <a:spcBef>
                <a:spcPts val="0"/>
              </a:spcBef>
              <a:spcAft>
                <a:spcPts val="0"/>
              </a:spcAft>
              <a:buSzPts val="2400"/>
              <a:buNone/>
              <a:defRPr/>
            </a:lvl6pPr>
            <a:lvl7pPr lvl="6" rtl="0">
              <a:lnSpc>
                <a:spcPct val="85000"/>
              </a:lnSpc>
              <a:spcBef>
                <a:spcPts val="0"/>
              </a:spcBef>
              <a:spcAft>
                <a:spcPts val="0"/>
              </a:spcAft>
              <a:buSzPts val="2400"/>
              <a:buNone/>
              <a:defRPr/>
            </a:lvl7pPr>
            <a:lvl8pPr lvl="7" rtl="0">
              <a:lnSpc>
                <a:spcPct val="85000"/>
              </a:lnSpc>
              <a:spcBef>
                <a:spcPts val="0"/>
              </a:spcBef>
              <a:spcAft>
                <a:spcPts val="0"/>
              </a:spcAft>
              <a:buSzPts val="2400"/>
              <a:buNone/>
              <a:defRPr/>
            </a:lvl8pPr>
            <a:lvl9pPr lvl="8" rtl="0">
              <a:lnSpc>
                <a:spcPct val="85000"/>
              </a:lnSpc>
              <a:spcBef>
                <a:spcPts val="0"/>
              </a:spcBef>
              <a:spcAft>
                <a:spcPts val="0"/>
              </a:spcAft>
              <a:buSzPts val="2400"/>
              <a:buNone/>
              <a:defRPr/>
            </a:lvl9pPr>
          </a:lstStyle>
          <a:p/>
        </p:txBody>
      </p:sp>
      <p:sp>
        <p:nvSpPr>
          <p:cNvPr id="249" name="Google Shape;249;p13"/>
          <p:cNvSpPr txBox="1"/>
          <p:nvPr>
            <p:ph idx="1" type="subTitle"/>
          </p:nvPr>
        </p:nvSpPr>
        <p:spPr>
          <a:xfrm>
            <a:off x="333325" y="2651350"/>
            <a:ext cx="48483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250" name="Google Shape;250;p13"/>
          <p:cNvSpPr txBox="1"/>
          <p:nvPr>
            <p:ph idx="2" type="subTitle"/>
          </p:nvPr>
        </p:nvSpPr>
        <p:spPr>
          <a:xfrm>
            <a:off x="333325" y="37422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51" name="Google Shape;251;p13"/>
          <p:cNvSpPr txBox="1"/>
          <p:nvPr>
            <p:ph idx="3" type="subTitle"/>
          </p:nvPr>
        </p:nvSpPr>
        <p:spPr>
          <a:xfrm>
            <a:off x="1795375" y="37422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52" name="Google Shape;252;p13"/>
          <p:cNvSpPr txBox="1"/>
          <p:nvPr>
            <p:ph idx="4" type="subTitle"/>
          </p:nvPr>
        </p:nvSpPr>
        <p:spPr>
          <a:xfrm>
            <a:off x="333325" y="683400"/>
            <a:ext cx="65559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b="1" sz="1000"/>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grpSp>
        <p:nvGrpSpPr>
          <p:cNvPr id="253" name="Google Shape;253;p13"/>
          <p:cNvGrpSpPr/>
          <p:nvPr/>
        </p:nvGrpSpPr>
        <p:grpSpPr>
          <a:xfrm>
            <a:off x="342902" y="4774371"/>
            <a:ext cx="1014484" cy="202964"/>
            <a:chOff x="238125" y="2139750"/>
            <a:chExt cx="7144250" cy="1437425"/>
          </a:xfrm>
        </p:grpSpPr>
        <p:sp>
          <p:nvSpPr>
            <p:cNvPr id="254" name="Google Shape;254;p13"/>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3"/>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3"/>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3"/>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3"/>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3"/>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1_1_1_1">
    <p:spTree>
      <p:nvGrpSpPr>
        <p:cNvPr id="267" name="Shape 267"/>
        <p:cNvGrpSpPr/>
        <p:nvPr/>
      </p:nvGrpSpPr>
      <p:grpSpPr>
        <a:xfrm>
          <a:off x="0" y="0"/>
          <a:ext cx="0" cy="0"/>
          <a:chOff x="0" y="0"/>
          <a:chExt cx="0" cy="0"/>
        </a:xfrm>
      </p:grpSpPr>
      <p:sp>
        <p:nvSpPr>
          <p:cNvPr id="268" name="Google Shape;268;p14"/>
          <p:cNvSpPr/>
          <p:nvPr/>
        </p:nvSpPr>
        <p:spPr>
          <a:xfrm>
            <a:off x="0" y="0"/>
            <a:ext cx="2525100" cy="5143500"/>
          </a:xfrm>
          <a:prstGeom prst="rect">
            <a:avLst/>
          </a:prstGeom>
          <a:solidFill>
            <a:srgbClr val="C2A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69" name="Google Shape;269;p14"/>
          <p:cNvSpPr/>
          <p:nvPr/>
        </p:nvSpPr>
        <p:spPr>
          <a:xfrm rot="5400000">
            <a:off x="374504" y="831228"/>
            <a:ext cx="2494800" cy="2494800"/>
          </a:xfrm>
          <a:prstGeom prst="round2SameRect">
            <a:avLst>
              <a:gd fmla="val 42032" name="adj1"/>
              <a:gd fmla="val 0" name="adj2"/>
            </a:avLst>
          </a:prstGeom>
          <a:gradFill>
            <a:gsLst>
              <a:gs pos="0">
                <a:schemeClr val="accent1"/>
              </a:gs>
              <a:gs pos="100000">
                <a:schemeClr val="accent6"/>
              </a:gs>
            </a:gsLst>
            <a:lin ang="26986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70" name="Google Shape;270;p14"/>
          <p:cNvSpPr/>
          <p:nvPr/>
        </p:nvSpPr>
        <p:spPr>
          <a:xfrm>
            <a:off x="-589121" y="1817469"/>
            <a:ext cx="2494800" cy="2494800"/>
          </a:xfrm>
          <a:prstGeom prst="roundRect">
            <a:avLst>
              <a:gd fmla="val 6751" name="adj"/>
            </a:avLst>
          </a:prstGeom>
          <a:gradFill>
            <a:gsLst>
              <a:gs pos="0">
                <a:schemeClr val="accent1"/>
              </a:gs>
              <a:gs pos="100000">
                <a:schemeClr val="accent6"/>
              </a:gs>
            </a:gsLst>
            <a:lin ang="26986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71" name="Google Shape;271;p14"/>
          <p:cNvSpPr/>
          <p:nvPr/>
        </p:nvSpPr>
        <p:spPr>
          <a:xfrm rot="-5400000">
            <a:off x="528375" y="3840000"/>
            <a:ext cx="1948800" cy="1921200"/>
          </a:xfrm>
          <a:prstGeom prst="round2SameRect">
            <a:avLst>
              <a:gd fmla="val 50000"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72" name="Google Shape;272;p14"/>
          <p:cNvSpPr/>
          <p:nvPr>
            <p:ph idx="2" type="pic"/>
          </p:nvPr>
        </p:nvSpPr>
        <p:spPr>
          <a:xfrm>
            <a:off x="374825" y="1817475"/>
            <a:ext cx="1530900" cy="1508700"/>
          </a:xfrm>
          <a:prstGeom prst="snip1Rect">
            <a:avLst>
              <a:gd fmla="val 35053" name="adj"/>
            </a:avLst>
          </a:prstGeom>
          <a:noFill/>
          <a:ln>
            <a:noFill/>
          </a:ln>
        </p:spPr>
      </p:sp>
      <p:sp>
        <p:nvSpPr>
          <p:cNvPr id="273" name="Google Shape;273;p14"/>
          <p:cNvSpPr/>
          <p:nvPr/>
        </p:nvSpPr>
        <p:spPr>
          <a:xfrm>
            <a:off x="2287625" y="0"/>
            <a:ext cx="6856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74" name="Google Shape;274;p14"/>
          <p:cNvSpPr txBox="1"/>
          <p:nvPr>
            <p:ph idx="1" type="subTitle"/>
          </p:nvPr>
        </p:nvSpPr>
        <p:spPr>
          <a:xfrm>
            <a:off x="2801525" y="2651350"/>
            <a:ext cx="39879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275" name="Google Shape;275;p14"/>
          <p:cNvSpPr txBox="1"/>
          <p:nvPr>
            <p:ph idx="3" type="subTitle"/>
          </p:nvPr>
        </p:nvSpPr>
        <p:spPr>
          <a:xfrm>
            <a:off x="2801525" y="37422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76" name="Google Shape;276;p14"/>
          <p:cNvSpPr txBox="1"/>
          <p:nvPr>
            <p:ph idx="4" type="subTitle"/>
          </p:nvPr>
        </p:nvSpPr>
        <p:spPr>
          <a:xfrm>
            <a:off x="4263575" y="37422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277" name="Google Shape;277;p14"/>
          <p:cNvSpPr txBox="1"/>
          <p:nvPr>
            <p:ph idx="5" type="subTitle"/>
          </p:nvPr>
        </p:nvSpPr>
        <p:spPr>
          <a:xfrm>
            <a:off x="2801525" y="683400"/>
            <a:ext cx="5205300" cy="216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b="1" sz="1000"/>
            </a:lvl1pPr>
            <a:lvl2pPr lvl="1" rtl="0">
              <a:lnSpc>
                <a:spcPct val="100000"/>
              </a:lnSpc>
              <a:spcBef>
                <a:spcPts val="0"/>
              </a:spcBef>
              <a:spcAft>
                <a:spcPts val="0"/>
              </a:spcAft>
              <a:buSzPts val="1000"/>
              <a:buNone/>
              <a:defRPr b="1"/>
            </a:lvl2pPr>
            <a:lvl3pPr lvl="2" rtl="0">
              <a:lnSpc>
                <a:spcPct val="100000"/>
              </a:lnSpc>
              <a:spcBef>
                <a:spcPts val="0"/>
              </a:spcBef>
              <a:spcAft>
                <a:spcPts val="0"/>
              </a:spcAft>
              <a:buSzPts val="1000"/>
              <a:buNone/>
              <a:defRPr b="1"/>
            </a:lvl3pPr>
            <a:lvl4pPr lvl="3" rtl="0">
              <a:lnSpc>
                <a:spcPct val="100000"/>
              </a:lnSpc>
              <a:spcBef>
                <a:spcPts val="0"/>
              </a:spcBef>
              <a:spcAft>
                <a:spcPts val="0"/>
              </a:spcAft>
              <a:buSzPts val="1000"/>
              <a:buNone/>
              <a:defRPr b="1"/>
            </a:lvl4pPr>
            <a:lvl5pPr lvl="4" rtl="0">
              <a:lnSpc>
                <a:spcPct val="100000"/>
              </a:lnSpc>
              <a:spcBef>
                <a:spcPts val="0"/>
              </a:spcBef>
              <a:spcAft>
                <a:spcPts val="0"/>
              </a:spcAft>
              <a:buSzPts val="1000"/>
              <a:buNone/>
              <a:defRPr b="1"/>
            </a:lvl5pPr>
            <a:lvl6pPr lvl="5" rtl="0">
              <a:lnSpc>
                <a:spcPct val="100000"/>
              </a:lnSpc>
              <a:spcBef>
                <a:spcPts val="0"/>
              </a:spcBef>
              <a:spcAft>
                <a:spcPts val="0"/>
              </a:spcAft>
              <a:buSzPts val="1000"/>
              <a:buNone/>
              <a:defRPr b="1"/>
            </a:lvl6pPr>
            <a:lvl7pPr lvl="6" rtl="0">
              <a:lnSpc>
                <a:spcPct val="100000"/>
              </a:lnSpc>
              <a:spcBef>
                <a:spcPts val="0"/>
              </a:spcBef>
              <a:spcAft>
                <a:spcPts val="0"/>
              </a:spcAft>
              <a:buSzPts val="1000"/>
              <a:buNone/>
              <a:defRPr b="1"/>
            </a:lvl7pPr>
            <a:lvl8pPr lvl="7" rtl="0">
              <a:lnSpc>
                <a:spcPct val="100000"/>
              </a:lnSpc>
              <a:spcBef>
                <a:spcPts val="0"/>
              </a:spcBef>
              <a:spcAft>
                <a:spcPts val="0"/>
              </a:spcAft>
              <a:buSzPts val="1000"/>
              <a:buNone/>
              <a:defRPr b="1"/>
            </a:lvl8pPr>
            <a:lvl9pPr lvl="8" rtl="0">
              <a:lnSpc>
                <a:spcPct val="100000"/>
              </a:lnSpc>
              <a:spcBef>
                <a:spcPts val="0"/>
              </a:spcBef>
              <a:spcAft>
                <a:spcPts val="0"/>
              </a:spcAft>
              <a:buSzPts val="1000"/>
              <a:buNone/>
              <a:defRPr b="1"/>
            </a:lvl9pPr>
          </a:lstStyle>
          <a:p/>
        </p:txBody>
      </p:sp>
      <p:grpSp>
        <p:nvGrpSpPr>
          <p:cNvPr id="278" name="Google Shape;278;p14"/>
          <p:cNvGrpSpPr/>
          <p:nvPr/>
        </p:nvGrpSpPr>
        <p:grpSpPr>
          <a:xfrm>
            <a:off x="2811102" y="4774371"/>
            <a:ext cx="1014484" cy="202964"/>
            <a:chOff x="238125" y="2139750"/>
            <a:chExt cx="7144250" cy="1437425"/>
          </a:xfrm>
        </p:grpSpPr>
        <p:sp>
          <p:nvSpPr>
            <p:cNvPr id="279" name="Google Shape;279;p14"/>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14"/>
          <p:cNvSpPr txBox="1"/>
          <p:nvPr>
            <p:ph type="title"/>
          </p:nvPr>
        </p:nvSpPr>
        <p:spPr>
          <a:xfrm>
            <a:off x="2801525" y="1113200"/>
            <a:ext cx="5828400" cy="13140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5200"/>
              <a:buNone/>
              <a:defRPr sz="5200"/>
            </a:lvl1pPr>
            <a:lvl2pPr lvl="1" rtl="0">
              <a:lnSpc>
                <a:spcPct val="85000"/>
              </a:lnSpc>
              <a:spcBef>
                <a:spcPts val="0"/>
              </a:spcBef>
              <a:spcAft>
                <a:spcPts val="0"/>
              </a:spcAft>
              <a:buSzPts val="2400"/>
              <a:buNone/>
              <a:defRPr/>
            </a:lvl2pPr>
            <a:lvl3pPr lvl="2" rtl="0">
              <a:lnSpc>
                <a:spcPct val="85000"/>
              </a:lnSpc>
              <a:spcBef>
                <a:spcPts val="0"/>
              </a:spcBef>
              <a:spcAft>
                <a:spcPts val="0"/>
              </a:spcAft>
              <a:buSzPts val="2400"/>
              <a:buNone/>
              <a:defRPr/>
            </a:lvl3pPr>
            <a:lvl4pPr lvl="3" rtl="0">
              <a:lnSpc>
                <a:spcPct val="85000"/>
              </a:lnSpc>
              <a:spcBef>
                <a:spcPts val="0"/>
              </a:spcBef>
              <a:spcAft>
                <a:spcPts val="0"/>
              </a:spcAft>
              <a:buSzPts val="2400"/>
              <a:buNone/>
              <a:defRPr/>
            </a:lvl4pPr>
            <a:lvl5pPr lvl="4" rtl="0">
              <a:lnSpc>
                <a:spcPct val="85000"/>
              </a:lnSpc>
              <a:spcBef>
                <a:spcPts val="0"/>
              </a:spcBef>
              <a:spcAft>
                <a:spcPts val="0"/>
              </a:spcAft>
              <a:buSzPts val="2400"/>
              <a:buNone/>
              <a:defRPr/>
            </a:lvl5pPr>
            <a:lvl6pPr lvl="5" rtl="0">
              <a:lnSpc>
                <a:spcPct val="85000"/>
              </a:lnSpc>
              <a:spcBef>
                <a:spcPts val="0"/>
              </a:spcBef>
              <a:spcAft>
                <a:spcPts val="0"/>
              </a:spcAft>
              <a:buSzPts val="2400"/>
              <a:buNone/>
              <a:defRPr/>
            </a:lvl6pPr>
            <a:lvl7pPr lvl="6" rtl="0">
              <a:lnSpc>
                <a:spcPct val="85000"/>
              </a:lnSpc>
              <a:spcBef>
                <a:spcPts val="0"/>
              </a:spcBef>
              <a:spcAft>
                <a:spcPts val="0"/>
              </a:spcAft>
              <a:buSzPts val="2400"/>
              <a:buNone/>
              <a:defRPr/>
            </a:lvl7pPr>
            <a:lvl8pPr lvl="7" rtl="0">
              <a:lnSpc>
                <a:spcPct val="85000"/>
              </a:lnSpc>
              <a:spcBef>
                <a:spcPts val="0"/>
              </a:spcBef>
              <a:spcAft>
                <a:spcPts val="0"/>
              </a:spcAft>
              <a:buSzPts val="2400"/>
              <a:buNone/>
              <a:defRPr/>
            </a:lvl8pPr>
            <a:lvl9pPr lvl="8" rtl="0">
              <a:lnSpc>
                <a:spcPct val="85000"/>
              </a:lnSpc>
              <a:spcBef>
                <a:spcPts val="0"/>
              </a:spcBef>
              <a:spcAft>
                <a:spcPts val="0"/>
              </a:spcAft>
              <a:buSzPts val="2400"/>
              <a:buNone/>
              <a:defRPr/>
            </a:lvl9pPr>
          </a:lstStyle>
          <a:p/>
        </p:txBody>
      </p:sp>
      <p:sp>
        <p:nvSpPr>
          <p:cNvPr id="293" name="Google Shape;293;p14"/>
          <p:cNvSpPr/>
          <p:nvPr/>
        </p:nvSpPr>
        <p:spPr>
          <a:xfrm rot="10800000">
            <a:off x="-1026550" y="-617700"/>
            <a:ext cx="1948800" cy="1921200"/>
          </a:xfrm>
          <a:prstGeom prst="round2SameRect">
            <a:avLst>
              <a:gd fmla="val 50000"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94" name="Google Shape;294;p14"/>
          <p:cNvSpPr/>
          <p:nvPr/>
        </p:nvSpPr>
        <p:spPr>
          <a:xfrm>
            <a:off x="9145300" y="-3218100"/>
            <a:ext cx="3218100" cy="13143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95" name="Google Shape;295;p14"/>
          <p:cNvSpPr/>
          <p:nvPr/>
        </p:nvSpPr>
        <p:spPr>
          <a:xfrm>
            <a:off x="-3219400" y="-3218100"/>
            <a:ext cx="3218100" cy="13143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96" name="Google Shape;296;p14"/>
          <p:cNvSpPr/>
          <p:nvPr/>
        </p:nvSpPr>
        <p:spPr>
          <a:xfrm rot="-5400000">
            <a:off x="2656438" y="-6868950"/>
            <a:ext cx="32181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297" name="Google Shape;297;p14"/>
          <p:cNvSpPr/>
          <p:nvPr/>
        </p:nvSpPr>
        <p:spPr>
          <a:xfrm rot="-5400000">
            <a:off x="1874800" y="2274450"/>
            <a:ext cx="47814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_2_1">
    <p:spTree>
      <p:nvGrpSpPr>
        <p:cNvPr id="298" name="Shape 298"/>
        <p:cNvGrpSpPr/>
        <p:nvPr/>
      </p:nvGrpSpPr>
      <p:grpSpPr>
        <a:xfrm>
          <a:off x="0" y="0"/>
          <a:ext cx="0" cy="0"/>
          <a:chOff x="0" y="0"/>
          <a:chExt cx="0" cy="0"/>
        </a:xfrm>
      </p:grpSpPr>
      <p:sp>
        <p:nvSpPr>
          <p:cNvPr id="299" name="Google Shape;299;p15"/>
          <p:cNvSpPr/>
          <p:nvPr/>
        </p:nvSpPr>
        <p:spPr>
          <a:xfrm>
            <a:off x="0" y="-7800"/>
            <a:ext cx="9144000" cy="5159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 name="Google Shape;300;p15"/>
          <p:cNvGrpSpPr/>
          <p:nvPr/>
        </p:nvGrpSpPr>
        <p:grpSpPr>
          <a:xfrm>
            <a:off x="-8750" y="-17475"/>
            <a:ext cx="2889499" cy="5168774"/>
            <a:chOff x="-8750" y="-17475"/>
            <a:chExt cx="2889499" cy="5168774"/>
          </a:xfrm>
        </p:grpSpPr>
        <p:pic>
          <p:nvPicPr>
            <p:cNvPr id="301" name="Google Shape;301;p15"/>
            <p:cNvPicPr preferRelativeResize="0"/>
            <p:nvPr/>
          </p:nvPicPr>
          <p:blipFill rotWithShape="1">
            <a:blip r:embed="rId2">
              <a:alphaModFix/>
            </a:blip>
            <a:srcRect b="0" l="0" r="65213" t="64880"/>
            <a:stretch/>
          </p:blipFill>
          <p:spPr>
            <a:xfrm rot="-5400000">
              <a:off x="-231675" y="205451"/>
              <a:ext cx="2252225" cy="1806374"/>
            </a:xfrm>
            <a:prstGeom prst="rect">
              <a:avLst/>
            </a:prstGeom>
            <a:noFill/>
            <a:ln>
              <a:noFill/>
            </a:ln>
          </p:spPr>
        </p:pic>
        <p:pic>
          <p:nvPicPr>
            <p:cNvPr id="302" name="Google Shape;302;p15"/>
            <p:cNvPicPr preferRelativeResize="0"/>
            <p:nvPr/>
          </p:nvPicPr>
          <p:blipFill rotWithShape="1">
            <a:blip r:embed="rId3">
              <a:alphaModFix/>
            </a:blip>
            <a:srcRect b="10873" l="55369" r="0" t="0"/>
            <a:stretch/>
          </p:blipFill>
          <p:spPr>
            <a:xfrm>
              <a:off x="-8750" y="567225"/>
              <a:ext cx="2889499" cy="4584075"/>
            </a:xfrm>
            <a:prstGeom prst="rect">
              <a:avLst/>
            </a:prstGeom>
            <a:noFill/>
            <a:ln>
              <a:noFill/>
            </a:ln>
          </p:spPr>
        </p:pic>
      </p:grpSp>
      <p:sp>
        <p:nvSpPr>
          <p:cNvPr id="303" name="Google Shape;303;p15"/>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4" name="Google Shape;304;p15"/>
          <p:cNvSpPr txBox="1"/>
          <p:nvPr>
            <p:ph type="title"/>
          </p:nvPr>
        </p:nvSpPr>
        <p:spPr>
          <a:xfrm>
            <a:off x="3252375" y="1113200"/>
            <a:ext cx="5548800" cy="13140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5200"/>
              <a:buNone/>
              <a:defRPr sz="52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305" name="Google Shape;305;p15"/>
          <p:cNvSpPr txBox="1"/>
          <p:nvPr>
            <p:ph idx="1" type="subTitle"/>
          </p:nvPr>
        </p:nvSpPr>
        <p:spPr>
          <a:xfrm>
            <a:off x="3252300" y="2651350"/>
            <a:ext cx="5548800" cy="1394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grpSp>
        <p:nvGrpSpPr>
          <p:cNvPr id="306" name="Google Shape;306;p15"/>
          <p:cNvGrpSpPr/>
          <p:nvPr/>
        </p:nvGrpSpPr>
        <p:grpSpPr>
          <a:xfrm>
            <a:off x="342902" y="4774371"/>
            <a:ext cx="1014484" cy="202964"/>
            <a:chOff x="238125" y="2139750"/>
            <a:chExt cx="7144250" cy="1437425"/>
          </a:xfrm>
        </p:grpSpPr>
        <p:sp>
          <p:nvSpPr>
            <p:cNvPr id="307" name="Google Shape;307;p15"/>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5"/>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5"/>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2_1_2">
    <p:bg>
      <p:bgPr>
        <a:solidFill>
          <a:schemeClr val="lt2"/>
        </a:solidFill>
      </p:bgPr>
    </p:bg>
    <p:spTree>
      <p:nvGrpSpPr>
        <p:cNvPr id="320" name="Shape 320"/>
        <p:cNvGrpSpPr/>
        <p:nvPr/>
      </p:nvGrpSpPr>
      <p:grpSpPr>
        <a:xfrm>
          <a:off x="0" y="0"/>
          <a:ext cx="0" cy="0"/>
          <a:chOff x="0" y="0"/>
          <a:chExt cx="0" cy="0"/>
        </a:xfrm>
      </p:grpSpPr>
      <p:sp>
        <p:nvSpPr>
          <p:cNvPr id="321" name="Google Shape;321;p16"/>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2" name="Google Shape;322;p16"/>
          <p:cNvSpPr txBox="1"/>
          <p:nvPr>
            <p:ph type="title"/>
          </p:nvPr>
        </p:nvSpPr>
        <p:spPr>
          <a:xfrm>
            <a:off x="1533525" y="953400"/>
            <a:ext cx="6083100" cy="23085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5200"/>
              <a:buNone/>
              <a:defRPr sz="52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323" name="Google Shape;323;p16"/>
          <p:cNvSpPr txBox="1"/>
          <p:nvPr>
            <p:ph idx="1" type="subTitle"/>
          </p:nvPr>
        </p:nvSpPr>
        <p:spPr>
          <a:xfrm>
            <a:off x="1533525" y="3424100"/>
            <a:ext cx="55488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p:txBody>
      </p:sp>
      <p:sp>
        <p:nvSpPr>
          <p:cNvPr id="324" name="Google Shape;324;p16"/>
          <p:cNvSpPr/>
          <p:nvPr/>
        </p:nvSpPr>
        <p:spPr>
          <a:xfrm>
            <a:off x="279925" y="306150"/>
            <a:ext cx="1906800" cy="34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1">
  <p:cSld name="SECTION_HEADER_3_1">
    <p:spTree>
      <p:nvGrpSpPr>
        <p:cNvPr id="325" name="Shape 325"/>
        <p:cNvGrpSpPr/>
        <p:nvPr/>
      </p:nvGrpSpPr>
      <p:grpSpPr>
        <a:xfrm>
          <a:off x="0" y="0"/>
          <a:ext cx="0" cy="0"/>
          <a:chOff x="0" y="0"/>
          <a:chExt cx="0" cy="0"/>
        </a:xfrm>
      </p:grpSpPr>
      <p:sp>
        <p:nvSpPr>
          <p:cNvPr id="326" name="Google Shape;326;p17"/>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7" name="Google Shape;327;p17"/>
          <p:cNvSpPr txBox="1"/>
          <p:nvPr>
            <p:ph type="title"/>
          </p:nvPr>
        </p:nvSpPr>
        <p:spPr>
          <a:xfrm>
            <a:off x="342900" y="1240600"/>
            <a:ext cx="2639400" cy="2805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80000"/>
              </a:lnSpc>
              <a:spcBef>
                <a:spcPts val="0"/>
              </a:spcBef>
              <a:spcAft>
                <a:spcPts val="0"/>
              </a:spcAft>
              <a:buSzPts val="2400"/>
              <a:buNone/>
              <a:defRPr/>
            </a:lvl2pPr>
            <a:lvl3pPr lvl="2" rtl="0">
              <a:lnSpc>
                <a:spcPct val="80000"/>
              </a:lnSpc>
              <a:spcBef>
                <a:spcPts val="0"/>
              </a:spcBef>
              <a:spcAft>
                <a:spcPts val="0"/>
              </a:spcAft>
              <a:buSzPts val="2400"/>
              <a:buNone/>
              <a:defRPr/>
            </a:lvl3pPr>
            <a:lvl4pPr lvl="3" rtl="0">
              <a:lnSpc>
                <a:spcPct val="80000"/>
              </a:lnSpc>
              <a:spcBef>
                <a:spcPts val="0"/>
              </a:spcBef>
              <a:spcAft>
                <a:spcPts val="0"/>
              </a:spcAft>
              <a:buSzPts val="2400"/>
              <a:buNone/>
              <a:defRPr/>
            </a:lvl4pPr>
            <a:lvl5pPr lvl="4" rtl="0">
              <a:lnSpc>
                <a:spcPct val="80000"/>
              </a:lnSpc>
              <a:spcBef>
                <a:spcPts val="0"/>
              </a:spcBef>
              <a:spcAft>
                <a:spcPts val="0"/>
              </a:spcAft>
              <a:buSzPts val="2400"/>
              <a:buNone/>
              <a:defRPr/>
            </a:lvl5pPr>
            <a:lvl6pPr lvl="5" rtl="0">
              <a:lnSpc>
                <a:spcPct val="80000"/>
              </a:lnSpc>
              <a:spcBef>
                <a:spcPts val="0"/>
              </a:spcBef>
              <a:spcAft>
                <a:spcPts val="0"/>
              </a:spcAft>
              <a:buSzPts val="2400"/>
              <a:buNone/>
              <a:defRPr/>
            </a:lvl6pPr>
            <a:lvl7pPr lvl="6" rtl="0">
              <a:lnSpc>
                <a:spcPct val="80000"/>
              </a:lnSpc>
              <a:spcBef>
                <a:spcPts val="0"/>
              </a:spcBef>
              <a:spcAft>
                <a:spcPts val="0"/>
              </a:spcAft>
              <a:buSzPts val="2400"/>
              <a:buNone/>
              <a:defRPr/>
            </a:lvl7pPr>
            <a:lvl8pPr lvl="7" rtl="0">
              <a:lnSpc>
                <a:spcPct val="80000"/>
              </a:lnSpc>
              <a:spcBef>
                <a:spcPts val="0"/>
              </a:spcBef>
              <a:spcAft>
                <a:spcPts val="0"/>
              </a:spcAft>
              <a:buSzPts val="2400"/>
              <a:buNone/>
              <a:defRPr/>
            </a:lvl8pPr>
            <a:lvl9pPr lvl="8" rtl="0">
              <a:lnSpc>
                <a:spcPct val="80000"/>
              </a:lnSpc>
              <a:spcBef>
                <a:spcPts val="0"/>
              </a:spcBef>
              <a:spcAft>
                <a:spcPts val="0"/>
              </a:spcAft>
              <a:buSzPts val="2400"/>
              <a:buNone/>
              <a:defRPr/>
            </a:lvl9pPr>
          </a:lstStyle>
          <a:p/>
        </p:txBody>
      </p:sp>
      <p:sp>
        <p:nvSpPr>
          <p:cNvPr id="328" name="Google Shape;328;p17"/>
          <p:cNvSpPr txBox="1"/>
          <p:nvPr>
            <p:ph idx="1" type="subTitle"/>
          </p:nvPr>
        </p:nvSpPr>
        <p:spPr>
          <a:xfrm>
            <a:off x="3238350" y="1240600"/>
            <a:ext cx="4114800" cy="616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329" name="Google Shape;329;p17"/>
          <p:cNvSpPr txBox="1"/>
          <p:nvPr>
            <p:ph idx="2" type="subTitle"/>
          </p:nvPr>
        </p:nvSpPr>
        <p:spPr>
          <a:xfrm>
            <a:off x="3238500" y="1879850"/>
            <a:ext cx="4114800" cy="21549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Clr>
                <a:schemeClr val="dk1"/>
              </a:buClr>
              <a:buSzPts val="1000"/>
              <a:buNone/>
              <a:defRPr sz="1000">
                <a:solidFill>
                  <a:schemeClr val="dk1"/>
                </a:solidFill>
              </a:defRPr>
            </a:lvl1pPr>
            <a:lvl2pPr lvl="1" rtl="0">
              <a:lnSpc>
                <a:spcPct val="150000"/>
              </a:lnSpc>
              <a:spcBef>
                <a:spcPts val="0"/>
              </a:spcBef>
              <a:spcAft>
                <a:spcPts val="0"/>
              </a:spcAft>
              <a:buClr>
                <a:schemeClr val="dk1"/>
              </a:buClr>
              <a:buSzPts val="1600"/>
              <a:buNone/>
              <a:defRPr sz="1600">
                <a:solidFill>
                  <a:schemeClr val="dk1"/>
                </a:solidFill>
              </a:defRPr>
            </a:lvl2pPr>
            <a:lvl3pPr lvl="2" rtl="0">
              <a:lnSpc>
                <a:spcPct val="150000"/>
              </a:lnSpc>
              <a:spcBef>
                <a:spcPts val="0"/>
              </a:spcBef>
              <a:spcAft>
                <a:spcPts val="0"/>
              </a:spcAft>
              <a:buClr>
                <a:schemeClr val="dk1"/>
              </a:buClr>
              <a:buSzPts val="1600"/>
              <a:buNone/>
              <a:defRPr sz="1600">
                <a:solidFill>
                  <a:schemeClr val="dk1"/>
                </a:solidFill>
              </a:defRPr>
            </a:lvl3pPr>
            <a:lvl4pPr lvl="3" rtl="0">
              <a:lnSpc>
                <a:spcPct val="150000"/>
              </a:lnSpc>
              <a:spcBef>
                <a:spcPts val="0"/>
              </a:spcBef>
              <a:spcAft>
                <a:spcPts val="0"/>
              </a:spcAft>
              <a:buClr>
                <a:schemeClr val="dk1"/>
              </a:buClr>
              <a:buSzPts val="1600"/>
              <a:buNone/>
              <a:defRPr sz="1600">
                <a:solidFill>
                  <a:schemeClr val="dk1"/>
                </a:solidFill>
              </a:defRPr>
            </a:lvl4pPr>
            <a:lvl5pPr lvl="4" rtl="0">
              <a:lnSpc>
                <a:spcPct val="150000"/>
              </a:lnSpc>
              <a:spcBef>
                <a:spcPts val="0"/>
              </a:spcBef>
              <a:spcAft>
                <a:spcPts val="0"/>
              </a:spcAft>
              <a:buClr>
                <a:schemeClr val="dk1"/>
              </a:buClr>
              <a:buSzPts val="1600"/>
              <a:buNone/>
              <a:defRPr sz="1600">
                <a:solidFill>
                  <a:schemeClr val="dk1"/>
                </a:solidFill>
              </a:defRPr>
            </a:lvl5pPr>
            <a:lvl6pPr lvl="5" rtl="0">
              <a:lnSpc>
                <a:spcPct val="150000"/>
              </a:lnSpc>
              <a:spcBef>
                <a:spcPts val="0"/>
              </a:spcBef>
              <a:spcAft>
                <a:spcPts val="0"/>
              </a:spcAft>
              <a:buClr>
                <a:schemeClr val="dk1"/>
              </a:buClr>
              <a:buSzPts val="1600"/>
              <a:buNone/>
              <a:defRPr sz="1600">
                <a:solidFill>
                  <a:schemeClr val="dk1"/>
                </a:solidFill>
              </a:defRPr>
            </a:lvl6pPr>
            <a:lvl7pPr lvl="6" rtl="0">
              <a:lnSpc>
                <a:spcPct val="150000"/>
              </a:lnSpc>
              <a:spcBef>
                <a:spcPts val="0"/>
              </a:spcBef>
              <a:spcAft>
                <a:spcPts val="0"/>
              </a:spcAft>
              <a:buClr>
                <a:schemeClr val="dk1"/>
              </a:buClr>
              <a:buSzPts val="1600"/>
              <a:buNone/>
              <a:defRPr sz="1600">
                <a:solidFill>
                  <a:schemeClr val="dk1"/>
                </a:solidFill>
              </a:defRPr>
            </a:lvl7pPr>
            <a:lvl8pPr lvl="7" rtl="0">
              <a:lnSpc>
                <a:spcPct val="150000"/>
              </a:lnSpc>
              <a:spcBef>
                <a:spcPts val="0"/>
              </a:spcBef>
              <a:spcAft>
                <a:spcPts val="0"/>
              </a:spcAft>
              <a:buClr>
                <a:schemeClr val="dk1"/>
              </a:buClr>
              <a:buSzPts val="1600"/>
              <a:buNone/>
              <a:defRPr sz="1600">
                <a:solidFill>
                  <a:schemeClr val="dk1"/>
                </a:solidFill>
              </a:defRPr>
            </a:lvl8pPr>
            <a:lvl9pPr lvl="8" rtl="0">
              <a:lnSpc>
                <a:spcPct val="150000"/>
              </a:lnSpc>
              <a:spcBef>
                <a:spcPts val="0"/>
              </a:spcBef>
              <a:spcAft>
                <a:spcPts val="0"/>
              </a:spcAft>
              <a:buClr>
                <a:schemeClr val="dk1"/>
              </a:buClr>
              <a:buSzPts val="1600"/>
              <a:buNone/>
              <a:defRPr sz="16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2" type="secHead">
  <p:cSld name="SECTION_HEADER">
    <p:spTree>
      <p:nvGrpSpPr>
        <p:cNvPr id="330" name="Shape 330"/>
        <p:cNvGrpSpPr/>
        <p:nvPr/>
      </p:nvGrpSpPr>
      <p:grpSpPr>
        <a:xfrm>
          <a:off x="0" y="0"/>
          <a:ext cx="0" cy="0"/>
          <a:chOff x="0" y="0"/>
          <a:chExt cx="0" cy="0"/>
        </a:xfrm>
      </p:grpSpPr>
      <p:sp>
        <p:nvSpPr>
          <p:cNvPr id="331" name="Google Shape;331;p18"/>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18"/>
          <p:cNvSpPr txBox="1"/>
          <p:nvPr>
            <p:ph type="title"/>
          </p:nvPr>
        </p:nvSpPr>
        <p:spPr>
          <a:xfrm>
            <a:off x="342900" y="1240600"/>
            <a:ext cx="2639400" cy="2805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80000"/>
              </a:lnSpc>
              <a:spcBef>
                <a:spcPts val="0"/>
              </a:spcBef>
              <a:spcAft>
                <a:spcPts val="0"/>
              </a:spcAft>
              <a:buSzPts val="2400"/>
              <a:buNone/>
              <a:defRPr/>
            </a:lvl2pPr>
            <a:lvl3pPr lvl="2" rtl="0">
              <a:lnSpc>
                <a:spcPct val="80000"/>
              </a:lnSpc>
              <a:spcBef>
                <a:spcPts val="0"/>
              </a:spcBef>
              <a:spcAft>
                <a:spcPts val="0"/>
              </a:spcAft>
              <a:buSzPts val="2400"/>
              <a:buNone/>
              <a:defRPr/>
            </a:lvl3pPr>
            <a:lvl4pPr lvl="3" rtl="0">
              <a:lnSpc>
                <a:spcPct val="80000"/>
              </a:lnSpc>
              <a:spcBef>
                <a:spcPts val="0"/>
              </a:spcBef>
              <a:spcAft>
                <a:spcPts val="0"/>
              </a:spcAft>
              <a:buSzPts val="2400"/>
              <a:buNone/>
              <a:defRPr/>
            </a:lvl4pPr>
            <a:lvl5pPr lvl="4" rtl="0">
              <a:lnSpc>
                <a:spcPct val="80000"/>
              </a:lnSpc>
              <a:spcBef>
                <a:spcPts val="0"/>
              </a:spcBef>
              <a:spcAft>
                <a:spcPts val="0"/>
              </a:spcAft>
              <a:buSzPts val="2400"/>
              <a:buNone/>
              <a:defRPr/>
            </a:lvl5pPr>
            <a:lvl6pPr lvl="5" rtl="0">
              <a:lnSpc>
                <a:spcPct val="80000"/>
              </a:lnSpc>
              <a:spcBef>
                <a:spcPts val="0"/>
              </a:spcBef>
              <a:spcAft>
                <a:spcPts val="0"/>
              </a:spcAft>
              <a:buSzPts val="2400"/>
              <a:buNone/>
              <a:defRPr/>
            </a:lvl6pPr>
            <a:lvl7pPr lvl="6" rtl="0">
              <a:lnSpc>
                <a:spcPct val="80000"/>
              </a:lnSpc>
              <a:spcBef>
                <a:spcPts val="0"/>
              </a:spcBef>
              <a:spcAft>
                <a:spcPts val="0"/>
              </a:spcAft>
              <a:buSzPts val="2400"/>
              <a:buNone/>
              <a:defRPr/>
            </a:lvl7pPr>
            <a:lvl8pPr lvl="7" rtl="0">
              <a:lnSpc>
                <a:spcPct val="80000"/>
              </a:lnSpc>
              <a:spcBef>
                <a:spcPts val="0"/>
              </a:spcBef>
              <a:spcAft>
                <a:spcPts val="0"/>
              </a:spcAft>
              <a:buSzPts val="2400"/>
              <a:buNone/>
              <a:defRPr/>
            </a:lvl8pPr>
            <a:lvl9pPr lvl="8" rtl="0">
              <a:lnSpc>
                <a:spcPct val="80000"/>
              </a:lnSpc>
              <a:spcBef>
                <a:spcPts val="0"/>
              </a:spcBef>
              <a:spcAft>
                <a:spcPts val="0"/>
              </a:spcAft>
              <a:buSzPts val="2400"/>
              <a:buNone/>
              <a:defRPr/>
            </a:lvl9pPr>
          </a:lstStyle>
          <a:p/>
        </p:txBody>
      </p:sp>
      <p:sp>
        <p:nvSpPr>
          <p:cNvPr id="333" name="Google Shape;333;p18"/>
          <p:cNvSpPr txBox="1"/>
          <p:nvPr>
            <p:ph idx="1" type="subTitle"/>
          </p:nvPr>
        </p:nvSpPr>
        <p:spPr>
          <a:xfrm>
            <a:off x="3238350" y="1240600"/>
            <a:ext cx="2653200" cy="561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334" name="Google Shape;334;p18"/>
          <p:cNvSpPr txBox="1"/>
          <p:nvPr>
            <p:ph idx="2" type="subTitle"/>
          </p:nvPr>
        </p:nvSpPr>
        <p:spPr>
          <a:xfrm>
            <a:off x="3238450" y="2115625"/>
            <a:ext cx="2653200" cy="20763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Clr>
                <a:schemeClr val="dk1"/>
              </a:buClr>
              <a:buSzPts val="1000"/>
              <a:buNone/>
              <a:defRPr sz="1000">
                <a:solidFill>
                  <a:schemeClr val="dk1"/>
                </a:solidFill>
              </a:defRPr>
            </a:lvl1pPr>
            <a:lvl2pPr lvl="1" rtl="0">
              <a:lnSpc>
                <a:spcPct val="150000"/>
              </a:lnSpc>
              <a:spcBef>
                <a:spcPts val="0"/>
              </a:spcBef>
              <a:spcAft>
                <a:spcPts val="0"/>
              </a:spcAft>
              <a:buClr>
                <a:schemeClr val="dk1"/>
              </a:buClr>
              <a:buSzPts val="1200"/>
              <a:buNone/>
              <a:defRPr sz="1200">
                <a:solidFill>
                  <a:schemeClr val="dk1"/>
                </a:solidFill>
              </a:defRPr>
            </a:lvl2pPr>
            <a:lvl3pPr lvl="2" rtl="0">
              <a:lnSpc>
                <a:spcPct val="150000"/>
              </a:lnSpc>
              <a:spcBef>
                <a:spcPts val="0"/>
              </a:spcBef>
              <a:spcAft>
                <a:spcPts val="0"/>
              </a:spcAft>
              <a:buClr>
                <a:schemeClr val="dk1"/>
              </a:buClr>
              <a:buSzPts val="1200"/>
              <a:buNone/>
              <a:defRPr sz="1200">
                <a:solidFill>
                  <a:schemeClr val="dk1"/>
                </a:solidFill>
              </a:defRPr>
            </a:lvl3pPr>
            <a:lvl4pPr lvl="3" rtl="0">
              <a:lnSpc>
                <a:spcPct val="150000"/>
              </a:lnSpc>
              <a:spcBef>
                <a:spcPts val="0"/>
              </a:spcBef>
              <a:spcAft>
                <a:spcPts val="0"/>
              </a:spcAft>
              <a:buClr>
                <a:schemeClr val="dk1"/>
              </a:buClr>
              <a:buSzPts val="1200"/>
              <a:buNone/>
              <a:defRPr sz="1200">
                <a:solidFill>
                  <a:schemeClr val="dk1"/>
                </a:solidFill>
              </a:defRPr>
            </a:lvl4pPr>
            <a:lvl5pPr lvl="4" rtl="0">
              <a:lnSpc>
                <a:spcPct val="150000"/>
              </a:lnSpc>
              <a:spcBef>
                <a:spcPts val="0"/>
              </a:spcBef>
              <a:spcAft>
                <a:spcPts val="0"/>
              </a:spcAft>
              <a:buClr>
                <a:schemeClr val="dk1"/>
              </a:buClr>
              <a:buSzPts val="1200"/>
              <a:buNone/>
              <a:defRPr sz="1200">
                <a:solidFill>
                  <a:schemeClr val="dk1"/>
                </a:solidFill>
              </a:defRPr>
            </a:lvl5pPr>
            <a:lvl6pPr lvl="5" rtl="0">
              <a:lnSpc>
                <a:spcPct val="150000"/>
              </a:lnSpc>
              <a:spcBef>
                <a:spcPts val="0"/>
              </a:spcBef>
              <a:spcAft>
                <a:spcPts val="0"/>
              </a:spcAft>
              <a:buClr>
                <a:schemeClr val="dk1"/>
              </a:buClr>
              <a:buSzPts val="1200"/>
              <a:buNone/>
              <a:defRPr sz="1200">
                <a:solidFill>
                  <a:schemeClr val="dk1"/>
                </a:solidFill>
              </a:defRPr>
            </a:lvl6pPr>
            <a:lvl7pPr lvl="6" rtl="0">
              <a:lnSpc>
                <a:spcPct val="150000"/>
              </a:lnSpc>
              <a:spcBef>
                <a:spcPts val="0"/>
              </a:spcBef>
              <a:spcAft>
                <a:spcPts val="0"/>
              </a:spcAft>
              <a:buClr>
                <a:schemeClr val="dk1"/>
              </a:buClr>
              <a:buSzPts val="1200"/>
              <a:buNone/>
              <a:defRPr sz="1200">
                <a:solidFill>
                  <a:schemeClr val="dk1"/>
                </a:solidFill>
              </a:defRPr>
            </a:lvl7pPr>
            <a:lvl8pPr lvl="7" rtl="0">
              <a:lnSpc>
                <a:spcPct val="150000"/>
              </a:lnSpc>
              <a:spcBef>
                <a:spcPts val="0"/>
              </a:spcBef>
              <a:spcAft>
                <a:spcPts val="0"/>
              </a:spcAft>
              <a:buClr>
                <a:schemeClr val="dk1"/>
              </a:buClr>
              <a:buSzPts val="1200"/>
              <a:buNone/>
              <a:defRPr sz="1200">
                <a:solidFill>
                  <a:schemeClr val="dk1"/>
                </a:solidFill>
              </a:defRPr>
            </a:lvl8pPr>
            <a:lvl9pPr lvl="8" rtl="0">
              <a:lnSpc>
                <a:spcPct val="150000"/>
              </a:lnSpc>
              <a:spcBef>
                <a:spcPts val="0"/>
              </a:spcBef>
              <a:spcAft>
                <a:spcPts val="0"/>
              </a:spcAft>
              <a:buClr>
                <a:schemeClr val="dk1"/>
              </a:buClr>
              <a:buSzPts val="1200"/>
              <a:buNone/>
              <a:defRPr sz="1200">
                <a:solidFill>
                  <a:schemeClr val="dk1"/>
                </a:solidFill>
              </a:defRPr>
            </a:lvl9pPr>
          </a:lstStyle>
          <a:p/>
        </p:txBody>
      </p:sp>
      <p:sp>
        <p:nvSpPr>
          <p:cNvPr id="335" name="Google Shape;335;p18"/>
          <p:cNvSpPr txBox="1"/>
          <p:nvPr>
            <p:ph idx="3" type="subTitle"/>
          </p:nvPr>
        </p:nvSpPr>
        <p:spPr>
          <a:xfrm>
            <a:off x="6161850" y="1240600"/>
            <a:ext cx="2653200" cy="561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336" name="Google Shape;336;p18"/>
          <p:cNvSpPr txBox="1"/>
          <p:nvPr>
            <p:ph idx="4" type="subTitle"/>
          </p:nvPr>
        </p:nvSpPr>
        <p:spPr>
          <a:xfrm>
            <a:off x="6161950" y="2115625"/>
            <a:ext cx="2653200" cy="20763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Clr>
                <a:schemeClr val="dk1"/>
              </a:buClr>
              <a:buSzPts val="1000"/>
              <a:buNone/>
              <a:defRPr sz="1000">
                <a:solidFill>
                  <a:schemeClr val="dk1"/>
                </a:solidFill>
              </a:defRPr>
            </a:lvl1pPr>
            <a:lvl2pPr lvl="1" rtl="0">
              <a:lnSpc>
                <a:spcPct val="150000"/>
              </a:lnSpc>
              <a:spcBef>
                <a:spcPts val="0"/>
              </a:spcBef>
              <a:spcAft>
                <a:spcPts val="0"/>
              </a:spcAft>
              <a:buClr>
                <a:schemeClr val="dk1"/>
              </a:buClr>
              <a:buSzPts val="1200"/>
              <a:buNone/>
              <a:defRPr sz="1200">
                <a:solidFill>
                  <a:schemeClr val="dk1"/>
                </a:solidFill>
              </a:defRPr>
            </a:lvl2pPr>
            <a:lvl3pPr lvl="2" rtl="0">
              <a:lnSpc>
                <a:spcPct val="150000"/>
              </a:lnSpc>
              <a:spcBef>
                <a:spcPts val="0"/>
              </a:spcBef>
              <a:spcAft>
                <a:spcPts val="0"/>
              </a:spcAft>
              <a:buClr>
                <a:schemeClr val="dk1"/>
              </a:buClr>
              <a:buSzPts val="1200"/>
              <a:buNone/>
              <a:defRPr sz="1200">
                <a:solidFill>
                  <a:schemeClr val="dk1"/>
                </a:solidFill>
              </a:defRPr>
            </a:lvl3pPr>
            <a:lvl4pPr lvl="3" rtl="0">
              <a:lnSpc>
                <a:spcPct val="150000"/>
              </a:lnSpc>
              <a:spcBef>
                <a:spcPts val="0"/>
              </a:spcBef>
              <a:spcAft>
                <a:spcPts val="0"/>
              </a:spcAft>
              <a:buClr>
                <a:schemeClr val="dk1"/>
              </a:buClr>
              <a:buSzPts val="1200"/>
              <a:buNone/>
              <a:defRPr sz="1200">
                <a:solidFill>
                  <a:schemeClr val="dk1"/>
                </a:solidFill>
              </a:defRPr>
            </a:lvl4pPr>
            <a:lvl5pPr lvl="4" rtl="0">
              <a:lnSpc>
                <a:spcPct val="150000"/>
              </a:lnSpc>
              <a:spcBef>
                <a:spcPts val="0"/>
              </a:spcBef>
              <a:spcAft>
                <a:spcPts val="0"/>
              </a:spcAft>
              <a:buClr>
                <a:schemeClr val="dk1"/>
              </a:buClr>
              <a:buSzPts val="1200"/>
              <a:buNone/>
              <a:defRPr sz="1200">
                <a:solidFill>
                  <a:schemeClr val="dk1"/>
                </a:solidFill>
              </a:defRPr>
            </a:lvl5pPr>
            <a:lvl6pPr lvl="5" rtl="0">
              <a:lnSpc>
                <a:spcPct val="150000"/>
              </a:lnSpc>
              <a:spcBef>
                <a:spcPts val="0"/>
              </a:spcBef>
              <a:spcAft>
                <a:spcPts val="0"/>
              </a:spcAft>
              <a:buClr>
                <a:schemeClr val="dk1"/>
              </a:buClr>
              <a:buSzPts val="1200"/>
              <a:buNone/>
              <a:defRPr sz="1200">
                <a:solidFill>
                  <a:schemeClr val="dk1"/>
                </a:solidFill>
              </a:defRPr>
            </a:lvl6pPr>
            <a:lvl7pPr lvl="6" rtl="0">
              <a:lnSpc>
                <a:spcPct val="150000"/>
              </a:lnSpc>
              <a:spcBef>
                <a:spcPts val="0"/>
              </a:spcBef>
              <a:spcAft>
                <a:spcPts val="0"/>
              </a:spcAft>
              <a:buClr>
                <a:schemeClr val="dk1"/>
              </a:buClr>
              <a:buSzPts val="1200"/>
              <a:buNone/>
              <a:defRPr sz="1200">
                <a:solidFill>
                  <a:schemeClr val="dk1"/>
                </a:solidFill>
              </a:defRPr>
            </a:lvl7pPr>
            <a:lvl8pPr lvl="7" rtl="0">
              <a:lnSpc>
                <a:spcPct val="150000"/>
              </a:lnSpc>
              <a:spcBef>
                <a:spcPts val="0"/>
              </a:spcBef>
              <a:spcAft>
                <a:spcPts val="0"/>
              </a:spcAft>
              <a:buClr>
                <a:schemeClr val="dk1"/>
              </a:buClr>
              <a:buSzPts val="1200"/>
              <a:buNone/>
              <a:defRPr sz="1200">
                <a:solidFill>
                  <a:schemeClr val="dk1"/>
                </a:solidFill>
              </a:defRPr>
            </a:lvl8pPr>
            <a:lvl9pPr lvl="8" rtl="0">
              <a:lnSpc>
                <a:spcPct val="150000"/>
              </a:lnSpc>
              <a:spcBef>
                <a:spcPts val="0"/>
              </a:spcBef>
              <a:spcAft>
                <a:spcPts val="0"/>
              </a:spcAft>
              <a:buClr>
                <a:schemeClr val="dk1"/>
              </a:buClr>
              <a:buSzPts val="1200"/>
              <a:buNone/>
              <a:defRPr sz="1200">
                <a:solidFill>
                  <a:schemeClr val="dk1"/>
                </a:solidFill>
              </a:defRPr>
            </a:lvl9pPr>
          </a:lstStyle>
          <a:p/>
        </p:txBody>
      </p:sp>
      <p:cxnSp>
        <p:nvCxnSpPr>
          <p:cNvPr id="337" name="Google Shape;337;p18"/>
          <p:cNvCxnSpPr/>
          <p:nvPr/>
        </p:nvCxnSpPr>
        <p:spPr>
          <a:xfrm>
            <a:off x="3253448" y="1959575"/>
            <a:ext cx="2644800" cy="0"/>
          </a:xfrm>
          <a:prstGeom prst="straightConnector1">
            <a:avLst/>
          </a:prstGeom>
          <a:noFill/>
          <a:ln cap="flat" cmpd="sng" w="19050">
            <a:solidFill>
              <a:schemeClr val="accent6"/>
            </a:solidFill>
            <a:prstDash val="solid"/>
            <a:round/>
            <a:headEnd len="med" w="med" type="none"/>
            <a:tailEnd len="med" w="med" type="none"/>
          </a:ln>
        </p:spPr>
      </p:cxnSp>
      <p:cxnSp>
        <p:nvCxnSpPr>
          <p:cNvPr id="338" name="Google Shape;338;p18"/>
          <p:cNvCxnSpPr/>
          <p:nvPr/>
        </p:nvCxnSpPr>
        <p:spPr>
          <a:xfrm>
            <a:off x="6161594" y="1959575"/>
            <a:ext cx="2644800" cy="0"/>
          </a:xfrm>
          <a:prstGeom prst="straightConnector1">
            <a:avLst/>
          </a:prstGeom>
          <a:noFill/>
          <a:ln cap="flat" cmpd="sng" w="19050">
            <a:solidFill>
              <a:schemeClr val="accent6"/>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Panel 1">
  <p:cSld name="SECTION_HEADER_2_1_1_2_1_2_2">
    <p:spTree>
      <p:nvGrpSpPr>
        <p:cNvPr id="339" name="Shape 339"/>
        <p:cNvGrpSpPr/>
        <p:nvPr/>
      </p:nvGrpSpPr>
      <p:grpSpPr>
        <a:xfrm>
          <a:off x="0" y="0"/>
          <a:ext cx="0" cy="0"/>
          <a:chOff x="0" y="0"/>
          <a:chExt cx="0" cy="0"/>
        </a:xfrm>
      </p:grpSpPr>
      <p:sp>
        <p:nvSpPr>
          <p:cNvPr id="340" name="Google Shape;340;p19"/>
          <p:cNvSpPr/>
          <p:nvPr>
            <p:ph idx="2" type="pic"/>
          </p:nvPr>
        </p:nvSpPr>
        <p:spPr>
          <a:xfrm>
            <a:off x="2518425" y="1088200"/>
            <a:ext cx="1918500" cy="1675200"/>
          </a:xfrm>
          <a:prstGeom prst="roundRect">
            <a:avLst>
              <a:gd fmla="val 8979" name="adj"/>
            </a:avLst>
          </a:prstGeom>
          <a:noFill/>
          <a:ln>
            <a:noFill/>
          </a:ln>
        </p:spPr>
      </p:sp>
      <p:sp>
        <p:nvSpPr>
          <p:cNvPr id="341" name="Google Shape;341;p19"/>
          <p:cNvSpPr txBox="1"/>
          <p:nvPr>
            <p:ph type="title"/>
          </p:nvPr>
        </p:nvSpPr>
        <p:spPr>
          <a:xfrm>
            <a:off x="342900" y="1240600"/>
            <a:ext cx="1918500" cy="2805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80000"/>
              </a:lnSpc>
              <a:spcBef>
                <a:spcPts val="0"/>
              </a:spcBef>
              <a:spcAft>
                <a:spcPts val="0"/>
              </a:spcAft>
              <a:buSzPts val="2400"/>
              <a:buNone/>
              <a:defRPr/>
            </a:lvl2pPr>
            <a:lvl3pPr lvl="2" rtl="0">
              <a:lnSpc>
                <a:spcPct val="80000"/>
              </a:lnSpc>
              <a:spcBef>
                <a:spcPts val="0"/>
              </a:spcBef>
              <a:spcAft>
                <a:spcPts val="0"/>
              </a:spcAft>
              <a:buSzPts val="2400"/>
              <a:buNone/>
              <a:defRPr/>
            </a:lvl3pPr>
            <a:lvl4pPr lvl="3" rtl="0">
              <a:lnSpc>
                <a:spcPct val="80000"/>
              </a:lnSpc>
              <a:spcBef>
                <a:spcPts val="0"/>
              </a:spcBef>
              <a:spcAft>
                <a:spcPts val="0"/>
              </a:spcAft>
              <a:buSzPts val="2400"/>
              <a:buNone/>
              <a:defRPr/>
            </a:lvl4pPr>
            <a:lvl5pPr lvl="4" rtl="0">
              <a:lnSpc>
                <a:spcPct val="80000"/>
              </a:lnSpc>
              <a:spcBef>
                <a:spcPts val="0"/>
              </a:spcBef>
              <a:spcAft>
                <a:spcPts val="0"/>
              </a:spcAft>
              <a:buSzPts val="2400"/>
              <a:buNone/>
              <a:defRPr/>
            </a:lvl5pPr>
            <a:lvl6pPr lvl="5" rtl="0">
              <a:lnSpc>
                <a:spcPct val="80000"/>
              </a:lnSpc>
              <a:spcBef>
                <a:spcPts val="0"/>
              </a:spcBef>
              <a:spcAft>
                <a:spcPts val="0"/>
              </a:spcAft>
              <a:buSzPts val="2400"/>
              <a:buNone/>
              <a:defRPr/>
            </a:lvl6pPr>
            <a:lvl7pPr lvl="6" rtl="0">
              <a:lnSpc>
                <a:spcPct val="80000"/>
              </a:lnSpc>
              <a:spcBef>
                <a:spcPts val="0"/>
              </a:spcBef>
              <a:spcAft>
                <a:spcPts val="0"/>
              </a:spcAft>
              <a:buSzPts val="2400"/>
              <a:buNone/>
              <a:defRPr/>
            </a:lvl7pPr>
            <a:lvl8pPr lvl="7" rtl="0">
              <a:lnSpc>
                <a:spcPct val="80000"/>
              </a:lnSpc>
              <a:spcBef>
                <a:spcPts val="0"/>
              </a:spcBef>
              <a:spcAft>
                <a:spcPts val="0"/>
              </a:spcAft>
              <a:buSzPts val="2400"/>
              <a:buNone/>
              <a:defRPr/>
            </a:lvl8pPr>
            <a:lvl9pPr lvl="8" rtl="0">
              <a:lnSpc>
                <a:spcPct val="80000"/>
              </a:lnSpc>
              <a:spcBef>
                <a:spcPts val="0"/>
              </a:spcBef>
              <a:spcAft>
                <a:spcPts val="0"/>
              </a:spcAft>
              <a:buSzPts val="2400"/>
              <a:buNone/>
              <a:defRPr/>
            </a:lvl9pPr>
          </a:lstStyle>
          <a:p/>
        </p:txBody>
      </p:sp>
      <p:sp>
        <p:nvSpPr>
          <p:cNvPr id="342" name="Google Shape;342;p19"/>
          <p:cNvSpPr txBox="1"/>
          <p:nvPr>
            <p:ph idx="1" type="subTitle"/>
          </p:nvPr>
        </p:nvSpPr>
        <p:spPr>
          <a:xfrm>
            <a:off x="2518425" y="2173050"/>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43" name="Google Shape;343;p19"/>
          <p:cNvSpPr/>
          <p:nvPr>
            <p:ph idx="3" type="pic"/>
          </p:nvPr>
        </p:nvSpPr>
        <p:spPr>
          <a:xfrm>
            <a:off x="2518425" y="2905175"/>
            <a:ext cx="1918500" cy="1675200"/>
          </a:xfrm>
          <a:prstGeom prst="roundRect">
            <a:avLst>
              <a:gd fmla="val 8979" name="adj"/>
            </a:avLst>
          </a:prstGeom>
          <a:noFill/>
          <a:ln>
            <a:noFill/>
          </a:ln>
        </p:spPr>
      </p:sp>
      <p:sp>
        <p:nvSpPr>
          <p:cNvPr id="344" name="Google Shape;344;p19"/>
          <p:cNvSpPr txBox="1"/>
          <p:nvPr>
            <p:ph idx="4" type="subTitle"/>
          </p:nvPr>
        </p:nvSpPr>
        <p:spPr>
          <a:xfrm>
            <a:off x="2518425" y="3990025"/>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45" name="Google Shape;345;p19"/>
          <p:cNvSpPr/>
          <p:nvPr>
            <p:ph idx="5" type="pic"/>
          </p:nvPr>
        </p:nvSpPr>
        <p:spPr>
          <a:xfrm>
            <a:off x="4693950" y="1088200"/>
            <a:ext cx="1918500" cy="1675200"/>
          </a:xfrm>
          <a:prstGeom prst="roundRect">
            <a:avLst>
              <a:gd fmla="val 8979" name="adj"/>
            </a:avLst>
          </a:prstGeom>
          <a:noFill/>
          <a:ln>
            <a:noFill/>
          </a:ln>
        </p:spPr>
      </p:sp>
      <p:sp>
        <p:nvSpPr>
          <p:cNvPr id="346" name="Google Shape;346;p19"/>
          <p:cNvSpPr txBox="1"/>
          <p:nvPr>
            <p:ph idx="6" type="subTitle"/>
          </p:nvPr>
        </p:nvSpPr>
        <p:spPr>
          <a:xfrm>
            <a:off x="4693950" y="2173050"/>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47" name="Google Shape;347;p19"/>
          <p:cNvSpPr/>
          <p:nvPr>
            <p:ph idx="7" type="pic"/>
          </p:nvPr>
        </p:nvSpPr>
        <p:spPr>
          <a:xfrm>
            <a:off x="4693950" y="2905175"/>
            <a:ext cx="1918500" cy="1675200"/>
          </a:xfrm>
          <a:prstGeom prst="roundRect">
            <a:avLst>
              <a:gd fmla="val 8979" name="adj"/>
            </a:avLst>
          </a:prstGeom>
          <a:noFill/>
          <a:ln>
            <a:noFill/>
          </a:ln>
        </p:spPr>
      </p:sp>
      <p:sp>
        <p:nvSpPr>
          <p:cNvPr id="348" name="Google Shape;348;p19"/>
          <p:cNvSpPr txBox="1"/>
          <p:nvPr>
            <p:ph idx="8" type="subTitle"/>
          </p:nvPr>
        </p:nvSpPr>
        <p:spPr>
          <a:xfrm>
            <a:off x="4693950" y="3990025"/>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49" name="Google Shape;349;p19"/>
          <p:cNvSpPr/>
          <p:nvPr>
            <p:ph idx="9" type="pic"/>
          </p:nvPr>
        </p:nvSpPr>
        <p:spPr>
          <a:xfrm>
            <a:off x="6869475" y="1088200"/>
            <a:ext cx="1918500" cy="1675200"/>
          </a:xfrm>
          <a:prstGeom prst="roundRect">
            <a:avLst>
              <a:gd fmla="val 8979" name="adj"/>
            </a:avLst>
          </a:prstGeom>
          <a:noFill/>
          <a:ln>
            <a:noFill/>
          </a:ln>
        </p:spPr>
      </p:sp>
      <p:sp>
        <p:nvSpPr>
          <p:cNvPr id="350" name="Google Shape;350;p19"/>
          <p:cNvSpPr txBox="1"/>
          <p:nvPr>
            <p:ph idx="13" type="subTitle"/>
          </p:nvPr>
        </p:nvSpPr>
        <p:spPr>
          <a:xfrm>
            <a:off x="6869475" y="2173050"/>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51" name="Google Shape;351;p19"/>
          <p:cNvSpPr/>
          <p:nvPr>
            <p:ph idx="14" type="pic"/>
          </p:nvPr>
        </p:nvSpPr>
        <p:spPr>
          <a:xfrm>
            <a:off x="6869475" y="2905175"/>
            <a:ext cx="1918500" cy="1675200"/>
          </a:xfrm>
          <a:prstGeom prst="roundRect">
            <a:avLst>
              <a:gd fmla="val 8979" name="adj"/>
            </a:avLst>
          </a:prstGeom>
          <a:noFill/>
          <a:ln>
            <a:noFill/>
          </a:ln>
        </p:spPr>
      </p:sp>
      <p:sp>
        <p:nvSpPr>
          <p:cNvPr id="352" name="Google Shape;352;p19"/>
          <p:cNvSpPr txBox="1"/>
          <p:nvPr>
            <p:ph idx="15" type="subTitle"/>
          </p:nvPr>
        </p:nvSpPr>
        <p:spPr>
          <a:xfrm>
            <a:off x="6869475" y="3990025"/>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53" name="Google Shape;353;p19"/>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 Panel 2">
  <p:cSld name="SECTION_HEADER_2_1_1_2_1_2_2_1">
    <p:spTree>
      <p:nvGrpSpPr>
        <p:cNvPr id="354" name="Shape 354"/>
        <p:cNvGrpSpPr/>
        <p:nvPr/>
      </p:nvGrpSpPr>
      <p:grpSpPr>
        <a:xfrm>
          <a:off x="0" y="0"/>
          <a:ext cx="0" cy="0"/>
          <a:chOff x="0" y="0"/>
          <a:chExt cx="0" cy="0"/>
        </a:xfrm>
      </p:grpSpPr>
      <p:sp>
        <p:nvSpPr>
          <p:cNvPr id="355" name="Google Shape;355;p20"/>
          <p:cNvSpPr/>
          <p:nvPr>
            <p:ph idx="2" type="pic"/>
          </p:nvPr>
        </p:nvSpPr>
        <p:spPr>
          <a:xfrm>
            <a:off x="2514600" y="1088200"/>
            <a:ext cx="1918500" cy="2590800"/>
          </a:xfrm>
          <a:prstGeom prst="roundRect">
            <a:avLst>
              <a:gd fmla="val 6658" name="adj"/>
            </a:avLst>
          </a:prstGeom>
          <a:noFill/>
          <a:ln>
            <a:noFill/>
          </a:ln>
        </p:spPr>
      </p:sp>
      <p:sp>
        <p:nvSpPr>
          <p:cNvPr id="356" name="Google Shape;356;p20"/>
          <p:cNvSpPr txBox="1"/>
          <p:nvPr>
            <p:ph type="title"/>
          </p:nvPr>
        </p:nvSpPr>
        <p:spPr>
          <a:xfrm>
            <a:off x="342900" y="1240600"/>
            <a:ext cx="1918500" cy="2805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80000"/>
              </a:lnSpc>
              <a:spcBef>
                <a:spcPts val="0"/>
              </a:spcBef>
              <a:spcAft>
                <a:spcPts val="0"/>
              </a:spcAft>
              <a:buSzPts val="2400"/>
              <a:buNone/>
              <a:defRPr/>
            </a:lvl2pPr>
            <a:lvl3pPr lvl="2" rtl="0">
              <a:lnSpc>
                <a:spcPct val="80000"/>
              </a:lnSpc>
              <a:spcBef>
                <a:spcPts val="0"/>
              </a:spcBef>
              <a:spcAft>
                <a:spcPts val="0"/>
              </a:spcAft>
              <a:buSzPts val="2400"/>
              <a:buNone/>
              <a:defRPr/>
            </a:lvl3pPr>
            <a:lvl4pPr lvl="3" rtl="0">
              <a:lnSpc>
                <a:spcPct val="80000"/>
              </a:lnSpc>
              <a:spcBef>
                <a:spcPts val="0"/>
              </a:spcBef>
              <a:spcAft>
                <a:spcPts val="0"/>
              </a:spcAft>
              <a:buSzPts val="2400"/>
              <a:buNone/>
              <a:defRPr/>
            </a:lvl4pPr>
            <a:lvl5pPr lvl="4" rtl="0">
              <a:lnSpc>
                <a:spcPct val="80000"/>
              </a:lnSpc>
              <a:spcBef>
                <a:spcPts val="0"/>
              </a:spcBef>
              <a:spcAft>
                <a:spcPts val="0"/>
              </a:spcAft>
              <a:buSzPts val="2400"/>
              <a:buNone/>
              <a:defRPr/>
            </a:lvl5pPr>
            <a:lvl6pPr lvl="5" rtl="0">
              <a:lnSpc>
                <a:spcPct val="80000"/>
              </a:lnSpc>
              <a:spcBef>
                <a:spcPts val="0"/>
              </a:spcBef>
              <a:spcAft>
                <a:spcPts val="0"/>
              </a:spcAft>
              <a:buSzPts val="2400"/>
              <a:buNone/>
              <a:defRPr/>
            </a:lvl6pPr>
            <a:lvl7pPr lvl="6" rtl="0">
              <a:lnSpc>
                <a:spcPct val="80000"/>
              </a:lnSpc>
              <a:spcBef>
                <a:spcPts val="0"/>
              </a:spcBef>
              <a:spcAft>
                <a:spcPts val="0"/>
              </a:spcAft>
              <a:buSzPts val="2400"/>
              <a:buNone/>
              <a:defRPr/>
            </a:lvl7pPr>
            <a:lvl8pPr lvl="7" rtl="0">
              <a:lnSpc>
                <a:spcPct val="80000"/>
              </a:lnSpc>
              <a:spcBef>
                <a:spcPts val="0"/>
              </a:spcBef>
              <a:spcAft>
                <a:spcPts val="0"/>
              </a:spcAft>
              <a:buSzPts val="2400"/>
              <a:buNone/>
              <a:defRPr/>
            </a:lvl8pPr>
            <a:lvl9pPr lvl="8" rtl="0">
              <a:lnSpc>
                <a:spcPct val="80000"/>
              </a:lnSpc>
              <a:spcBef>
                <a:spcPts val="0"/>
              </a:spcBef>
              <a:spcAft>
                <a:spcPts val="0"/>
              </a:spcAft>
              <a:buSzPts val="2400"/>
              <a:buNone/>
              <a:defRPr/>
            </a:lvl9pPr>
          </a:lstStyle>
          <a:p/>
        </p:txBody>
      </p:sp>
      <p:sp>
        <p:nvSpPr>
          <p:cNvPr id="357" name="Google Shape;357;p20"/>
          <p:cNvSpPr txBox="1"/>
          <p:nvPr>
            <p:ph idx="1" type="subTitle"/>
          </p:nvPr>
        </p:nvSpPr>
        <p:spPr>
          <a:xfrm>
            <a:off x="2505456" y="3088600"/>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58" name="Google Shape;358;p20"/>
          <p:cNvSpPr/>
          <p:nvPr>
            <p:ph idx="3" type="pic"/>
          </p:nvPr>
        </p:nvSpPr>
        <p:spPr>
          <a:xfrm>
            <a:off x="4716250" y="1088200"/>
            <a:ext cx="1918500" cy="2590800"/>
          </a:xfrm>
          <a:prstGeom prst="roundRect">
            <a:avLst>
              <a:gd fmla="val 6658" name="adj"/>
            </a:avLst>
          </a:prstGeom>
          <a:noFill/>
          <a:ln>
            <a:noFill/>
          </a:ln>
        </p:spPr>
      </p:sp>
      <p:sp>
        <p:nvSpPr>
          <p:cNvPr id="359" name="Google Shape;359;p20"/>
          <p:cNvSpPr txBox="1"/>
          <p:nvPr>
            <p:ph idx="4" type="subTitle"/>
          </p:nvPr>
        </p:nvSpPr>
        <p:spPr>
          <a:xfrm>
            <a:off x="4707106" y="3088600"/>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60" name="Google Shape;360;p20"/>
          <p:cNvSpPr/>
          <p:nvPr>
            <p:ph idx="5" type="pic"/>
          </p:nvPr>
        </p:nvSpPr>
        <p:spPr>
          <a:xfrm>
            <a:off x="6917900" y="1088200"/>
            <a:ext cx="1918500" cy="2590800"/>
          </a:xfrm>
          <a:prstGeom prst="roundRect">
            <a:avLst>
              <a:gd fmla="val 6658" name="adj"/>
            </a:avLst>
          </a:prstGeom>
          <a:noFill/>
          <a:ln>
            <a:noFill/>
          </a:ln>
        </p:spPr>
      </p:sp>
      <p:sp>
        <p:nvSpPr>
          <p:cNvPr id="361" name="Google Shape;361;p20"/>
          <p:cNvSpPr txBox="1"/>
          <p:nvPr>
            <p:ph idx="6" type="subTitle"/>
          </p:nvPr>
        </p:nvSpPr>
        <p:spPr>
          <a:xfrm>
            <a:off x="6908756" y="3088600"/>
            <a:ext cx="1689900" cy="590400"/>
          </a:xfrm>
          <a:prstGeom prst="rect">
            <a:avLst/>
          </a:prstGeom>
          <a:solidFill>
            <a:schemeClr val="lt2"/>
          </a:solid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362" name="Google Shape;362;p20"/>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1">
  <p:cSld name="SECTION_HEADER_1">
    <p:spTree>
      <p:nvGrpSpPr>
        <p:cNvPr id="363" name="Shape 363"/>
        <p:cNvGrpSpPr/>
        <p:nvPr/>
      </p:nvGrpSpPr>
      <p:grpSpPr>
        <a:xfrm>
          <a:off x="0" y="0"/>
          <a:ext cx="0" cy="0"/>
          <a:chOff x="0" y="0"/>
          <a:chExt cx="0" cy="0"/>
        </a:xfrm>
      </p:grpSpPr>
      <p:sp>
        <p:nvSpPr>
          <p:cNvPr id="364" name="Google Shape;364;p21"/>
          <p:cNvSpPr/>
          <p:nvPr/>
        </p:nvSpPr>
        <p:spPr>
          <a:xfrm>
            <a:off x="0" y="0"/>
            <a:ext cx="9159600" cy="5143500"/>
          </a:xfrm>
          <a:prstGeom prst="rect">
            <a:avLst/>
          </a:prstGeom>
          <a:noFill/>
          <a:ln cap="rnd" cmpd="sng" w="152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1"/>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66" name="Google Shape;366;p21"/>
          <p:cNvSpPr txBox="1"/>
          <p:nvPr>
            <p:ph idx="1" type="subTitle"/>
          </p:nvPr>
        </p:nvSpPr>
        <p:spPr>
          <a:xfrm>
            <a:off x="3238500" y="1118700"/>
            <a:ext cx="5562600" cy="2933100"/>
          </a:xfrm>
          <a:prstGeom prst="rect">
            <a:avLst/>
          </a:prstGeom>
        </p:spPr>
        <p:txBody>
          <a:bodyPr anchorCtr="0" anchor="t" bIns="0" lIns="0" spcFirstLastPara="1" rIns="0" wrap="square" tIns="0">
            <a:noAutofit/>
          </a:bodyPr>
          <a:lstStyle>
            <a:lvl1pPr indent="-330200" lvl="0" marL="0" marR="0" rtl="0" algn="l">
              <a:lnSpc>
                <a:spcPct val="90000"/>
              </a:lnSpc>
              <a:spcBef>
                <a:spcPts val="0"/>
              </a:spcBef>
              <a:spcAft>
                <a:spcPts val="0"/>
              </a:spcAft>
              <a:buSzPts val="5200"/>
              <a:buNone/>
              <a:defRPr sz="5200"/>
            </a:lvl1pPr>
            <a:lvl2pPr lvl="1"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2pPr>
            <a:lvl3pPr lvl="2"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3pPr>
            <a:lvl4pPr lvl="3"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4pPr>
            <a:lvl5pPr lvl="4"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5pPr>
            <a:lvl6pPr lvl="5"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6pPr>
            <a:lvl7pPr lvl="6"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7pPr>
            <a:lvl8pPr lvl="7"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8pPr>
            <a:lvl9pPr lvl="8"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9pPr>
          </a:lstStyle>
          <a:p/>
        </p:txBody>
      </p:sp>
      <p:sp>
        <p:nvSpPr>
          <p:cNvPr id="367" name="Google Shape;367;p21"/>
          <p:cNvSpPr/>
          <p:nvPr/>
        </p:nvSpPr>
        <p:spPr>
          <a:xfrm>
            <a:off x="228600" y="276225"/>
            <a:ext cx="2409900" cy="31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Mist">
  <p:cSld name="SECTION_HEADER_1_3_1">
    <p:spTree>
      <p:nvGrpSpPr>
        <p:cNvPr id="368" name="Shape 368"/>
        <p:cNvGrpSpPr/>
        <p:nvPr/>
      </p:nvGrpSpPr>
      <p:grpSpPr>
        <a:xfrm>
          <a:off x="0" y="0"/>
          <a:ext cx="0" cy="0"/>
          <a:chOff x="0" y="0"/>
          <a:chExt cx="0" cy="0"/>
        </a:xfrm>
      </p:grpSpPr>
      <p:sp>
        <p:nvSpPr>
          <p:cNvPr id="369" name="Google Shape;369;p22"/>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0" name="Google Shape;370;p22"/>
          <p:cNvSpPr/>
          <p:nvPr/>
        </p:nvSpPr>
        <p:spPr>
          <a:xfrm>
            <a:off x="228600" y="276225"/>
            <a:ext cx="2409900" cy="31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2"/>
          <p:cNvSpPr/>
          <p:nvPr/>
        </p:nvSpPr>
        <p:spPr>
          <a:xfrm flipH="1">
            <a:off x="1797600" y="611075"/>
            <a:ext cx="7368600" cy="4532700"/>
          </a:xfrm>
          <a:prstGeom prst="round1Rect">
            <a:avLst>
              <a:gd fmla="val 75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372" name="Google Shape;372;p22"/>
          <p:cNvSpPr txBox="1"/>
          <p:nvPr>
            <p:ph type="title"/>
          </p:nvPr>
        </p:nvSpPr>
        <p:spPr>
          <a:xfrm>
            <a:off x="2338650" y="1885950"/>
            <a:ext cx="6286500" cy="2602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3200"/>
              <a:buNone/>
              <a:defRPr/>
            </a:lvl1pPr>
            <a:lvl2pPr lvl="1"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2pPr>
            <a:lvl3pPr lvl="2"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3pPr>
            <a:lvl4pPr lvl="3"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4pPr>
            <a:lvl5pPr lvl="4"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5pPr>
            <a:lvl6pPr lvl="5"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6pPr>
            <a:lvl7pPr lvl="6"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7pPr>
            <a:lvl8pPr lvl="7"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8pPr>
            <a:lvl9pPr lvl="8" rtl="0">
              <a:lnSpc>
                <a:spcPct val="100000"/>
              </a:lnSpc>
              <a:spcBef>
                <a:spcPts val="0"/>
              </a:spcBef>
              <a:spcAft>
                <a:spcPts val="0"/>
              </a:spcAft>
              <a:buSzPts val="2600"/>
              <a:buFont typeface="DS Indigo SemiBold"/>
              <a:buNone/>
              <a:defRPr sz="2600">
                <a:latin typeface="DS Indigo SemiBold"/>
                <a:ea typeface="DS Indigo SemiBold"/>
                <a:cs typeface="DS Indigo SemiBold"/>
                <a:sym typeface="DS Indigo SemiBold"/>
              </a:defRPr>
            </a:lvl9pPr>
          </a:lstStyle>
          <a:p/>
        </p:txBody>
      </p:sp>
      <p:sp>
        <p:nvSpPr>
          <p:cNvPr id="373" name="Google Shape;373;p22"/>
          <p:cNvSpPr txBox="1"/>
          <p:nvPr>
            <p:ph idx="1" type="subTitle"/>
          </p:nvPr>
        </p:nvSpPr>
        <p:spPr>
          <a:xfrm>
            <a:off x="2338650" y="1113200"/>
            <a:ext cx="62865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000"/>
              <a:buNone/>
              <a:defRPr sz="1000">
                <a:solidFill>
                  <a:schemeClr val="dk1"/>
                </a:solidFill>
              </a:defRPr>
            </a:lvl1pPr>
            <a:lvl2pPr lvl="1" rtl="0">
              <a:lnSpc>
                <a:spcPct val="100000"/>
              </a:lnSpc>
              <a:spcBef>
                <a:spcPts val="0"/>
              </a:spcBef>
              <a:spcAft>
                <a:spcPts val="0"/>
              </a:spcAft>
              <a:buClr>
                <a:schemeClr val="dk1"/>
              </a:buClr>
              <a:buSzPts val="1000"/>
              <a:buNone/>
              <a:defRPr>
                <a:solidFill>
                  <a:schemeClr val="dk1"/>
                </a:solidFill>
              </a:defRPr>
            </a:lvl2pPr>
            <a:lvl3pPr lvl="2" rtl="0">
              <a:lnSpc>
                <a:spcPct val="100000"/>
              </a:lnSpc>
              <a:spcBef>
                <a:spcPts val="0"/>
              </a:spcBef>
              <a:spcAft>
                <a:spcPts val="0"/>
              </a:spcAft>
              <a:buClr>
                <a:schemeClr val="dk1"/>
              </a:buClr>
              <a:buSzPts val="1000"/>
              <a:buNone/>
              <a:defRPr>
                <a:solidFill>
                  <a:schemeClr val="dk1"/>
                </a:solidFill>
              </a:defRPr>
            </a:lvl3pPr>
            <a:lvl4pPr lvl="3" rtl="0">
              <a:lnSpc>
                <a:spcPct val="100000"/>
              </a:lnSpc>
              <a:spcBef>
                <a:spcPts val="0"/>
              </a:spcBef>
              <a:spcAft>
                <a:spcPts val="0"/>
              </a:spcAft>
              <a:buClr>
                <a:schemeClr val="dk1"/>
              </a:buClr>
              <a:buSzPts val="1000"/>
              <a:buNone/>
              <a:defRPr>
                <a:solidFill>
                  <a:schemeClr val="dk1"/>
                </a:solidFill>
              </a:defRPr>
            </a:lvl4pPr>
            <a:lvl5pPr lvl="4" rtl="0">
              <a:lnSpc>
                <a:spcPct val="100000"/>
              </a:lnSpc>
              <a:spcBef>
                <a:spcPts val="0"/>
              </a:spcBef>
              <a:spcAft>
                <a:spcPts val="0"/>
              </a:spcAft>
              <a:buClr>
                <a:schemeClr val="dk1"/>
              </a:buClr>
              <a:buSzPts val="1000"/>
              <a:buNone/>
              <a:defRPr>
                <a:solidFill>
                  <a:schemeClr val="dk1"/>
                </a:solidFill>
              </a:defRPr>
            </a:lvl5pPr>
            <a:lvl6pPr lvl="5" rtl="0">
              <a:lnSpc>
                <a:spcPct val="100000"/>
              </a:lnSpc>
              <a:spcBef>
                <a:spcPts val="0"/>
              </a:spcBef>
              <a:spcAft>
                <a:spcPts val="0"/>
              </a:spcAft>
              <a:buClr>
                <a:schemeClr val="dk1"/>
              </a:buClr>
              <a:buSzPts val="1000"/>
              <a:buNone/>
              <a:defRPr>
                <a:solidFill>
                  <a:schemeClr val="dk1"/>
                </a:solidFill>
              </a:defRPr>
            </a:lvl6pPr>
            <a:lvl7pPr lvl="6" rtl="0">
              <a:lnSpc>
                <a:spcPct val="100000"/>
              </a:lnSpc>
              <a:spcBef>
                <a:spcPts val="0"/>
              </a:spcBef>
              <a:spcAft>
                <a:spcPts val="0"/>
              </a:spcAft>
              <a:buClr>
                <a:schemeClr val="dk1"/>
              </a:buClr>
              <a:buSzPts val="1000"/>
              <a:buNone/>
              <a:defRPr>
                <a:solidFill>
                  <a:schemeClr val="dk1"/>
                </a:solidFill>
              </a:defRPr>
            </a:lvl7pPr>
            <a:lvl8pPr lvl="7" rtl="0">
              <a:lnSpc>
                <a:spcPct val="100000"/>
              </a:lnSpc>
              <a:spcBef>
                <a:spcPts val="0"/>
              </a:spcBef>
              <a:spcAft>
                <a:spcPts val="0"/>
              </a:spcAft>
              <a:buClr>
                <a:schemeClr val="dk1"/>
              </a:buClr>
              <a:buSzPts val="1000"/>
              <a:buNone/>
              <a:defRPr>
                <a:solidFill>
                  <a:schemeClr val="dk1"/>
                </a:solidFill>
              </a:defRPr>
            </a:lvl8pPr>
            <a:lvl9pPr lvl="8" rtl="0">
              <a:lnSpc>
                <a:spcPct val="100000"/>
              </a:lnSpc>
              <a:spcBef>
                <a:spcPts val="0"/>
              </a:spcBef>
              <a:spcAft>
                <a:spcPts val="0"/>
              </a:spcAft>
              <a:buClr>
                <a:schemeClr val="dk1"/>
              </a:buClr>
              <a:buSzPts val="1000"/>
              <a:buNone/>
              <a:defRPr>
                <a:solidFill>
                  <a:schemeClr val="dk1"/>
                </a:solidFill>
              </a:defRPr>
            </a:lvl9pPr>
          </a:lstStyle>
          <a:p/>
        </p:txBody>
      </p:sp>
      <p:sp>
        <p:nvSpPr>
          <p:cNvPr id="374" name="Google Shape;374;p22"/>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Ecru">
  <p:cSld name="SECTION_HEADER_1_3_1_1">
    <p:spTree>
      <p:nvGrpSpPr>
        <p:cNvPr id="375" name="Shape 375"/>
        <p:cNvGrpSpPr/>
        <p:nvPr/>
      </p:nvGrpSpPr>
      <p:grpSpPr>
        <a:xfrm>
          <a:off x="0" y="0"/>
          <a:ext cx="0" cy="0"/>
          <a:chOff x="0" y="0"/>
          <a:chExt cx="0" cy="0"/>
        </a:xfrm>
      </p:grpSpPr>
      <p:sp>
        <p:nvSpPr>
          <p:cNvPr id="376" name="Google Shape;376;p23"/>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7" name="Google Shape;377;p23"/>
          <p:cNvSpPr/>
          <p:nvPr/>
        </p:nvSpPr>
        <p:spPr>
          <a:xfrm>
            <a:off x="228600" y="276225"/>
            <a:ext cx="2409900" cy="31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3"/>
          <p:cNvSpPr/>
          <p:nvPr/>
        </p:nvSpPr>
        <p:spPr>
          <a:xfrm flipH="1">
            <a:off x="1797600" y="611075"/>
            <a:ext cx="7368600" cy="4532700"/>
          </a:xfrm>
          <a:prstGeom prst="round1Rect">
            <a:avLst>
              <a:gd fmla="val 751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379" name="Google Shape;379;p23"/>
          <p:cNvSpPr txBox="1"/>
          <p:nvPr>
            <p:ph type="title"/>
          </p:nvPr>
        </p:nvSpPr>
        <p:spPr>
          <a:xfrm>
            <a:off x="2338650" y="1885950"/>
            <a:ext cx="6286500" cy="2602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3200"/>
              <a:buNone/>
              <a:defRPr/>
            </a:lvl1pPr>
            <a:lvl2pPr lvl="1" rtl="0">
              <a:lnSpc>
                <a:spcPct val="100000"/>
              </a:lnSpc>
              <a:spcBef>
                <a:spcPts val="0"/>
              </a:spcBef>
              <a:spcAft>
                <a:spcPts val="0"/>
              </a:spcAft>
              <a:buSzPts val="2600"/>
              <a:buFont typeface="DS Indigo"/>
              <a:buNone/>
              <a:defRPr sz="2600">
                <a:latin typeface="DS Indigo"/>
                <a:ea typeface="DS Indigo"/>
                <a:cs typeface="DS Indigo"/>
                <a:sym typeface="DS Indigo"/>
              </a:defRPr>
            </a:lvl2pPr>
            <a:lvl3pPr lvl="2" rtl="0">
              <a:lnSpc>
                <a:spcPct val="100000"/>
              </a:lnSpc>
              <a:spcBef>
                <a:spcPts val="0"/>
              </a:spcBef>
              <a:spcAft>
                <a:spcPts val="0"/>
              </a:spcAft>
              <a:buSzPts val="2600"/>
              <a:buFont typeface="DS Indigo"/>
              <a:buNone/>
              <a:defRPr sz="2600">
                <a:latin typeface="DS Indigo"/>
                <a:ea typeface="DS Indigo"/>
                <a:cs typeface="DS Indigo"/>
                <a:sym typeface="DS Indigo"/>
              </a:defRPr>
            </a:lvl3pPr>
            <a:lvl4pPr lvl="3" rtl="0">
              <a:lnSpc>
                <a:spcPct val="100000"/>
              </a:lnSpc>
              <a:spcBef>
                <a:spcPts val="0"/>
              </a:spcBef>
              <a:spcAft>
                <a:spcPts val="0"/>
              </a:spcAft>
              <a:buSzPts val="2600"/>
              <a:buFont typeface="DS Indigo"/>
              <a:buNone/>
              <a:defRPr sz="2600">
                <a:latin typeface="DS Indigo"/>
                <a:ea typeface="DS Indigo"/>
                <a:cs typeface="DS Indigo"/>
                <a:sym typeface="DS Indigo"/>
              </a:defRPr>
            </a:lvl4pPr>
            <a:lvl5pPr lvl="4" rtl="0">
              <a:lnSpc>
                <a:spcPct val="100000"/>
              </a:lnSpc>
              <a:spcBef>
                <a:spcPts val="0"/>
              </a:spcBef>
              <a:spcAft>
                <a:spcPts val="0"/>
              </a:spcAft>
              <a:buSzPts val="2600"/>
              <a:buFont typeface="DS Indigo"/>
              <a:buNone/>
              <a:defRPr sz="2600">
                <a:latin typeface="DS Indigo"/>
                <a:ea typeface="DS Indigo"/>
                <a:cs typeface="DS Indigo"/>
                <a:sym typeface="DS Indigo"/>
              </a:defRPr>
            </a:lvl5pPr>
            <a:lvl6pPr lvl="5" rtl="0">
              <a:lnSpc>
                <a:spcPct val="100000"/>
              </a:lnSpc>
              <a:spcBef>
                <a:spcPts val="0"/>
              </a:spcBef>
              <a:spcAft>
                <a:spcPts val="0"/>
              </a:spcAft>
              <a:buSzPts val="2600"/>
              <a:buFont typeface="DS Indigo"/>
              <a:buNone/>
              <a:defRPr sz="2600">
                <a:latin typeface="DS Indigo"/>
                <a:ea typeface="DS Indigo"/>
                <a:cs typeface="DS Indigo"/>
                <a:sym typeface="DS Indigo"/>
              </a:defRPr>
            </a:lvl6pPr>
            <a:lvl7pPr lvl="6" rtl="0">
              <a:lnSpc>
                <a:spcPct val="100000"/>
              </a:lnSpc>
              <a:spcBef>
                <a:spcPts val="0"/>
              </a:spcBef>
              <a:spcAft>
                <a:spcPts val="0"/>
              </a:spcAft>
              <a:buSzPts val="2600"/>
              <a:buFont typeface="DS Indigo"/>
              <a:buNone/>
              <a:defRPr sz="2600">
                <a:latin typeface="DS Indigo"/>
                <a:ea typeface="DS Indigo"/>
                <a:cs typeface="DS Indigo"/>
                <a:sym typeface="DS Indigo"/>
              </a:defRPr>
            </a:lvl7pPr>
            <a:lvl8pPr lvl="7" rtl="0">
              <a:lnSpc>
                <a:spcPct val="100000"/>
              </a:lnSpc>
              <a:spcBef>
                <a:spcPts val="0"/>
              </a:spcBef>
              <a:spcAft>
                <a:spcPts val="0"/>
              </a:spcAft>
              <a:buSzPts val="2600"/>
              <a:buFont typeface="DS Indigo"/>
              <a:buNone/>
              <a:defRPr sz="2600">
                <a:latin typeface="DS Indigo"/>
                <a:ea typeface="DS Indigo"/>
                <a:cs typeface="DS Indigo"/>
                <a:sym typeface="DS Indigo"/>
              </a:defRPr>
            </a:lvl8pPr>
            <a:lvl9pPr lvl="8" rtl="0">
              <a:lnSpc>
                <a:spcPct val="100000"/>
              </a:lnSpc>
              <a:spcBef>
                <a:spcPts val="0"/>
              </a:spcBef>
              <a:spcAft>
                <a:spcPts val="0"/>
              </a:spcAft>
              <a:buSzPts val="2600"/>
              <a:buFont typeface="DS Indigo"/>
              <a:buNone/>
              <a:defRPr sz="2600">
                <a:latin typeface="DS Indigo"/>
                <a:ea typeface="DS Indigo"/>
                <a:cs typeface="DS Indigo"/>
                <a:sym typeface="DS Indigo"/>
              </a:defRPr>
            </a:lvl9pPr>
          </a:lstStyle>
          <a:p/>
        </p:txBody>
      </p:sp>
      <p:sp>
        <p:nvSpPr>
          <p:cNvPr id="380" name="Google Shape;380;p23"/>
          <p:cNvSpPr txBox="1"/>
          <p:nvPr>
            <p:ph idx="1" type="subTitle"/>
          </p:nvPr>
        </p:nvSpPr>
        <p:spPr>
          <a:xfrm>
            <a:off x="2338650" y="1113200"/>
            <a:ext cx="62865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000"/>
              <a:buNone/>
              <a:defRPr sz="1000">
                <a:solidFill>
                  <a:schemeClr val="dk1"/>
                </a:solidFill>
              </a:defRPr>
            </a:lvl1pPr>
            <a:lvl2pPr lvl="1" rtl="0">
              <a:lnSpc>
                <a:spcPct val="100000"/>
              </a:lnSpc>
              <a:spcBef>
                <a:spcPts val="0"/>
              </a:spcBef>
              <a:spcAft>
                <a:spcPts val="0"/>
              </a:spcAft>
              <a:buClr>
                <a:schemeClr val="dk1"/>
              </a:buClr>
              <a:buSzPts val="1000"/>
              <a:buNone/>
              <a:defRPr>
                <a:solidFill>
                  <a:schemeClr val="dk1"/>
                </a:solidFill>
              </a:defRPr>
            </a:lvl2pPr>
            <a:lvl3pPr lvl="2" rtl="0">
              <a:lnSpc>
                <a:spcPct val="100000"/>
              </a:lnSpc>
              <a:spcBef>
                <a:spcPts val="0"/>
              </a:spcBef>
              <a:spcAft>
                <a:spcPts val="0"/>
              </a:spcAft>
              <a:buClr>
                <a:schemeClr val="dk1"/>
              </a:buClr>
              <a:buSzPts val="1000"/>
              <a:buNone/>
              <a:defRPr>
                <a:solidFill>
                  <a:schemeClr val="dk1"/>
                </a:solidFill>
              </a:defRPr>
            </a:lvl3pPr>
            <a:lvl4pPr lvl="3" rtl="0">
              <a:lnSpc>
                <a:spcPct val="100000"/>
              </a:lnSpc>
              <a:spcBef>
                <a:spcPts val="0"/>
              </a:spcBef>
              <a:spcAft>
                <a:spcPts val="0"/>
              </a:spcAft>
              <a:buClr>
                <a:schemeClr val="dk1"/>
              </a:buClr>
              <a:buSzPts val="1000"/>
              <a:buNone/>
              <a:defRPr>
                <a:solidFill>
                  <a:schemeClr val="dk1"/>
                </a:solidFill>
              </a:defRPr>
            </a:lvl4pPr>
            <a:lvl5pPr lvl="4" rtl="0">
              <a:lnSpc>
                <a:spcPct val="100000"/>
              </a:lnSpc>
              <a:spcBef>
                <a:spcPts val="0"/>
              </a:spcBef>
              <a:spcAft>
                <a:spcPts val="0"/>
              </a:spcAft>
              <a:buClr>
                <a:schemeClr val="dk1"/>
              </a:buClr>
              <a:buSzPts val="1000"/>
              <a:buNone/>
              <a:defRPr>
                <a:solidFill>
                  <a:schemeClr val="dk1"/>
                </a:solidFill>
              </a:defRPr>
            </a:lvl5pPr>
            <a:lvl6pPr lvl="5" rtl="0">
              <a:lnSpc>
                <a:spcPct val="100000"/>
              </a:lnSpc>
              <a:spcBef>
                <a:spcPts val="0"/>
              </a:spcBef>
              <a:spcAft>
                <a:spcPts val="0"/>
              </a:spcAft>
              <a:buClr>
                <a:schemeClr val="dk1"/>
              </a:buClr>
              <a:buSzPts val="1000"/>
              <a:buNone/>
              <a:defRPr>
                <a:solidFill>
                  <a:schemeClr val="dk1"/>
                </a:solidFill>
              </a:defRPr>
            </a:lvl6pPr>
            <a:lvl7pPr lvl="6" rtl="0">
              <a:lnSpc>
                <a:spcPct val="100000"/>
              </a:lnSpc>
              <a:spcBef>
                <a:spcPts val="0"/>
              </a:spcBef>
              <a:spcAft>
                <a:spcPts val="0"/>
              </a:spcAft>
              <a:buClr>
                <a:schemeClr val="dk1"/>
              </a:buClr>
              <a:buSzPts val="1000"/>
              <a:buNone/>
              <a:defRPr>
                <a:solidFill>
                  <a:schemeClr val="dk1"/>
                </a:solidFill>
              </a:defRPr>
            </a:lvl7pPr>
            <a:lvl8pPr lvl="7" rtl="0">
              <a:lnSpc>
                <a:spcPct val="100000"/>
              </a:lnSpc>
              <a:spcBef>
                <a:spcPts val="0"/>
              </a:spcBef>
              <a:spcAft>
                <a:spcPts val="0"/>
              </a:spcAft>
              <a:buClr>
                <a:schemeClr val="dk1"/>
              </a:buClr>
              <a:buSzPts val="1000"/>
              <a:buNone/>
              <a:defRPr>
                <a:solidFill>
                  <a:schemeClr val="dk1"/>
                </a:solidFill>
              </a:defRPr>
            </a:lvl8pPr>
            <a:lvl9pPr lvl="8" rtl="0">
              <a:lnSpc>
                <a:spcPct val="100000"/>
              </a:lnSpc>
              <a:spcBef>
                <a:spcPts val="0"/>
              </a:spcBef>
              <a:spcAft>
                <a:spcPts val="0"/>
              </a:spcAft>
              <a:buClr>
                <a:schemeClr val="dk1"/>
              </a:buClr>
              <a:buSzPts val="1000"/>
              <a:buNone/>
              <a:defRPr>
                <a:solidFill>
                  <a:schemeClr val="dk1"/>
                </a:solidFill>
              </a:defRPr>
            </a:lvl9pPr>
          </a:lstStyle>
          <a:p/>
        </p:txBody>
      </p:sp>
      <p:sp>
        <p:nvSpPr>
          <p:cNvPr id="381" name="Google Shape;381;p23"/>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Cobalt">
  <p:cSld name="SECTION_HEADER_1_3_1_1_1">
    <p:spTree>
      <p:nvGrpSpPr>
        <p:cNvPr id="382" name="Shape 382"/>
        <p:cNvGrpSpPr/>
        <p:nvPr/>
      </p:nvGrpSpPr>
      <p:grpSpPr>
        <a:xfrm>
          <a:off x="0" y="0"/>
          <a:ext cx="0" cy="0"/>
          <a:chOff x="0" y="0"/>
          <a:chExt cx="0" cy="0"/>
        </a:xfrm>
      </p:grpSpPr>
      <p:sp>
        <p:nvSpPr>
          <p:cNvPr id="383" name="Google Shape;383;p24"/>
          <p:cNvSpPr/>
          <p:nvPr/>
        </p:nvSpPr>
        <p:spPr>
          <a:xfrm flipH="1">
            <a:off x="1797600" y="611075"/>
            <a:ext cx="7368600" cy="4532700"/>
          </a:xfrm>
          <a:prstGeom prst="round1Rect">
            <a:avLst>
              <a:gd fmla="val 751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384" name="Google Shape;384;p24"/>
          <p:cNvSpPr txBox="1"/>
          <p:nvPr>
            <p:ph type="title"/>
          </p:nvPr>
        </p:nvSpPr>
        <p:spPr>
          <a:xfrm>
            <a:off x="2338650" y="1885950"/>
            <a:ext cx="6286500" cy="2602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3200"/>
              <a:buNone/>
              <a:defRPr>
                <a:solidFill>
                  <a:schemeClr val="lt1"/>
                </a:solidFill>
              </a:defRPr>
            </a:lvl1pPr>
            <a:lvl2pPr lvl="1"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9pPr>
          </a:lstStyle>
          <a:p/>
        </p:txBody>
      </p:sp>
      <p:sp>
        <p:nvSpPr>
          <p:cNvPr id="385" name="Google Shape;385;p24"/>
          <p:cNvSpPr txBox="1"/>
          <p:nvPr>
            <p:ph idx="1" type="subTitle"/>
          </p:nvPr>
        </p:nvSpPr>
        <p:spPr>
          <a:xfrm>
            <a:off x="2338650" y="1113200"/>
            <a:ext cx="62865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Clr>
                <a:schemeClr val="lt1"/>
              </a:buClr>
              <a:buSzPts val="1000"/>
              <a:buNone/>
              <a:defRPr>
                <a:solidFill>
                  <a:schemeClr val="lt1"/>
                </a:solidFill>
              </a:defRPr>
            </a:lvl2pPr>
            <a:lvl3pPr lvl="2" rtl="0">
              <a:lnSpc>
                <a:spcPct val="100000"/>
              </a:lnSpc>
              <a:spcBef>
                <a:spcPts val="0"/>
              </a:spcBef>
              <a:spcAft>
                <a:spcPts val="0"/>
              </a:spcAft>
              <a:buClr>
                <a:schemeClr val="lt1"/>
              </a:buClr>
              <a:buSzPts val="1000"/>
              <a:buNone/>
              <a:defRPr>
                <a:solidFill>
                  <a:schemeClr val="lt1"/>
                </a:solidFill>
              </a:defRPr>
            </a:lvl3pPr>
            <a:lvl4pPr lvl="3" rtl="0">
              <a:lnSpc>
                <a:spcPct val="100000"/>
              </a:lnSpc>
              <a:spcBef>
                <a:spcPts val="0"/>
              </a:spcBef>
              <a:spcAft>
                <a:spcPts val="0"/>
              </a:spcAft>
              <a:buClr>
                <a:schemeClr val="lt1"/>
              </a:buClr>
              <a:buSzPts val="1000"/>
              <a:buNone/>
              <a:defRPr>
                <a:solidFill>
                  <a:schemeClr val="lt1"/>
                </a:solidFill>
              </a:defRPr>
            </a:lvl4pPr>
            <a:lvl5pPr lvl="4" rtl="0">
              <a:lnSpc>
                <a:spcPct val="100000"/>
              </a:lnSpc>
              <a:spcBef>
                <a:spcPts val="0"/>
              </a:spcBef>
              <a:spcAft>
                <a:spcPts val="0"/>
              </a:spcAft>
              <a:buClr>
                <a:schemeClr val="lt1"/>
              </a:buClr>
              <a:buSzPts val="1000"/>
              <a:buNone/>
              <a:defRPr>
                <a:solidFill>
                  <a:schemeClr val="lt1"/>
                </a:solidFill>
              </a:defRPr>
            </a:lvl5pPr>
            <a:lvl6pPr lvl="5" rtl="0">
              <a:lnSpc>
                <a:spcPct val="100000"/>
              </a:lnSpc>
              <a:spcBef>
                <a:spcPts val="0"/>
              </a:spcBef>
              <a:spcAft>
                <a:spcPts val="0"/>
              </a:spcAft>
              <a:buClr>
                <a:schemeClr val="lt1"/>
              </a:buClr>
              <a:buSzPts val="1000"/>
              <a:buNone/>
              <a:defRPr>
                <a:solidFill>
                  <a:schemeClr val="lt1"/>
                </a:solidFill>
              </a:defRPr>
            </a:lvl6pPr>
            <a:lvl7pPr lvl="6" rtl="0">
              <a:lnSpc>
                <a:spcPct val="100000"/>
              </a:lnSpc>
              <a:spcBef>
                <a:spcPts val="0"/>
              </a:spcBef>
              <a:spcAft>
                <a:spcPts val="0"/>
              </a:spcAft>
              <a:buClr>
                <a:schemeClr val="lt1"/>
              </a:buClr>
              <a:buSzPts val="1000"/>
              <a:buNone/>
              <a:defRPr>
                <a:solidFill>
                  <a:schemeClr val="lt1"/>
                </a:solidFill>
              </a:defRPr>
            </a:lvl7pPr>
            <a:lvl8pPr lvl="7" rtl="0">
              <a:lnSpc>
                <a:spcPct val="100000"/>
              </a:lnSpc>
              <a:spcBef>
                <a:spcPts val="0"/>
              </a:spcBef>
              <a:spcAft>
                <a:spcPts val="0"/>
              </a:spcAft>
              <a:buClr>
                <a:schemeClr val="lt1"/>
              </a:buClr>
              <a:buSzPts val="1000"/>
              <a:buNone/>
              <a:defRPr>
                <a:solidFill>
                  <a:schemeClr val="lt1"/>
                </a:solidFill>
              </a:defRPr>
            </a:lvl8pPr>
            <a:lvl9pPr lvl="8" rtl="0">
              <a:lnSpc>
                <a:spcPct val="100000"/>
              </a:lnSpc>
              <a:spcBef>
                <a:spcPts val="0"/>
              </a:spcBef>
              <a:spcAft>
                <a:spcPts val="0"/>
              </a:spcAft>
              <a:buClr>
                <a:schemeClr val="lt1"/>
              </a:buClr>
              <a:buSzPts val="1000"/>
              <a:buNone/>
              <a:defRPr>
                <a:solidFill>
                  <a:schemeClr val="lt1"/>
                </a:solidFill>
              </a:defRPr>
            </a:lvl9pPr>
          </a:lstStyle>
          <a:p/>
        </p:txBody>
      </p:sp>
      <p:sp>
        <p:nvSpPr>
          <p:cNvPr id="386" name="Google Shape;386;p24"/>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24"/>
          <p:cNvSpPr/>
          <p:nvPr/>
        </p:nvSpPr>
        <p:spPr>
          <a:xfrm>
            <a:off x="228600" y="276225"/>
            <a:ext cx="2409900" cy="31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4"/>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Deep Violet">
  <p:cSld name="SECTION_HEADER_1_3_1_1_1_1">
    <p:spTree>
      <p:nvGrpSpPr>
        <p:cNvPr id="389" name="Shape 389"/>
        <p:cNvGrpSpPr/>
        <p:nvPr/>
      </p:nvGrpSpPr>
      <p:grpSpPr>
        <a:xfrm>
          <a:off x="0" y="0"/>
          <a:ext cx="0" cy="0"/>
          <a:chOff x="0" y="0"/>
          <a:chExt cx="0" cy="0"/>
        </a:xfrm>
      </p:grpSpPr>
      <p:sp>
        <p:nvSpPr>
          <p:cNvPr id="390" name="Google Shape;390;p25"/>
          <p:cNvSpPr/>
          <p:nvPr/>
        </p:nvSpPr>
        <p:spPr>
          <a:xfrm>
            <a:off x="228600" y="276225"/>
            <a:ext cx="2409900" cy="31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5"/>
          <p:cNvSpPr/>
          <p:nvPr/>
        </p:nvSpPr>
        <p:spPr>
          <a:xfrm flipH="1">
            <a:off x="1797600" y="611075"/>
            <a:ext cx="7368600" cy="4532700"/>
          </a:xfrm>
          <a:prstGeom prst="round1Rect">
            <a:avLst>
              <a:gd fmla="val 751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392" name="Google Shape;392;p25"/>
          <p:cNvSpPr txBox="1"/>
          <p:nvPr>
            <p:ph type="title"/>
          </p:nvPr>
        </p:nvSpPr>
        <p:spPr>
          <a:xfrm>
            <a:off x="2338650" y="1885950"/>
            <a:ext cx="6286500" cy="2602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3200"/>
              <a:buNone/>
              <a:defRPr>
                <a:solidFill>
                  <a:schemeClr val="lt1"/>
                </a:solidFill>
              </a:defRPr>
            </a:lvl1pPr>
            <a:lvl2pPr lvl="1"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2pPr>
            <a:lvl3pPr lvl="2"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3pPr>
            <a:lvl4pPr lvl="3"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4pPr>
            <a:lvl5pPr lvl="4"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5pPr>
            <a:lvl6pPr lvl="5"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6pPr>
            <a:lvl7pPr lvl="6"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7pPr>
            <a:lvl8pPr lvl="7"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8pPr>
            <a:lvl9pPr lvl="8" rtl="0">
              <a:lnSpc>
                <a:spcPct val="100000"/>
              </a:lnSpc>
              <a:spcBef>
                <a:spcPts val="0"/>
              </a:spcBef>
              <a:spcAft>
                <a:spcPts val="0"/>
              </a:spcAft>
              <a:buClr>
                <a:schemeClr val="lt1"/>
              </a:buClr>
              <a:buSzPts val="2600"/>
              <a:buFont typeface="DS Indigo"/>
              <a:buNone/>
              <a:defRPr sz="2600">
                <a:solidFill>
                  <a:schemeClr val="lt1"/>
                </a:solidFill>
                <a:latin typeface="DS Indigo"/>
                <a:ea typeface="DS Indigo"/>
                <a:cs typeface="DS Indigo"/>
                <a:sym typeface="DS Indigo"/>
              </a:defRPr>
            </a:lvl9pPr>
          </a:lstStyle>
          <a:p/>
        </p:txBody>
      </p:sp>
      <p:sp>
        <p:nvSpPr>
          <p:cNvPr id="393" name="Google Shape;393;p25"/>
          <p:cNvSpPr txBox="1"/>
          <p:nvPr>
            <p:ph idx="1" type="subTitle"/>
          </p:nvPr>
        </p:nvSpPr>
        <p:spPr>
          <a:xfrm>
            <a:off x="2338650" y="1113200"/>
            <a:ext cx="62865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Clr>
                <a:schemeClr val="lt1"/>
              </a:buClr>
              <a:buSzPts val="1000"/>
              <a:buNone/>
              <a:defRPr>
                <a:solidFill>
                  <a:schemeClr val="lt1"/>
                </a:solidFill>
              </a:defRPr>
            </a:lvl2pPr>
            <a:lvl3pPr lvl="2" rtl="0">
              <a:lnSpc>
                <a:spcPct val="100000"/>
              </a:lnSpc>
              <a:spcBef>
                <a:spcPts val="0"/>
              </a:spcBef>
              <a:spcAft>
                <a:spcPts val="0"/>
              </a:spcAft>
              <a:buClr>
                <a:schemeClr val="lt1"/>
              </a:buClr>
              <a:buSzPts val="1000"/>
              <a:buNone/>
              <a:defRPr>
                <a:solidFill>
                  <a:schemeClr val="lt1"/>
                </a:solidFill>
              </a:defRPr>
            </a:lvl3pPr>
            <a:lvl4pPr lvl="3" rtl="0">
              <a:lnSpc>
                <a:spcPct val="100000"/>
              </a:lnSpc>
              <a:spcBef>
                <a:spcPts val="0"/>
              </a:spcBef>
              <a:spcAft>
                <a:spcPts val="0"/>
              </a:spcAft>
              <a:buClr>
                <a:schemeClr val="lt1"/>
              </a:buClr>
              <a:buSzPts val="1000"/>
              <a:buNone/>
              <a:defRPr>
                <a:solidFill>
                  <a:schemeClr val="lt1"/>
                </a:solidFill>
              </a:defRPr>
            </a:lvl4pPr>
            <a:lvl5pPr lvl="4" rtl="0">
              <a:lnSpc>
                <a:spcPct val="100000"/>
              </a:lnSpc>
              <a:spcBef>
                <a:spcPts val="0"/>
              </a:spcBef>
              <a:spcAft>
                <a:spcPts val="0"/>
              </a:spcAft>
              <a:buClr>
                <a:schemeClr val="lt1"/>
              </a:buClr>
              <a:buSzPts val="1000"/>
              <a:buNone/>
              <a:defRPr>
                <a:solidFill>
                  <a:schemeClr val="lt1"/>
                </a:solidFill>
              </a:defRPr>
            </a:lvl5pPr>
            <a:lvl6pPr lvl="5" rtl="0">
              <a:lnSpc>
                <a:spcPct val="100000"/>
              </a:lnSpc>
              <a:spcBef>
                <a:spcPts val="0"/>
              </a:spcBef>
              <a:spcAft>
                <a:spcPts val="0"/>
              </a:spcAft>
              <a:buClr>
                <a:schemeClr val="lt1"/>
              </a:buClr>
              <a:buSzPts val="1000"/>
              <a:buNone/>
              <a:defRPr>
                <a:solidFill>
                  <a:schemeClr val="lt1"/>
                </a:solidFill>
              </a:defRPr>
            </a:lvl6pPr>
            <a:lvl7pPr lvl="6" rtl="0">
              <a:lnSpc>
                <a:spcPct val="100000"/>
              </a:lnSpc>
              <a:spcBef>
                <a:spcPts val="0"/>
              </a:spcBef>
              <a:spcAft>
                <a:spcPts val="0"/>
              </a:spcAft>
              <a:buClr>
                <a:schemeClr val="lt1"/>
              </a:buClr>
              <a:buSzPts val="1000"/>
              <a:buNone/>
              <a:defRPr>
                <a:solidFill>
                  <a:schemeClr val="lt1"/>
                </a:solidFill>
              </a:defRPr>
            </a:lvl7pPr>
            <a:lvl8pPr lvl="7" rtl="0">
              <a:lnSpc>
                <a:spcPct val="100000"/>
              </a:lnSpc>
              <a:spcBef>
                <a:spcPts val="0"/>
              </a:spcBef>
              <a:spcAft>
                <a:spcPts val="0"/>
              </a:spcAft>
              <a:buClr>
                <a:schemeClr val="lt1"/>
              </a:buClr>
              <a:buSzPts val="1000"/>
              <a:buNone/>
              <a:defRPr>
                <a:solidFill>
                  <a:schemeClr val="lt1"/>
                </a:solidFill>
              </a:defRPr>
            </a:lvl8pPr>
            <a:lvl9pPr lvl="8" rtl="0">
              <a:lnSpc>
                <a:spcPct val="100000"/>
              </a:lnSpc>
              <a:spcBef>
                <a:spcPts val="0"/>
              </a:spcBef>
              <a:spcAft>
                <a:spcPts val="0"/>
              </a:spcAft>
              <a:buClr>
                <a:schemeClr val="lt1"/>
              </a:buClr>
              <a:buSzPts val="1000"/>
              <a:buNone/>
              <a:defRPr>
                <a:solidFill>
                  <a:schemeClr val="lt1"/>
                </a:solidFill>
              </a:defRPr>
            </a:lvl9pPr>
          </a:lstStyle>
          <a:p/>
        </p:txBody>
      </p:sp>
      <p:sp>
        <p:nvSpPr>
          <p:cNvPr id="394" name="Google Shape;394;p25"/>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Inkwell">
  <p:cSld name="SECTION_HEADER_1_3_1_1_1_1_1">
    <p:spTree>
      <p:nvGrpSpPr>
        <p:cNvPr id="395" name="Shape 395"/>
        <p:cNvGrpSpPr/>
        <p:nvPr/>
      </p:nvGrpSpPr>
      <p:grpSpPr>
        <a:xfrm>
          <a:off x="0" y="0"/>
          <a:ext cx="0" cy="0"/>
          <a:chOff x="0" y="0"/>
          <a:chExt cx="0" cy="0"/>
        </a:xfrm>
      </p:grpSpPr>
      <p:sp>
        <p:nvSpPr>
          <p:cNvPr id="396" name="Google Shape;396;p26"/>
          <p:cNvSpPr/>
          <p:nvPr/>
        </p:nvSpPr>
        <p:spPr>
          <a:xfrm>
            <a:off x="228600" y="276225"/>
            <a:ext cx="2409900" cy="3111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6"/>
          <p:cNvSpPr/>
          <p:nvPr/>
        </p:nvSpPr>
        <p:spPr>
          <a:xfrm flipH="1">
            <a:off x="1797600" y="611075"/>
            <a:ext cx="7368600" cy="4532700"/>
          </a:xfrm>
          <a:prstGeom prst="round1Rect">
            <a:avLst>
              <a:gd fmla="val 7514"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398" name="Google Shape;398;p26"/>
          <p:cNvSpPr txBox="1"/>
          <p:nvPr>
            <p:ph type="title"/>
          </p:nvPr>
        </p:nvSpPr>
        <p:spPr>
          <a:xfrm>
            <a:off x="2338650" y="1885950"/>
            <a:ext cx="6286500" cy="26028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3200"/>
              <a:buNone/>
              <a:defRPr>
                <a:solidFill>
                  <a:schemeClr val="lt1"/>
                </a:solidFill>
              </a:defRPr>
            </a:lvl1pPr>
            <a:lvl2pPr lvl="1"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lt1"/>
              </a:buClr>
              <a:buSzPts val="2600"/>
              <a:buFont typeface="DS Indigo SemiBold"/>
              <a:buNone/>
              <a:defRPr sz="2600">
                <a:solidFill>
                  <a:schemeClr val="lt1"/>
                </a:solidFill>
                <a:latin typeface="DS Indigo SemiBold"/>
                <a:ea typeface="DS Indigo SemiBold"/>
                <a:cs typeface="DS Indigo SemiBold"/>
                <a:sym typeface="DS Indigo SemiBold"/>
              </a:defRPr>
            </a:lvl9pPr>
          </a:lstStyle>
          <a:p/>
        </p:txBody>
      </p:sp>
      <p:sp>
        <p:nvSpPr>
          <p:cNvPr id="399" name="Google Shape;399;p26"/>
          <p:cNvSpPr txBox="1"/>
          <p:nvPr>
            <p:ph idx="1" type="subTitle"/>
          </p:nvPr>
        </p:nvSpPr>
        <p:spPr>
          <a:xfrm>
            <a:off x="2338650" y="1113200"/>
            <a:ext cx="62865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1000"/>
              <a:buNone/>
              <a:defRPr sz="1000">
                <a:solidFill>
                  <a:schemeClr val="lt1"/>
                </a:solidFill>
              </a:defRPr>
            </a:lvl1pPr>
            <a:lvl2pPr lvl="1" rtl="0">
              <a:lnSpc>
                <a:spcPct val="100000"/>
              </a:lnSpc>
              <a:spcBef>
                <a:spcPts val="0"/>
              </a:spcBef>
              <a:spcAft>
                <a:spcPts val="0"/>
              </a:spcAft>
              <a:buClr>
                <a:schemeClr val="lt1"/>
              </a:buClr>
              <a:buSzPts val="1000"/>
              <a:buNone/>
              <a:defRPr>
                <a:solidFill>
                  <a:schemeClr val="lt1"/>
                </a:solidFill>
              </a:defRPr>
            </a:lvl2pPr>
            <a:lvl3pPr lvl="2" rtl="0">
              <a:lnSpc>
                <a:spcPct val="100000"/>
              </a:lnSpc>
              <a:spcBef>
                <a:spcPts val="0"/>
              </a:spcBef>
              <a:spcAft>
                <a:spcPts val="0"/>
              </a:spcAft>
              <a:buClr>
                <a:schemeClr val="lt1"/>
              </a:buClr>
              <a:buSzPts val="1000"/>
              <a:buNone/>
              <a:defRPr>
                <a:solidFill>
                  <a:schemeClr val="lt1"/>
                </a:solidFill>
              </a:defRPr>
            </a:lvl3pPr>
            <a:lvl4pPr lvl="3" rtl="0">
              <a:lnSpc>
                <a:spcPct val="100000"/>
              </a:lnSpc>
              <a:spcBef>
                <a:spcPts val="0"/>
              </a:spcBef>
              <a:spcAft>
                <a:spcPts val="0"/>
              </a:spcAft>
              <a:buClr>
                <a:schemeClr val="lt1"/>
              </a:buClr>
              <a:buSzPts val="1000"/>
              <a:buNone/>
              <a:defRPr>
                <a:solidFill>
                  <a:schemeClr val="lt1"/>
                </a:solidFill>
              </a:defRPr>
            </a:lvl4pPr>
            <a:lvl5pPr lvl="4" rtl="0">
              <a:lnSpc>
                <a:spcPct val="100000"/>
              </a:lnSpc>
              <a:spcBef>
                <a:spcPts val="0"/>
              </a:spcBef>
              <a:spcAft>
                <a:spcPts val="0"/>
              </a:spcAft>
              <a:buClr>
                <a:schemeClr val="lt1"/>
              </a:buClr>
              <a:buSzPts val="1000"/>
              <a:buNone/>
              <a:defRPr>
                <a:solidFill>
                  <a:schemeClr val="lt1"/>
                </a:solidFill>
              </a:defRPr>
            </a:lvl5pPr>
            <a:lvl6pPr lvl="5" rtl="0">
              <a:lnSpc>
                <a:spcPct val="100000"/>
              </a:lnSpc>
              <a:spcBef>
                <a:spcPts val="0"/>
              </a:spcBef>
              <a:spcAft>
                <a:spcPts val="0"/>
              </a:spcAft>
              <a:buClr>
                <a:schemeClr val="lt1"/>
              </a:buClr>
              <a:buSzPts val="1000"/>
              <a:buNone/>
              <a:defRPr>
                <a:solidFill>
                  <a:schemeClr val="lt1"/>
                </a:solidFill>
              </a:defRPr>
            </a:lvl6pPr>
            <a:lvl7pPr lvl="6" rtl="0">
              <a:lnSpc>
                <a:spcPct val="100000"/>
              </a:lnSpc>
              <a:spcBef>
                <a:spcPts val="0"/>
              </a:spcBef>
              <a:spcAft>
                <a:spcPts val="0"/>
              </a:spcAft>
              <a:buClr>
                <a:schemeClr val="lt1"/>
              </a:buClr>
              <a:buSzPts val="1000"/>
              <a:buNone/>
              <a:defRPr>
                <a:solidFill>
                  <a:schemeClr val="lt1"/>
                </a:solidFill>
              </a:defRPr>
            </a:lvl7pPr>
            <a:lvl8pPr lvl="7" rtl="0">
              <a:lnSpc>
                <a:spcPct val="100000"/>
              </a:lnSpc>
              <a:spcBef>
                <a:spcPts val="0"/>
              </a:spcBef>
              <a:spcAft>
                <a:spcPts val="0"/>
              </a:spcAft>
              <a:buClr>
                <a:schemeClr val="lt1"/>
              </a:buClr>
              <a:buSzPts val="1000"/>
              <a:buNone/>
              <a:defRPr>
                <a:solidFill>
                  <a:schemeClr val="lt1"/>
                </a:solidFill>
              </a:defRPr>
            </a:lvl8pPr>
            <a:lvl9pPr lvl="8" rtl="0">
              <a:lnSpc>
                <a:spcPct val="100000"/>
              </a:lnSpc>
              <a:spcBef>
                <a:spcPts val="0"/>
              </a:spcBef>
              <a:spcAft>
                <a:spcPts val="0"/>
              </a:spcAft>
              <a:buClr>
                <a:schemeClr val="lt1"/>
              </a:buClr>
              <a:buSzPts val="1000"/>
              <a:buNone/>
              <a:defRPr>
                <a:solidFill>
                  <a:schemeClr val="lt1"/>
                </a:solidFill>
              </a:defRPr>
            </a:lvl9pPr>
          </a:lstStyle>
          <a:p/>
        </p:txBody>
      </p:sp>
      <p:sp>
        <p:nvSpPr>
          <p:cNvPr id="400" name="Google Shape;400;p26"/>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SECTION_HEADER_2_1_1_1">
    <p:spTree>
      <p:nvGrpSpPr>
        <p:cNvPr id="401" name="Shape 401"/>
        <p:cNvGrpSpPr/>
        <p:nvPr/>
      </p:nvGrpSpPr>
      <p:grpSpPr>
        <a:xfrm>
          <a:off x="0" y="0"/>
          <a:ext cx="0" cy="0"/>
          <a:chOff x="0" y="0"/>
          <a:chExt cx="0" cy="0"/>
        </a:xfrm>
      </p:grpSpPr>
      <p:sp>
        <p:nvSpPr>
          <p:cNvPr id="402" name="Google Shape;402;p27"/>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27"/>
          <p:cNvSpPr txBox="1"/>
          <p:nvPr>
            <p:ph type="title"/>
          </p:nvPr>
        </p:nvSpPr>
        <p:spPr>
          <a:xfrm>
            <a:off x="33905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SECTION_HEADER_2_1_1_1_1">
    <p:spTree>
      <p:nvGrpSpPr>
        <p:cNvPr id="404" name="Shape 404"/>
        <p:cNvGrpSpPr/>
        <p:nvPr/>
      </p:nvGrpSpPr>
      <p:grpSpPr>
        <a:xfrm>
          <a:off x="0" y="0"/>
          <a:ext cx="0" cy="0"/>
          <a:chOff x="0" y="0"/>
          <a:chExt cx="0" cy="0"/>
        </a:xfrm>
      </p:grpSpPr>
      <p:sp>
        <p:nvSpPr>
          <p:cNvPr id="405" name="Google Shape;405;p28"/>
          <p:cNvSpPr txBox="1"/>
          <p:nvPr>
            <p:ph type="title"/>
          </p:nvPr>
        </p:nvSpPr>
        <p:spPr>
          <a:xfrm>
            <a:off x="33905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
        <p:nvSpPr>
          <p:cNvPr id="406" name="Google Shape;406;p28"/>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07" name="Google Shape;407;p28"/>
          <p:cNvSpPr txBox="1"/>
          <p:nvPr>
            <p:ph idx="1" type="subTitle"/>
          </p:nvPr>
        </p:nvSpPr>
        <p:spPr>
          <a:xfrm>
            <a:off x="357400" y="2526575"/>
            <a:ext cx="2643000" cy="2202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SECTION_HEADER_2_1_1_2">
    <p:spTree>
      <p:nvGrpSpPr>
        <p:cNvPr id="408" name="Shape 408"/>
        <p:cNvGrpSpPr/>
        <p:nvPr/>
      </p:nvGrpSpPr>
      <p:grpSpPr>
        <a:xfrm>
          <a:off x="0" y="0"/>
          <a:ext cx="0" cy="0"/>
          <a:chOff x="0" y="0"/>
          <a:chExt cx="0" cy="0"/>
        </a:xfrm>
      </p:grpSpPr>
      <p:sp>
        <p:nvSpPr>
          <p:cNvPr id="409" name="Google Shape;409;p29"/>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10" name="Google Shape;410;p29"/>
          <p:cNvSpPr txBox="1"/>
          <p:nvPr>
            <p:ph idx="1" type="body"/>
          </p:nvPr>
        </p:nvSpPr>
        <p:spPr>
          <a:xfrm>
            <a:off x="3252375" y="1240600"/>
            <a:ext cx="5548800" cy="3128400"/>
          </a:xfrm>
          <a:prstGeom prst="rect">
            <a:avLst/>
          </a:prstGeom>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Char char="●"/>
              <a:defRPr>
                <a:solidFill>
                  <a:schemeClr val="dk1"/>
                </a:solidFill>
              </a:defRPr>
            </a:lvl1pPr>
            <a:lvl2pPr indent="-292100" lvl="1" marL="914400" rtl="0">
              <a:lnSpc>
                <a:spcPct val="120000"/>
              </a:lnSpc>
              <a:spcBef>
                <a:spcPts val="0"/>
              </a:spcBef>
              <a:spcAft>
                <a:spcPts val="0"/>
              </a:spcAft>
              <a:buClr>
                <a:schemeClr val="dk1"/>
              </a:buClr>
              <a:buSzPts val="1000"/>
              <a:buChar char="○"/>
              <a:defRPr>
                <a:solidFill>
                  <a:schemeClr val="dk1"/>
                </a:solidFill>
              </a:defRPr>
            </a:lvl2pPr>
            <a:lvl3pPr indent="-292100" lvl="2" marL="1371600" rtl="0">
              <a:lnSpc>
                <a:spcPct val="120000"/>
              </a:lnSpc>
              <a:spcBef>
                <a:spcPts val="0"/>
              </a:spcBef>
              <a:spcAft>
                <a:spcPts val="0"/>
              </a:spcAft>
              <a:buClr>
                <a:schemeClr val="dk1"/>
              </a:buClr>
              <a:buSzPts val="1000"/>
              <a:buChar char="■"/>
              <a:defRPr>
                <a:solidFill>
                  <a:schemeClr val="dk1"/>
                </a:solidFill>
              </a:defRPr>
            </a:lvl3pPr>
            <a:lvl4pPr indent="-292100" lvl="3" marL="1828800" rtl="0">
              <a:lnSpc>
                <a:spcPct val="120000"/>
              </a:lnSpc>
              <a:spcBef>
                <a:spcPts val="0"/>
              </a:spcBef>
              <a:spcAft>
                <a:spcPts val="0"/>
              </a:spcAft>
              <a:buClr>
                <a:schemeClr val="dk1"/>
              </a:buClr>
              <a:buSzPts val="1000"/>
              <a:buChar char="●"/>
              <a:defRPr>
                <a:solidFill>
                  <a:schemeClr val="dk1"/>
                </a:solidFill>
              </a:defRPr>
            </a:lvl4pPr>
            <a:lvl5pPr indent="-292100" lvl="4" marL="2286000" rtl="0">
              <a:lnSpc>
                <a:spcPct val="120000"/>
              </a:lnSpc>
              <a:spcBef>
                <a:spcPts val="0"/>
              </a:spcBef>
              <a:spcAft>
                <a:spcPts val="0"/>
              </a:spcAft>
              <a:buClr>
                <a:schemeClr val="dk1"/>
              </a:buClr>
              <a:buSzPts val="1000"/>
              <a:buChar char="○"/>
              <a:defRPr>
                <a:solidFill>
                  <a:schemeClr val="dk1"/>
                </a:solidFill>
              </a:defRPr>
            </a:lvl5pPr>
            <a:lvl6pPr indent="-292100" lvl="5" marL="2743200" rtl="0">
              <a:lnSpc>
                <a:spcPct val="120000"/>
              </a:lnSpc>
              <a:spcBef>
                <a:spcPts val="0"/>
              </a:spcBef>
              <a:spcAft>
                <a:spcPts val="0"/>
              </a:spcAft>
              <a:buClr>
                <a:schemeClr val="dk1"/>
              </a:buClr>
              <a:buSzPts val="1000"/>
              <a:buChar char="■"/>
              <a:defRPr>
                <a:solidFill>
                  <a:schemeClr val="dk1"/>
                </a:solidFill>
              </a:defRPr>
            </a:lvl6pPr>
            <a:lvl7pPr indent="-292100" lvl="6" marL="3200400" rtl="0">
              <a:lnSpc>
                <a:spcPct val="120000"/>
              </a:lnSpc>
              <a:spcBef>
                <a:spcPts val="0"/>
              </a:spcBef>
              <a:spcAft>
                <a:spcPts val="0"/>
              </a:spcAft>
              <a:buClr>
                <a:schemeClr val="dk1"/>
              </a:buClr>
              <a:buSzPts val="1000"/>
              <a:buChar char="●"/>
              <a:defRPr>
                <a:solidFill>
                  <a:schemeClr val="dk1"/>
                </a:solidFill>
              </a:defRPr>
            </a:lvl7pPr>
            <a:lvl8pPr indent="-292100" lvl="7" marL="3657600" rtl="0">
              <a:lnSpc>
                <a:spcPct val="120000"/>
              </a:lnSpc>
              <a:spcBef>
                <a:spcPts val="0"/>
              </a:spcBef>
              <a:spcAft>
                <a:spcPts val="0"/>
              </a:spcAft>
              <a:buClr>
                <a:schemeClr val="dk1"/>
              </a:buClr>
              <a:buSzPts val="1000"/>
              <a:buChar char="○"/>
              <a:defRPr>
                <a:solidFill>
                  <a:schemeClr val="dk1"/>
                </a:solidFill>
              </a:defRPr>
            </a:lvl8pPr>
            <a:lvl9pPr indent="-292100" lvl="8" marL="4114800" rtl="0">
              <a:lnSpc>
                <a:spcPct val="120000"/>
              </a:lnSpc>
              <a:spcBef>
                <a:spcPts val="0"/>
              </a:spcBef>
              <a:spcAft>
                <a:spcPts val="0"/>
              </a:spcAft>
              <a:buClr>
                <a:schemeClr val="dk1"/>
              </a:buClr>
              <a:buSzPts val="1000"/>
              <a:buChar char="■"/>
              <a:defRPr>
                <a:solidFill>
                  <a:schemeClr val="dk1"/>
                </a:solidFill>
              </a:defRPr>
            </a:lvl9pPr>
          </a:lstStyle>
          <a:p/>
        </p:txBody>
      </p:sp>
      <p:sp>
        <p:nvSpPr>
          <p:cNvPr id="411" name="Google Shape;411;p29"/>
          <p:cNvSpPr txBox="1"/>
          <p:nvPr>
            <p:ph type="title"/>
          </p:nvPr>
        </p:nvSpPr>
        <p:spPr>
          <a:xfrm>
            <a:off x="33905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Flood">
  <p:cSld name="SECTION_HEADER_2_1_1_2_2">
    <p:spTree>
      <p:nvGrpSpPr>
        <p:cNvPr id="412" name="Shape 412"/>
        <p:cNvGrpSpPr/>
        <p:nvPr/>
      </p:nvGrpSpPr>
      <p:grpSpPr>
        <a:xfrm>
          <a:off x="0" y="0"/>
          <a:ext cx="0" cy="0"/>
          <a:chOff x="0" y="0"/>
          <a:chExt cx="0" cy="0"/>
        </a:xfrm>
      </p:grpSpPr>
      <p:sp>
        <p:nvSpPr>
          <p:cNvPr id="413" name="Google Shape;413;p30"/>
          <p:cNvSpPr/>
          <p:nvPr/>
        </p:nvSpPr>
        <p:spPr>
          <a:xfrm flipH="1">
            <a:off x="3252375" y="1045475"/>
            <a:ext cx="5891700" cy="4098300"/>
          </a:xfrm>
          <a:prstGeom prst="round1Rect">
            <a:avLst>
              <a:gd fmla="val 756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414" name="Google Shape;414;p30"/>
          <p:cNvSpPr txBox="1"/>
          <p:nvPr>
            <p:ph idx="1" type="subTitle"/>
          </p:nvPr>
        </p:nvSpPr>
        <p:spPr>
          <a:xfrm>
            <a:off x="3403500" y="1143100"/>
            <a:ext cx="5397600" cy="3323400"/>
          </a:xfrm>
          <a:prstGeom prst="rect">
            <a:avLst/>
          </a:prstGeom>
          <a:noFill/>
        </p:spPr>
        <p:txBody>
          <a:bodyPr anchorCtr="0" anchor="t" bIns="182875" lIns="182875" spcFirstLastPara="1" rIns="365750" wrap="square" tIns="182875">
            <a:noAutofit/>
          </a:bodyPr>
          <a:lstStyle>
            <a:lvl1pPr lvl="0" rtl="0">
              <a:lnSpc>
                <a:spcPct val="120000"/>
              </a:lnSpc>
              <a:spcBef>
                <a:spcPts val="0"/>
              </a:spcBef>
              <a:spcAft>
                <a:spcPts val="0"/>
              </a:spcAft>
              <a:buSzPts val="1600"/>
              <a:buNone/>
              <a:defRPr/>
            </a:lvl1pPr>
            <a:lvl2pPr lvl="1" rtl="0">
              <a:lnSpc>
                <a:spcPct val="120000"/>
              </a:lnSpc>
              <a:spcBef>
                <a:spcPts val="0"/>
              </a:spcBef>
              <a:spcAft>
                <a:spcPts val="0"/>
              </a:spcAft>
              <a:buSzPts val="1600"/>
              <a:buNone/>
              <a:defRPr sz="1600"/>
            </a:lvl2pPr>
            <a:lvl3pPr lvl="2" rtl="0">
              <a:lnSpc>
                <a:spcPct val="120000"/>
              </a:lnSpc>
              <a:spcBef>
                <a:spcPts val="0"/>
              </a:spcBef>
              <a:spcAft>
                <a:spcPts val="0"/>
              </a:spcAft>
              <a:buSzPts val="1600"/>
              <a:buNone/>
              <a:defRPr sz="1600"/>
            </a:lvl3pPr>
            <a:lvl4pPr lvl="3" rtl="0">
              <a:lnSpc>
                <a:spcPct val="120000"/>
              </a:lnSpc>
              <a:spcBef>
                <a:spcPts val="0"/>
              </a:spcBef>
              <a:spcAft>
                <a:spcPts val="0"/>
              </a:spcAft>
              <a:buSzPts val="1600"/>
              <a:buNone/>
              <a:defRPr sz="1600"/>
            </a:lvl4pPr>
            <a:lvl5pPr lvl="4" rtl="0">
              <a:lnSpc>
                <a:spcPct val="120000"/>
              </a:lnSpc>
              <a:spcBef>
                <a:spcPts val="0"/>
              </a:spcBef>
              <a:spcAft>
                <a:spcPts val="0"/>
              </a:spcAft>
              <a:buSzPts val="1600"/>
              <a:buNone/>
              <a:defRPr sz="1600"/>
            </a:lvl5pPr>
            <a:lvl6pPr lvl="5" rtl="0">
              <a:lnSpc>
                <a:spcPct val="120000"/>
              </a:lnSpc>
              <a:spcBef>
                <a:spcPts val="0"/>
              </a:spcBef>
              <a:spcAft>
                <a:spcPts val="0"/>
              </a:spcAft>
              <a:buSzPts val="1600"/>
              <a:buNone/>
              <a:defRPr sz="1600"/>
            </a:lvl6pPr>
            <a:lvl7pPr lvl="6" rtl="0">
              <a:lnSpc>
                <a:spcPct val="120000"/>
              </a:lnSpc>
              <a:spcBef>
                <a:spcPts val="0"/>
              </a:spcBef>
              <a:spcAft>
                <a:spcPts val="0"/>
              </a:spcAft>
              <a:buSzPts val="1600"/>
              <a:buNone/>
              <a:defRPr sz="1600"/>
            </a:lvl7pPr>
            <a:lvl8pPr lvl="7" rtl="0">
              <a:lnSpc>
                <a:spcPct val="120000"/>
              </a:lnSpc>
              <a:spcBef>
                <a:spcPts val="0"/>
              </a:spcBef>
              <a:spcAft>
                <a:spcPts val="0"/>
              </a:spcAft>
              <a:buSzPts val="1600"/>
              <a:buNone/>
              <a:defRPr sz="1600"/>
            </a:lvl8pPr>
            <a:lvl9pPr lvl="8" rtl="0">
              <a:lnSpc>
                <a:spcPct val="120000"/>
              </a:lnSpc>
              <a:spcBef>
                <a:spcPts val="0"/>
              </a:spcBef>
              <a:spcAft>
                <a:spcPts val="0"/>
              </a:spcAft>
              <a:buSzPts val="1600"/>
              <a:buNone/>
              <a:defRPr sz="1600"/>
            </a:lvl9pPr>
          </a:lstStyle>
          <a:p/>
        </p:txBody>
      </p:sp>
      <p:sp>
        <p:nvSpPr>
          <p:cNvPr id="415" name="Google Shape;415;p30"/>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16" name="Google Shape;416;p30"/>
          <p:cNvSpPr txBox="1"/>
          <p:nvPr>
            <p:ph type="title"/>
          </p:nvPr>
        </p:nvSpPr>
        <p:spPr>
          <a:xfrm>
            <a:off x="33905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
        <p:nvSpPr>
          <p:cNvPr id="417" name="Google Shape;417;p30"/>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 Body">
  <p:cSld name="SECTION_HEADER_2_1_1_2_1">
    <p:spTree>
      <p:nvGrpSpPr>
        <p:cNvPr id="418" name="Shape 418"/>
        <p:cNvGrpSpPr/>
        <p:nvPr/>
      </p:nvGrpSpPr>
      <p:grpSpPr>
        <a:xfrm>
          <a:off x="0" y="0"/>
          <a:ext cx="0" cy="0"/>
          <a:chOff x="0" y="0"/>
          <a:chExt cx="0" cy="0"/>
        </a:xfrm>
      </p:grpSpPr>
      <p:sp>
        <p:nvSpPr>
          <p:cNvPr id="419" name="Google Shape;419;p31"/>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0" name="Google Shape;420;p31"/>
          <p:cNvSpPr txBox="1"/>
          <p:nvPr>
            <p:ph idx="1" type="body"/>
          </p:nvPr>
        </p:nvSpPr>
        <p:spPr>
          <a:xfrm>
            <a:off x="3252375" y="1240636"/>
            <a:ext cx="2643000" cy="2805600"/>
          </a:xfrm>
          <a:prstGeom prst="rect">
            <a:avLst/>
          </a:prstGeom>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Char char="●"/>
              <a:defRPr>
                <a:solidFill>
                  <a:schemeClr val="dk1"/>
                </a:solidFill>
              </a:defRPr>
            </a:lvl1pPr>
            <a:lvl2pPr indent="-292100" lvl="1" marL="914400" rtl="0">
              <a:lnSpc>
                <a:spcPct val="120000"/>
              </a:lnSpc>
              <a:spcBef>
                <a:spcPts val="0"/>
              </a:spcBef>
              <a:spcAft>
                <a:spcPts val="0"/>
              </a:spcAft>
              <a:buClr>
                <a:schemeClr val="dk1"/>
              </a:buClr>
              <a:buSzPts val="1000"/>
              <a:buChar char="○"/>
              <a:defRPr>
                <a:solidFill>
                  <a:schemeClr val="dk1"/>
                </a:solidFill>
              </a:defRPr>
            </a:lvl2pPr>
            <a:lvl3pPr indent="-292100" lvl="2" marL="1371600" rtl="0">
              <a:lnSpc>
                <a:spcPct val="120000"/>
              </a:lnSpc>
              <a:spcBef>
                <a:spcPts val="0"/>
              </a:spcBef>
              <a:spcAft>
                <a:spcPts val="0"/>
              </a:spcAft>
              <a:buClr>
                <a:schemeClr val="dk1"/>
              </a:buClr>
              <a:buSzPts val="1000"/>
              <a:buChar char="■"/>
              <a:defRPr>
                <a:solidFill>
                  <a:schemeClr val="dk1"/>
                </a:solidFill>
              </a:defRPr>
            </a:lvl3pPr>
            <a:lvl4pPr indent="-292100" lvl="3" marL="1828800" rtl="0">
              <a:lnSpc>
                <a:spcPct val="120000"/>
              </a:lnSpc>
              <a:spcBef>
                <a:spcPts val="0"/>
              </a:spcBef>
              <a:spcAft>
                <a:spcPts val="0"/>
              </a:spcAft>
              <a:buClr>
                <a:schemeClr val="dk1"/>
              </a:buClr>
              <a:buSzPts val="1000"/>
              <a:buChar char="●"/>
              <a:defRPr>
                <a:solidFill>
                  <a:schemeClr val="dk1"/>
                </a:solidFill>
              </a:defRPr>
            </a:lvl4pPr>
            <a:lvl5pPr indent="-292100" lvl="4" marL="2286000" rtl="0">
              <a:lnSpc>
                <a:spcPct val="120000"/>
              </a:lnSpc>
              <a:spcBef>
                <a:spcPts val="0"/>
              </a:spcBef>
              <a:spcAft>
                <a:spcPts val="0"/>
              </a:spcAft>
              <a:buClr>
                <a:schemeClr val="dk1"/>
              </a:buClr>
              <a:buSzPts val="1000"/>
              <a:buChar char="○"/>
              <a:defRPr>
                <a:solidFill>
                  <a:schemeClr val="dk1"/>
                </a:solidFill>
              </a:defRPr>
            </a:lvl5pPr>
            <a:lvl6pPr indent="-292100" lvl="5" marL="2743200" rtl="0">
              <a:lnSpc>
                <a:spcPct val="120000"/>
              </a:lnSpc>
              <a:spcBef>
                <a:spcPts val="0"/>
              </a:spcBef>
              <a:spcAft>
                <a:spcPts val="0"/>
              </a:spcAft>
              <a:buClr>
                <a:schemeClr val="dk1"/>
              </a:buClr>
              <a:buSzPts val="1000"/>
              <a:buChar char="■"/>
              <a:defRPr>
                <a:solidFill>
                  <a:schemeClr val="dk1"/>
                </a:solidFill>
              </a:defRPr>
            </a:lvl6pPr>
            <a:lvl7pPr indent="-292100" lvl="6" marL="3200400" rtl="0">
              <a:lnSpc>
                <a:spcPct val="120000"/>
              </a:lnSpc>
              <a:spcBef>
                <a:spcPts val="0"/>
              </a:spcBef>
              <a:spcAft>
                <a:spcPts val="0"/>
              </a:spcAft>
              <a:buClr>
                <a:schemeClr val="dk1"/>
              </a:buClr>
              <a:buSzPts val="1000"/>
              <a:buChar char="●"/>
              <a:defRPr>
                <a:solidFill>
                  <a:schemeClr val="dk1"/>
                </a:solidFill>
              </a:defRPr>
            </a:lvl7pPr>
            <a:lvl8pPr indent="-292100" lvl="7" marL="3657600" rtl="0">
              <a:lnSpc>
                <a:spcPct val="120000"/>
              </a:lnSpc>
              <a:spcBef>
                <a:spcPts val="0"/>
              </a:spcBef>
              <a:spcAft>
                <a:spcPts val="0"/>
              </a:spcAft>
              <a:buClr>
                <a:schemeClr val="dk1"/>
              </a:buClr>
              <a:buSzPts val="1000"/>
              <a:buChar char="○"/>
              <a:defRPr>
                <a:solidFill>
                  <a:schemeClr val="dk1"/>
                </a:solidFill>
              </a:defRPr>
            </a:lvl8pPr>
            <a:lvl9pPr indent="-292100" lvl="8" marL="4114800" rtl="0">
              <a:lnSpc>
                <a:spcPct val="120000"/>
              </a:lnSpc>
              <a:spcBef>
                <a:spcPts val="0"/>
              </a:spcBef>
              <a:spcAft>
                <a:spcPts val="0"/>
              </a:spcAft>
              <a:buClr>
                <a:schemeClr val="dk1"/>
              </a:buClr>
              <a:buSzPts val="1000"/>
              <a:buChar char="■"/>
              <a:defRPr>
                <a:solidFill>
                  <a:schemeClr val="dk1"/>
                </a:solidFill>
              </a:defRPr>
            </a:lvl9pPr>
          </a:lstStyle>
          <a:p/>
        </p:txBody>
      </p:sp>
      <p:sp>
        <p:nvSpPr>
          <p:cNvPr id="421" name="Google Shape;421;p31"/>
          <p:cNvSpPr txBox="1"/>
          <p:nvPr>
            <p:ph idx="2" type="body"/>
          </p:nvPr>
        </p:nvSpPr>
        <p:spPr>
          <a:xfrm>
            <a:off x="6160050" y="1240600"/>
            <a:ext cx="2643000" cy="2805600"/>
          </a:xfrm>
          <a:prstGeom prst="rect">
            <a:avLst/>
          </a:prstGeom>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Char char="●"/>
              <a:defRPr>
                <a:solidFill>
                  <a:schemeClr val="dk1"/>
                </a:solidFill>
              </a:defRPr>
            </a:lvl1pPr>
            <a:lvl2pPr indent="-292100" lvl="1" marL="914400" rtl="0">
              <a:lnSpc>
                <a:spcPct val="120000"/>
              </a:lnSpc>
              <a:spcBef>
                <a:spcPts val="0"/>
              </a:spcBef>
              <a:spcAft>
                <a:spcPts val="0"/>
              </a:spcAft>
              <a:buClr>
                <a:schemeClr val="dk1"/>
              </a:buClr>
              <a:buSzPts val="1000"/>
              <a:buChar char="○"/>
              <a:defRPr>
                <a:solidFill>
                  <a:schemeClr val="dk1"/>
                </a:solidFill>
              </a:defRPr>
            </a:lvl2pPr>
            <a:lvl3pPr indent="-292100" lvl="2" marL="1371600" rtl="0">
              <a:lnSpc>
                <a:spcPct val="120000"/>
              </a:lnSpc>
              <a:spcBef>
                <a:spcPts val="0"/>
              </a:spcBef>
              <a:spcAft>
                <a:spcPts val="0"/>
              </a:spcAft>
              <a:buClr>
                <a:schemeClr val="dk1"/>
              </a:buClr>
              <a:buSzPts val="1000"/>
              <a:buChar char="■"/>
              <a:defRPr>
                <a:solidFill>
                  <a:schemeClr val="dk1"/>
                </a:solidFill>
              </a:defRPr>
            </a:lvl3pPr>
            <a:lvl4pPr indent="-292100" lvl="3" marL="1828800" rtl="0">
              <a:lnSpc>
                <a:spcPct val="120000"/>
              </a:lnSpc>
              <a:spcBef>
                <a:spcPts val="0"/>
              </a:spcBef>
              <a:spcAft>
                <a:spcPts val="0"/>
              </a:spcAft>
              <a:buClr>
                <a:schemeClr val="dk1"/>
              </a:buClr>
              <a:buSzPts val="1000"/>
              <a:buChar char="●"/>
              <a:defRPr>
                <a:solidFill>
                  <a:schemeClr val="dk1"/>
                </a:solidFill>
              </a:defRPr>
            </a:lvl4pPr>
            <a:lvl5pPr indent="-292100" lvl="4" marL="2286000" rtl="0">
              <a:lnSpc>
                <a:spcPct val="120000"/>
              </a:lnSpc>
              <a:spcBef>
                <a:spcPts val="0"/>
              </a:spcBef>
              <a:spcAft>
                <a:spcPts val="0"/>
              </a:spcAft>
              <a:buClr>
                <a:schemeClr val="dk1"/>
              </a:buClr>
              <a:buSzPts val="1000"/>
              <a:buChar char="○"/>
              <a:defRPr>
                <a:solidFill>
                  <a:schemeClr val="dk1"/>
                </a:solidFill>
              </a:defRPr>
            </a:lvl5pPr>
            <a:lvl6pPr indent="-292100" lvl="5" marL="2743200" rtl="0">
              <a:lnSpc>
                <a:spcPct val="120000"/>
              </a:lnSpc>
              <a:spcBef>
                <a:spcPts val="0"/>
              </a:spcBef>
              <a:spcAft>
                <a:spcPts val="0"/>
              </a:spcAft>
              <a:buClr>
                <a:schemeClr val="dk1"/>
              </a:buClr>
              <a:buSzPts val="1000"/>
              <a:buChar char="■"/>
              <a:defRPr>
                <a:solidFill>
                  <a:schemeClr val="dk1"/>
                </a:solidFill>
              </a:defRPr>
            </a:lvl6pPr>
            <a:lvl7pPr indent="-292100" lvl="6" marL="3200400" rtl="0">
              <a:lnSpc>
                <a:spcPct val="120000"/>
              </a:lnSpc>
              <a:spcBef>
                <a:spcPts val="0"/>
              </a:spcBef>
              <a:spcAft>
                <a:spcPts val="0"/>
              </a:spcAft>
              <a:buClr>
                <a:schemeClr val="dk1"/>
              </a:buClr>
              <a:buSzPts val="1000"/>
              <a:buChar char="●"/>
              <a:defRPr>
                <a:solidFill>
                  <a:schemeClr val="dk1"/>
                </a:solidFill>
              </a:defRPr>
            </a:lvl7pPr>
            <a:lvl8pPr indent="-292100" lvl="7" marL="3657600" rtl="0">
              <a:lnSpc>
                <a:spcPct val="120000"/>
              </a:lnSpc>
              <a:spcBef>
                <a:spcPts val="0"/>
              </a:spcBef>
              <a:spcAft>
                <a:spcPts val="0"/>
              </a:spcAft>
              <a:buClr>
                <a:schemeClr val="dk1"/>
              </a:buClr>
              <a:buSzPts val="1000"/>
              <a:buChar char="○"/>
              <a:defRPr>
                <a:solidFill>
                  <a:schemeClr val="dk1"/>
                </a:solidFill>
              </a:defRPr>
            </a:lvl8pPr>
            <a:lvl9pPr indent="-292100" lvl="8" marL="4114800" rtl="0">
              <a:lnSpc>
                <a:spcPct val="120000"/>
              </a:lnSpc>
              <a:spcBef>
                <a:spcPts val="0"/>
              </a:spcBef>
              <a:spcAft>
                <a:spcPts val="0"/>
              </a:spcAft>
              <a:buClr>
                <a:schemeClr val="dk1"/>
              </a:buClr>
              <a:buSzPts val="1000"/>
              <a:buChar char="■"/>
              <a:defRPr>
                <a:solidFill>
                  <a:schemeClr val="dk1"/>
                </a:solidFill>
              </a:defRPr>
            </a:lvl9pPr>
          </a:lstStyle>
          <a:p/>
        </p:txBody>
      </p:sp>
      <p:sp>
        <p:nvSpPr>
          <p:cNvPr id="422" name="Google Shape;422;p31"/>
          <p:cNvSpPr txBox="1"/>
          <p:nvPr>
            <p:ph type="title"/>
          </p:nvPr>
        </p:nvSpPr>
        <p:spPr>
          <a:xfrm>
            <a:off x="33905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2 Column Body">
  <p:cSld name="SECTION_HEADER_2_1_1_2_1_1">
    <p:spTree>
      <p:nvGrpSpPr>
        <p:cNvPr id="423" name="Shape 423"/>
        <p:cNvGrpSpPr/>
        <p:nvPr/>
      </p:nvGrpSpPr>
      <p:grpSpPr>
        <a:xfrm>
          <a:off x="0" y="0"/>
          <a:ext cx="0" cy="0"/>
          <a:chOff x="0" y="0"/>
          <a:chExt cx="0" cy="0"/>
        </a:xfrm>
      </p:grpSpPr>
      <p:sp>
        <p:nvSpPr>
          <p:cNvPr id="424" name="Google Shape;424;p32"/>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5" name="Google Shape;425;p32"/>
          <p:cNvSpPr txBox="1"/>
          <p:nvPr>
            <p:ph idx="1" type="body"/>
          </p:nvPr>
        </p:nvSpPr>
        <p:spPr>
          <a:xfrm>
            <a:off x="3252375" y="1240636"/>
            <a:ext cx="2643000" cy="2805600"/>
          </a:xfrm>
          <a:prstGeom prst="rect">
            <a:avLst/>
          </a:prstGeom>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Char char="●"/>
              <a:defRPr>
                <a:solidFill>
                  <a:schemeClr val="dk1"/>
                </a:solidFill>
              </a:defRPr>
            </a:lvl1pPr>
            <a:lvl2pPr indent="-292100" lvl="1" marL="914400" rtl="0">
              <a:lnSpc>
                <a:spcPct val="120000"/>
              </a:lnSpc>
              <a:spcBef>
                <a:spcPts val="0"/>
              </a:spcBef>
              <a:spcAft>
                <a:spcPts val="0"/>
              </a:spcAft>
              <a:buClr>
                <a:schemeClr val="dk1"/>
              </a:buClr>
              <a:buSzPts val="1000"/>
              <a:buChar char="○"/>
              <a:defRPr>
                <a:solidFill>
                  <a:schemeClr val="dk1"/>
                </a:solidFill>
              </a:defRPr>
            </a:lvl2pPr>
            <a:lvl3pPr indent="-292100" lvl="2" marL="1371600" rtl="0">
              <a:lnSpc>
                <a:spcPct val="120000"/>
              </a:lnSpc>
              <a:spcBef>
                <a:spcPts val="0"/>
              </a:spcBef>
              <a:spcAft>
                <a:spcPts val="0"/>
              </a:spcAft>
              <a:buClr>
                <a:schemeClr val="dk1"/>
              </a:buClr>
              <a:buSzPts val="1000"/>
              <a:buChar char="■"/>
              <a:defRPr>
                <a:solidFill>
                  <a:schemeClr val="dk1"/>
                </a:solidFill>
              </a:defRPr>
            </a:lvl3pPr>
            <a:lvl4pPr indent="-292100" lvl="3" marL="1828800" rtl="0">
              <a:lnSpc>
                <a:spcPct val="120000"/>
              </a:lnSpc>
              <a:spcBef>
                <a:spcPts val="0"/>
              </a:spcBef>
              <a:spcAft>
                <a:spcPts val="0"/>
              </a:spcAft>
              <a:buClr>
                <a:schemeClr val="dk1"/>
              </a:buClr>
              <a:buSzPts val="1000"/>
              <a:buChar char="●"/>
              <a:defRPr>
                <a:solidFill>
                  <a:schemeClr val="dk1"/>
                </a:solidFill>
              </a:defRPr>
            </a:lvl4pPr>
            <a:lvl5pPr indent="-292100" lvl="4" marL="2286000" rtl="0">
              <a:lnSpc>
                <a:spcPct val="120000"/>
              </a:lnSpc>
              <a:spcBef>
                <a:spcPts val="0"/>
              </a:spcBef>
              <a:spcAft>
                <a:spcPts val="0"/>
              </a:spcAft>
              <a:buClr>
                <a:schemeClr val="dk1"/>
              </a:buClr>
              <a:buSzPts val="1000"/>
              <a:buChar char="○"/>
              <a:defRPr>
                <a:solidFill>
                  <a:schemeClr val="dk1"/>
                </a:solidFill>
              </a:defRPr>
            </a:lvl5pPr>
            <a:lvl6pPr indent="-292100" lvl="5" marL="2743200" rtl="0">
              <a:lnSpc>
                <a:spcPct val="120000"/>
              </a:lnSpc>
              <a:spcBef>
                <a:spcPts val="0"/>
              </a:spcBef>
              <a:spcAft>
                <a:spcPts val="0"/>
              </a:spcAft>
              <a:buClr>
                <a:schemeClr val="dk1"/>
              </a:buClr>
              <a:buSzPts val="1000"/>
              <a:buChar char="■"/>
              <a:defRPr>
                <a:solidFill>
                  <a:schemeClr val="dk1"/>
                </a:solidFill>
              </a:defRPr>
            </a:lvl6pPr>
            <a:lvl7pPr indent="-292100" lvl="6" marL="3200400" rtl="0">
              <a:lnSpc>
                <a:spcPct val="120000"/>
              </a:lnSpc>
              <a:spcBef>
                <a:spcPts val="0"/>
              </a:spcBef>
              <a:spcAft>
                <a:spcPts val="0"/>
              </a:spcAft>
              <a:buClr>
                <a:schemeClr val="dk1"/>
              </a:buClr>
              <a:buSzPts val="1000"/>
              <a:buChar char="●"/>
              <a:defRPr>
                <a:solidFill>
                  <a:schemeClr val="dk1"/>
                </a:solidFill>
              </a:defRPr>
            </a:lvl7pPr>
            <a:lvl8pPr indent="-292100" lvl="7" marL="3657600" rtl="0">
              <a:lnSpc>
                <a:spcPct val="120000"/>
              </a:lnSpc>
              <a:spcBef>
                <a:spcPts val="0"/>
              </a:spcBef>
              <a:spcAft>
                <a:spcPts val="0"/>
              </a:spcAft>
              <a:buClr>
                <a:schemeClr val="dk1"/>
              </a:buClr>
              <a:buSzPts val="1000"/>
              <a:buChar char="○"/>
              <a:defRPr>
                <a:solidFill>
                  <a:schemeClr val="dk1"/>
                </a:solidFill>
              </a:defRPr>
            </a:lvl8pPr>
            <a:lvl9pPr indent="-292100" lvl="8" marL="4114800" rtl="0">
              <a:lnSpc>
                <a:spcPct val="120000"/>
              </a:lnSpc>
              <a:spcBef>
                <a:spcPts val="0"/>
              </a:spcBef>
              <a:spcAft>
                <a:spcPts val="0"/>
              </a:spcAft>
              <a:buClr>
                <a:schemeClr val="dk1"/>
              </a:buClr>
              <a:buSzPts val="1000"/>
              <a:buChar char="■"/>
              <a:defRPr>
                <a:solidFill>
                  <a:schemeClr val="dk1"/>
                </a:solidFill>
              </a:defRPr>
            </a:lvl9pPr>
          </a:lstStyle>
          <a:p/>
        </p:txBody>
      </p:sp>
      <p:sp>
        <p:nvSpPr>
          <p:cNvPr id="426" name="Google Shape;426;p32"/>
          <p:cNvSpPr txBox="1"/>
          <p:nvPr>
            <p:ph idx="2" type="body"/>
          </p:nvPr>
        </p:nvSpPr>
        <p:spPr>
          <a:xfrm>
            <a:off x="6160050" y="1240600"/>
            <a:ext cx="2643000" cy="2805600"/>
          </a:xfrm>
          <a:prstGeom prst="rect">
            <a:avLst/>
          </a:prstGeom>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Char char="●"/>
              <a:defRPr>
                <a:solidFill>
                  <a:schemeClr val="dk1"/>
                </a:solidFill>
              </a:defRPr>
            </a:lvl1pPr>
            <a:lvl2pPr indent="-292100" lvl="1" marL="914400" rtl="0">
              <a:lnSpc>
                <a:spcPct val="120000"/>
              </a:lnSpc>
              <a:spcBef>
                <a:spcPts val="0"/>
              </a:spcBef>
              <a:spcAft>
                <a:spcPts val="0"/>
              </a:spcAft>
              <a:buClr>
                <a:schemeClr val="dk1"/>
              </a:buClr>
              <a:buSzPts val="1000"/>
              <a:buChar char="○"/>
              <a:defRPr>
                <a:solidFill>
                  <a:schemeClr val="dk1"/>
                </a:solidFill>
              </a:defRPr>
            </a:lvl2pPr>
            <a:lvl3pPr indent="-292100" lvl="2" marL="1371600" rtl="0">
              <a:lnSpc>
                <a:spcPct val="120000"/>
              </a:lnSpc>
              <a:spcBef>
                <a:spcPts val="0"/>
              </a:spcBef>
              <a:spcAft>
                <a:spcPts val="0"/>
              </a:spcAft>
              <a:buClr>
                <a:schemeClr val="dk1"/>
              </a:buClr>
              <a:buSzPts val="1000"/>
              <a:buChar char="■"/>
              <a:defRPr>
                <a:solidFill>
                  <a:schemeClr val="dk1"/>
                </a:solidFill>
              </a:defRPr>
            </a:lvl3pPr>
            <a:lvl4pPr indent="-292100" lvl="3" marL="1828800" rtl="0">
              <a:lnSpc>
                <a:spcPct val="120000"/>
              </a:lnSpc>
              <a:spcBef>
                <a:spcPts val="0"/>
              </a:spcBef>
              <a:spcAft>
                <a:spcPts val="0"/>
              </a:spcAft>
              <a:buClr>
                <a:schemeClr val="dk1"/>
              </a:buClr>
              <a:buSzPts val="1000"/>
              <a:buChar char="●"/>
              <a:defRPr>
                <a:solidFill>
                  <a:schemeClr val="dk1"/>
                </a:solidFill>
              </a:defRPr>
            </a:lvl4pPr>
            <a:lvl5pPr indent="-292100" lvl="4" marL="2286000" rtl="0">
              <a:lnSpc>
                <a:spcPct val="120000"/>
              </a:lnSpc>
              <a:spcBef>
                <a:spcPts val="0"/>
              </a:spcBef>
              <a:spcAft>
                <a:spcPts val="0"/>
              </a:spcAft>
              <a:buClr>
                <a:schemeClr val="dk1"/>
              </a:buClr>
              <a:buSzPts val="1000"/>
              <a:buChar char="○"/>
              <a:defRPr>
                <a:solidFill>
                  <a:schemeClr val="dk1"/>
                </a:solidFill>
              </a:defRPr>
            </a:lvl5pPr>
            <a:lvl6pPr indent="-292100" lvl="5" marL="2743200" rtl="0">
              <a:lnSpc>
                <a:spcPct val="120000"/>
              </a:lnSpc>
              <a:spcBef>
                <a:spcPts val="0"/>
              </a:spcBef>
              <a:spcAft>
                <a:spcPts val="0"/>
              </a:spcAft>
              <a:buClr>
                <a:schemeClr val="dk1"/>
              </a:buClr>
              <a:buSzPts val="1000"/>
              <a:buChar char="■"/>
              <a:defRPr>
                <a:solidFill>
                  <a:schemeClr val="dk1"/>
                </a:solidFill>
              </a:defRPr>
            </a:lvl6pPr>
            <a:lvl7pPr indent="-292100" lvl="6" marL="3200400" rtl="0">
              <a:lnSpc>
                <a:spcPct val="120000"/>
              </a:lnSpc>
              <a:spcBef>
                <a:spcPts val="0"/>
              </a:spcBef>
              <a:spcAft>
                <a:spcPts val="0"/>
              </a:spcAft>
              <a:buClr>
                <a:schemeClr val="dk1"/>
              </a:buClr>
              <a:buSzPts val="1000"/>
              <a:buChar char="●"/>
              <a:defRPr>
                <a:solidFill>
                  <a:schemeClr val="dk1"/>
                </a:solidFill>
              </a:defRPr>
            </a:lvl7pPr>
            <a:lvl8pPr indent="-292100" lvl="7" marL="3657600" rtl="0">
              <a:lnSpc>
                <a:spcPct val="120000"/>
              </a:lnSpc>
              <a:spcBef>
                <a:spcPts val="0"/>
              </a:spcBef>
              <a:spcAft>
                <a:spcPts val="0"/>
              </a:spcAft>
              <a:buClr>
                <a:schemeClr val="dk1"/>
              </a:buClr>
              <a:buSzPts val="1000"/>
              <a:buChar char="○"/>
              <a:defRPr>
                <a:solidFill>
                  <a:schemeClr val="dk1"/>
                </a:solidFill>
              </a:defRPr>
            </a:lvl8pPr>
            <a:lvl9pPr indent="-292100" lvl="8" marL="4114800" rtl="0">
              <a:lnSpc>
                <a:spcPct val="120000"/>
              </a:lnSpc>
              <a:spcBef>
                <a:spcPts val="0"/>
              </a:spcBef>
              <a:spcAft>
                <a:spcPts val="0"/>
              </a:spcAft>
              <a:buClr>
                <a:schemeClr val="dk1"/>
              </a:buClr>
              <a:buSzPts val="1000"/>
              <a:buChar char="■"/>
              <a:defRPr>
                <a:solidFill>
                  <a:schemeClr val="dk1"/>
                </a:solidFill>
              </a:defRPr>
            </a:lvl9pPr>
          </a:lstStyle>
          <a:p/>
        </p:txBody>
      </p:sp>
      <p:sp>
        <p:nvSpPr>
          <p:cNvPr id="427" name="Google Shape;427;p32"/>
          <p:cNvSpPr txBox="1"/>
          <p:nvPr>
            <p:ph type="title"/>
          </p:nvPr>
        </p:nvSpPr>
        <p:spPr>
          <a:xfrm>
            <a:off x="33905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
        <p:nvSpPr>
          <p:cNvPr id="428" name="Google Shape;428;p32"/>
          <p:cNvSpPr txBox="1"/>
          <p:nvPr>
            <p:ph idx="3" type="subTitle"/>
          </p:nvPr>
        </p:nvSpPr>
        <p:spPr>
          <a:xfrm>
            <a:off x="357400" y="2533300"/>
            <a:ext cx="2643000" cy="2202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2 Column Icon">
  <p:cSld name="SECTION_HEADER_2_1_1_2_1_1_1">
    <p:spTree>
      <p:nvGrpSpPr>
        <p:cNvPr id="429" name="Shape 429"/>
        <p:cNvGrpSpPr/>
        <p:nvPr/>
      </p:nvGrpSpPr>
      <p:grpSpPr>
        <a:xfrm>
          <a:off x="0" y="0"/>
          <a:ext cx="0" cy="0"/>
          <a:chOff x="0" y="0"/>
          <a:chExt cx="0" cy="0"/>
        </a:xfrm>
      </p:grpSpPr>
      <p:sp>
        <p:nvSpPr>
          <p:cNvPr id="430" name="Google Shape;430;p33"/>
          <p:cNvSpPr/>
          <p:nvPr>
            <p:ph idx="2" type="pic"/>
          </p:nvPr>
        </p:nvSpPr>
        <p:spPr>
          <a:xfrm>
            <a:off x="3252383" y="552442"/>
            <a:ext cx="610500" cy="600900"/>
          </a:xfrm>
          <a:prstGeom prst="roundRect">
            <a:avLst>
              <a:gd fmla="val 8482" name="adj"/>
            </a:avLst>
          </a:prstGeom>
          <a:noFill/>
          <a:ln>
            <a:noFill/>
          </a:ln>
        </p:spPr>
      </p:sp>
      <p:sp>
        <p:nvSpPr>
          <p:cNvPr id="431" name="Google Shape;431;p33"/>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2" name="Google Shape;432;p33"/>
          <p:cNvSpPr txBox="1"/>
          <p:nvPr>
            <p:ph idx="1" type="body"/>
          </p:nvPr>
        </p:nvSpPr>
        <p:spPr>
          <a:xfrm>
            <a:off x="3252375" y="1240636"/>
            <a:ext cx="2643000" cy="2805600"/>
          </a:xfrm>
          <a:prstGeom prst="rect">
            <a:avLst/>
          </a:prstGeom>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Char char="●"/>
              <a:defRPr>
                <a:solidFill>
                  <a:schemeClr val="dk1"/>
                </a:solidFill>
              </a:defRPr>
            </a:lvl1pPr>
            <a:lvl2pPr indent="-292100" lvl="1" marL="914400" rtl="0">
              <a:lnSpc>
                <a:spcPct val="120000"/>
              </a:lnSpc>
              <a:spcBef>
                <a:spcPts val="0"/>
              </a:spcBef>
              <a:spcAft>
                <a:spcPts val="0"/>
              </a:spcAft>
              <a:buClr>
                <a:schemeClr val="dk1"/>
              </a:buClr>
              <a:buSzPts val="1000"/>
              <a:buChar char="○"/>
              <a:defRPr>
                <a:solidFill>
                  <a:schemeClr val="dk1"/>
                </a:solidFill>
              </a:defRPr>
            </a:lvl2pPr>
            <a:lvl3pPr indent="-292100" lvl="2" marL="1371600" rtl="0">
              <a:lnSpc>
                <a:spcPct val="120000"/>
              </a:lnSpc>
              <a:spcBef>
                <a:spcPts val="0"/>
              </a:spcBef>
              <a:spcAft>
                <a:spcPts val="0"/>
              </a:spcAft>
              <a:buClr>
                <a:schemeClr val="dk1"/>
              </a:buClr>
              <a:buSzPts val="1000"/>
              <a:buChar char="■"/>
              <a:defRPr>
                <a:solidFill>
                  <a:schemeClr val="dk1"/>
                </a:solidFill>
              </a:defRPr>
            </a:lvl3pPr>
            <a:lvl4pPr indent="-292100" lvl="3" marL="1828800" rtl="0">
              <a:lnSpc>
                <a:spcPct val="120000"/>
              </a:lnSpc>
              <a:spcBef>
                <a:spcPts val="0"/>
              </a:spcBef>
              <a:spcAft>
                <a:spcPts val="0"/>
              </a:spcAft>
              <a:buClr>
                <a:schemeClr val="dk1"/>
              </a:buClr>
              <a:buSzPts val="1000"/>
              <a:buChar char="●"/>
              <a:defRPr>
                <a:solidFill>
                  <a:schemeClr val="dk1"/>
                </a:solidFill>
              </a:defRPr>
            </a:lvl4pPr>
            <a:lvl5pPr indent="-292100" lvl="4" marL="2286000" rtl="0">
              <a:lnSpc>
                <a:spcPct val="120000"/>
              </a:lnSpc>
              <a:spcBef>
                <a:spcPts val="0"/>
              </a:spcBef>
              <a:spcAft>
                <a:spcPts val="0"/>
              </a:spcAft>
              <a:buClr>
                <a:schemeClr val="dk1"/>
              </a:buClr>
              <a:buSzPts val="1000"/>
              <a:buChar char="○"/>
              <a:defRPr>
                <a:solidFill>
                  <a:schemeClr val="dk1"/>
                </a:solidFill>
              </a:defRPr>
            </a:lvl5pPr>
            <a:lvl6pPr indent="-292100" lvl="5" marL="2743200" rtl="0">
              <a:lnSpc>
                <a:spcPct val="120000"/>
              </a:lnSpc>
              <a:spcBef>
                <a:spcPts val="0"/>
              </a:spcBef>
              <a:spcAft>
                <a:spcPts val="0"/>
              </a:spcAft>
              <a:buClr>
                <a:schemeClr val="dk1"/>
              </a:buClr>
              <a:buSzPts val="1000"/>
              <a:buChar char="■"/>
              <a:defRPr>
                <a:solidFill>
                  <a:schemeClr val="dk1"/>
                </a:solidFill>
              </a:defRPr>
            </a:lvl6pPr>
            <a:lvl7pPr indent="-292100" lvl="6" marL="3200400" rtl="0">
              <a:lnSpc>
                <a:spcPct val="120000"/>
              </a:lnSpc>
              <a:spcBef>
                <a:spcPts val="0"/>
              </a:spcBef>
              <a:spcAft>
                <a:spcPts val="0"/>
              </a:spcAft>
              <a:buClr>
                <a:schemeClr val="dk1"/>
              </a:buClr>
              <a:buSzPts val="1000"/>
              <a:buChar char="●"/>
              <a:defRPr>
                <a:solidFill>
                  <a:schemeClr val="dk1"/>
                </a:solidFill>
              </a:defRPr>
            </a:lvl7pPr>
            <a:lvl8pPr indent="-292100" lvl="7" marL="3657600" rtl="0">
              <a:lnSpc>
                <a:spcPct val="120000"/>
              </a:lnSpc>
              <a:spcBef>
                <a:spcPts val="0"/>
              </a:spcBef>
              <a:spcAft>
                <a:spcPts val="0"/>
              </a:spcAft>
              <a:buClr>
                <a:schemeClr val="dk1"/>
              </a:buClr>
              <a:buSzPts val="1000"/>
              <a:buChar char="○"/>
              <a:defRPr>
                <a:solidFill>
                  <a:schemeClr val="dk1"/>
                </a:solidFill>
              </a:defRPr>
            </a:lvl8pPr>
            <a:lvl9pPr indent="-292100" lvl="8" marL="4114800" rtl="0">
              <a:lnSpc>
                <a:spcPct val="120000"/>
              </a:lnSpc>
              <a:spcBef>
                <a:spcPts val="0"/>
              </a:spcBef>
              <a:spcAft>
                <a:spcPts val="0"/>
              </a:spcAft>
              <a:buClr>
                <a:schemeClr val="dk1"/>
              </a:buClr>
              <a:buSzPts val="1000"/>
              <a:buChar char="■"/>
              <a:defRPr>
                <a:solidFill>
                  <a:schemeClr val="dk1"/>
                </a:solidFill>
              </a:defRPr>
            </a:lvl9pPr>
          </a:lstStyle>
          <a:p/>
        </p:txBody>
      </p:sp>
      <p:sp>
        <p:nvSpPr>
          <p:cNvPr id="433" name="Google Shape;433;p33"/>
          <p:cNvSpPr txBox="1"/>
          <p:nvPr>
            <p:ph idx="3" type="body"/>
          </p:nvPr>
        </p:nvSpPr>
        <p:spPr>
          <a:xfrm>
            <a:off x="6160050" y="1240600"/>
            <a:ext cx="2643000" cy="2805600"/>
          </a:xfrm>
          <a:prstGeom prst="rect">
            <a:avLst/>
          </a:prstGeom>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Char char="●"/>
              <a:defRPr>
                <a:solidFill>
                  <a:schemeClr val="dk1"/>
                </a:solidFill>
              </a:defRPr>
            </a:lvl1pPr>
            <a:lvl2pPr indent="-292100" lvl="1" marL="914400" rtl="0">
              <a:lnSpc>
                <a:spcPct val="120000"/>
              </a:lnSpc>
              <a:spcBef>
                <a:spcPts val="0"/>
              </a:spcBef>
              <a:spcAft>
                <a:spcPts val="0"/>
              </a:spcAft>
              <a:buClr>
                <a:schemeClr val="dk1"/>
              </a:buClr>
              <a:buSzPts val="1000"/>
              <a:buChar char="○"/>
              <a:defRPr>
                <a:solidFill>
                  <a:schemeClr val="dk1"/>
                </a:solidFill>
              </a:defRPr>
            </a:lvl2pPr>
            <a:lvl3pPr indent="-292100" lvl="2" marL="1371600" rtl="0">
              <a:lnSpc>
                <a:spcPct val="120000"/>
              </a:lnSpc>
              <a:spcBef>
                <a:spcPts val="0"/>
              </a:spcBef>
              <a:spcAft>
                <a:spcPts val="0"/>
              </a:spcAft>
              <a:buClr>
                <a:schemeClr val="dk1"/>
              </a:buClr>
              <a:buSzPts val="1000"/>
              <a:buChar char="■"/>
              <a:defRPr>
                <a:solidFill>
                  <a:schemeClr val="dk1"/>
                </a:solidFill>
              </a:defRPr>
            </a:lvl3pPr>
            <a:lvl4pPr indent="-292100" lvl="3" marL="1828800" rtl="0">
              <a:lnSpc>
                <a:spcPct val="120000"/>
              </a:lnSpc>
              <a:spcBef>
                <a:spcPts val="0"/>
              </a:spcBef>
              <a:spcAft>
                <a:spcPts val="0"/>
              </a:spcAft>
              <a:buClr>
                <a:schemeClr val="dk1"/>
              </a:buClr>
              <a:buSzPts val="1000"/>
              <a:buChar char="●"/>
              <a:defRPr>
                <a:solidFill>
                  <a:schemeClr val="dk1"/>
                </a:solidFill>
              </a:defRPr>
            </a:lvl4pPr>
            <a:lvl5pPr indent="-292100" lvl="4" marL="2286000" rtl="0">
              <a:lnSpc>
                <a:spcPct val="120000"/>
              </a:lnSpc>
              <a:spcBef>
                <a:spcPts val="0"/>
              </a:spcBef>
              <a:spcAft>
                <a:spcPts val="0"/>
              </a:spcAft>
              <a:buClr>
                <a:schemeClr val="dk1"/>
              </a:buClr>
              <a:buSzPts val="1000"/>
              <a:buChar char="○"/>
              <a:defRPr>
                <a:solidFill>
                  <a:schemeClr val="dk1"/>
                </a:solidFill>
              </a:defRPr>
            </a:lvl5pPr>
            <a:lvl6pPr indent="-292100" lvl="5" marL="2743200" rtl="0">
              <a:lnSpc>
                <a:spcPct val="120000"/>
              </a:lnSpc>
              <a:spcBef>
                <a:spcPts val="0"/>
              </a:spcBef>
              <a:spcAft>
                <a:spcPts val="0"/>
              </a:spcAft>
              <a:buClr>
                <a:schemeClr val="dk1"/>
              </a:buClr>
              <a:buSzPts val="1000"/>
              <a:buChar char="■"/>
              <a:defRPr>
                <a:solidFill>
                  <a:schemeClr val="dk1"/>
                </a:solidFill>
              </a:defRPr>
            </a:lvl6pPr>
            <a:lvl7pPr indent="-292100" lvl="6" marL="3200400" rtl="0">
              <a:lnSpc>
                <a:spcPct val="120000"/>
              </a:lnSpc>
              <a:spcBef>
                <a:spcPts val="0"/>
              </a:spcBef>
              <a:spcAft>
                <a:spcPts val="0"/>
              </a:spcAft>
              <a:buClr>
                <a:schemeClr val="dk1"/>
              </a:buClr>
              <a:buSzPts val="1000"/>
              <a:buChar char="●"/>
              <a:defRPr>
                <a:solidFill>
                  <a:schemeClr val="dk1"/>
                </a:solidFill>
              </a:defRPr>
            </a:lvl7pPr>
            <a:lvl8pPr indent="-292100" lvl="7" marL="3657600" rtl="0">
              <a:lnSpc>
                <a:spcPct val="120000"/>
              </a:lnSpc>
              <a:spcBef>
                <a:spcPts val="0"/>
              </a:spcBef>
              <a:spcAft>
                <a:spcPts val="0"/>
              </a:spcAft>
              <a:buClr>
                <a:schemeClr val="dk1"/>
              </a:buClr>
              <a:buSzPts val="1000"/>
              <a:buChar char="○"/>
              <a:defRPr>
                <a:solidFill>
                  <a:schemeClr val="dk1"/>
                </a:solidFill>
              </a:defRPr>
            </a:lvl8pPr>
            <a:lvl9pPr indent="-292100" lvl="8" marL="4114800" rtl="0">
              <a:lnSpc>
                <a:spcPct val="120000"/>
              </a:lnSpc>
              <a:spcBef>
                <a:spcPts val="0"/>
              </a:spcBef>
              <a:spcAft>
                <a:spcPts val="0"/>
              </a:spcAft>
              <a:buClr>
                <a:schemeClr val="dk1"/>
              </a:buClr>
              <a:buSzPts val="1000"/>
              <a:buChar char="■"/>
              <a:defRPr>
                <a:solidFill>
                  <a:schemeClr val="dk1"/>
                </a:solidFill>
              </a:defRPr>
            </a:lvl9pPr>
          </a:lstStyle>
          <a:p/>
        </p:txBody>
      </p:sp>
      <p:sp>
        <p:nvSpPr>
          <p:cNvPr id="434" name="Google Shape;434;p33"/>
          <p:cNvSpPr txBox="1"/>
          <p:nvPr>
            <p:ph type="title"/>
          </p:nvPr>
        </p:nvSpPr>
        <p:spPr>
          <a:xfrm>
            <a:off x="339050" y="1240600"/>
            <a:ext cx="2643000" cy="1292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
        <p:nvSpPr>
          <p:cNvPr id="435" name="Google Shape;435;p33"/>
          <p:cNvSpPr txBox="1"/>
          <p:nvPr>
            <p:ph idx="4" type="subTitle"/>
          </p:nvPr>
        </p:nvSpPr>
        <p:spPr>
          <a:xfrm>
            <a:off x="357400" y="2532997"/>
            <a:ext cx="2643000" cy="1992000"/>
          </a:xfrm>
          <a:prstGeom prst="rect">
            <a:avLst/>
          </a:prstGeom>
          <a:noFill/>
        </p:spPr>
        <p:txBody>
          <a:bodyPr anchorCtr="0" anchor="t" bIns="0" lIns="0" spcFirstLastPara="1" rIns="0" wrap="square" tIns="0">
            <a:noAutofit/>
          </a:bodyPr>
          <a:lstStyle>
            <a:lvl1pPr lvl="0"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1pPr>
            <a:lvl2pPr lvl="1"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2pPr>
            <a:lvl3pPr lvl="2"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3pPr>
            <a:lvl4pPr lvl="3"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4pPr>
            <a:lvl5pPr lvl="4"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5pPr>
            <a:lvl6pPr lvl="5"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6pPr>
            <a:lvl7pPr lvl="6"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7pPr>
            <a:lvl8pPr lvl="7"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8pPr>
            <a:lvl9pPr lvl="8" rtl="0">
              <a:lnSpc>
                <a:spcPct val="100000"/>
              </a:lnSpc>
              <a:spcBef>
                <a:spcPts val="0"/>
              </a:spcBef>
              <a:spcAft>
                <a:spcPts val="0"/>
              </a:spcAft>
              <a:buClr>
                <a:schemeClr val="dk1"/>
              </a:buClr>
              <a:buSzPts val="1000"/>
              <a:buFont typeface="DS Indigo SemiBold"/>
              <a:buNone/>
              <a:defRPr sz="1000">
                <a:solidFill>
                  <a:schemeClr val="dk1"/>
                </a:solidFill>
                <a:latin typeface="DS Indigo SemiBold"/>
                <a:ea typeface="DS Indigo SemiBold"/>
                <a:cs typeface="DS Indigo SemiBold"/>
                <a:sym typeface="DS Indigo SemiBold"/>
              </a:defRPr>
            </a:lvl9pPr>
          </a:lstStyle>
          <a:p/>
        </p:txBody>
      </p:sp>
      <p:sp>
        <p:nvSpPr>
          <p:cNvPr id="436" name="Google Shape;436;p33"/>
          <p:cNvSpPr/>
          <p:nvPr>
            <p:ph idx="5" type="pic"/>
          </p:nvPr>
        </p:nvSpPr>
        <p:spPr>
          <a:xfrm>
            <a:off x="6160058" y="552442"/>
            <a:ext cx="610500" cy="600900"/>
          </a:xfrm>
          <a:prstGeom prst="roundRect">
            <a:avLst>
              <a:gd fmla="val 8482" name="adj"/>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 Flood">
  <p:cSld name="SECTION_HEADER_2_1_1_2_1_3">
    <p:spTree>
      <p:nvGrpSpPr>
        <p:cNvPr id="437" name="Shape 437"/>
        <p:cNvGrpSpPr/>
        <p:nvPr/>
      </p:nvGrpSpPr>
      <p:grpSpPr>
        <a:xfrm>
          <a:off x="0" y="0"/>
          <a:ext cx="0" cy="0"/>
          <a:chOff x="0" y="0"/>
          <a:chExt cx="0" cy="0"/>
        </a:xfrm>
      </p:grpSpPr>
      <p:grpSp>
        <p:nvGrpSpPr>
          <p:cNvPr id="438" name="Google Shape;438;p34"/>
          <p:cNvGrpSpPr/>
          <p:nvPr/>
        </p:nvGrpSpPr>
        <p:grpSpPr>
          <a:xfrm>
            <a:off x="3054279" y="1042442"/>
            <a:ext cx="6085967" cy="4101128"/>
            <a:chOff x="1279475" y="734133"/>
            <a:chExt cx="7769650" cy="5235705"/>
          </a:xfrm>
        </p:grpSpPr>
        <p:sp>
          <p:nvSpPr>
            <p:cNvPr id="439" name="Google Shape;439;p34"/>
            <p:cNvSpPr/>
            <p:nvPr/>
          </p:nvSpPr>
          <p:spPr>
            <a:xfrm>
              <a:off x="1279475" y="734133"/>
              <a:ext cx="3884825" cy="5235705"/>
            </a:xfrm>
            <a:custGeom>
              <a:rect b="b" l="l" r="r" t="t"/>
              <a:pathLst>
                <a:path extrusionOk="0" h="5235705" w="3884825">
                  <a:moveTo>
                    <a:pt x="3110988" y="0"/>
                  </a:moveTo>
                  <a:lnTo>
                    <a:pt x="243640" y="0"/>
                  </a:lnTo>
                  <a:cubicBezTo>
                    <a:pt x="109062" y="0"/>
                    <a:pt x="0" y="109062"/>
                    <a:pt x="0" y="243640"/>
                  </a:cubicBezTo>
                  <a:lnTo>
                    <a:pt x="0" y="5235706"/>
                  </a:lnTo>
                  <a:lnTo>
                    <a:pt x="3884826" y="5235706"/>
                  </a:lnTo>
                  <a:lnTo>
                    <a:pt x="3884826" y="773772"/>
                  </a:lnTo>
                  <a:cubicBezTo>
                    <a:pt x="3884826" y="709133"/>
                    <a:pt x="3859180" y="647177"/>
                    <a:pt x="3813448" y="601510"/>
                  </a:cubicBezTo>
                  <a:lnTo>
                    <a:pt x="3283316" y="71378"/>
                  </a:lnTo>
                  <a:cubicBezTo>
                    <a:pt x="3237650" y="25712"/>
                    <a:pt x="3175628" y="0"/>
                    <a:pt x="3111054" y="0"/>
                  </a:cubicBezTo>
                  <a:close/>
                </a:path>
              </a:pathLst>
            </a:custGeom>
            <a:solidFill>
              <a:srgbClr val="D0CBC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23232"/>
                </a:solidFill>
                <a:latin typeface="Arial"/>
                <a:ea typeface="Arial"/>
                <a:cs typeface="Arial"/>
                <a:sym typeface="Arial"/>
              </a:endParaRPr>
            </a:p>
          </p:txBody>
        </p:sp>
        <p:sp>
          <p:nvSpPr>
            <p:cNvPr id="440" name="Google Shape;440;p34"/>
            <p:cNvSpPr/>
            <p:nvPr/>
          </p:nvSpPr>
          <p:spPr>
            <a:xfrm>
              <a:off x="5164300" y="734133"/>
              <a:ext cx="3884825" cy="5235705"/>
            </a:xfrm>
            <a:custGeom>
              <a:rect b="b" l="l" r="r" t="t"/>
              <a:pathLst>
                <a:path extrusionOk="0" h="5235705" w="3884825">
                  <a:moveTo>
                    <a:pt x="3110989" y="0"/>
                  </a:moveTo>
                  <a:lnTo>
                    <a:pt x="243640" y="0"/>
                  </a:lnTo>
                  <a:cubicBezTo>
                    <a:pt x="109063" y="0"/>
                    <a:pt x="0" y="109062"/>
                    <a:pt x="0" y="243640"/>
                  </a:cubicBezTo>
                  <a:lnTo>
                    <a:pt x="0" y="5235706"/>
                  </a:lnTo>
                  <a:lnTo>
                    <a:pt x="3884826" y="5235706"/>
                  </a:lnTo>
                  <a:lnTo>
                    <a:pt x="3884826" y="773772"/>
                  </a:lnTo>
                  <a:cubicBezTo>
                    <a:pt x="3884826" y="709133"/>
                    <a:pt x="3859180" y="647177"/>
                    <a:pt x="3813449" y="601510"/>
                  </a:cubicBezTo>
                  <a:lnTo>
                    <a:pt x="3283316" y="71378"/>
                  </a:lnTo>
                  <a:cubicBezTo>
                    <a:pt x="3237650" y="25712"/>
                    <a:pt x="3175628" y="0"/>
                    <a:pt x="3111054" y="0"/>
                  </a:cubicBezTo>
                  <a:close/>
                </a:path>
              </a:pathLst>
            </a:custGeom>
            <a:solidFill>
              <a:srgbClr val="F7F1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23232"/>
                </a:solidFill>
                <a:latin typeface="Arial"/>
                <a:ea typeface="Arial"/>
                <a:cs typeface="Arial"/>
                <a:sym typeface="Arial"/>
              </a:endParaRPr>
            </a:p>
          </p:txBody>
        </p:sp>
      </p:grpSp>
      <p:sp>
        <p:nvSpPr>
          <p:cNvPr id="441" name="Google Shape;441;p34"/>
          <p:cNvSpPr txBox="1"/>
          <p:nvPr>
            <p:ph type="title"/>
          </p:nvPr>
        </p:nvSpPr>
        <p:spPr>
          <a:xfrm>
            <a:off x="33905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
        <p:nvSpPr>
          <p:cNvPr id="442" name="Google Shape;442;p34"/>
          <p:cNvSpPr txBox="1"/>
          <p:nvPr>
            <p:ph idx="1" type="subTitle"/>
          </p:nvPr>
        </p:nvSpPr>
        <p:spPr>
          <a:xfrm>
            <a:off x="3215651" y="1240600"/>
            <a:ext cx="2485500" cy="3902700"/>
          </a:xfrm>
          <a:prstGeom prst="rect">
            <a:avLst/>
          </a:prstGeom>
          <a:noFill/>
        </p:spPr>
        <p:txBody>
          <a:bodyPr anchorCtr="0" anchor="t" bIns="182875" lIns="182875" spcFirstLastPara="1" rIns="182875" wrap="square" tIns="182875">
            <a:noAutofit/>
          </a:bodyPr>
          <a:lstStyle>
            <a:lvl1pPr lvl="0" rtl="0">
              <a:lnSpc>
                <a:spcPct val="120000"/>
              </a:lnSpc>
              <a:spcBef>
                <a:spcPts val="0"/>
              </a:spcBef>
              <a:spcAft>
                <a:spcPts val="0"/>
              </a:spcAft>
              <a:buSzPts val="1600"/>
              <a:buNone/>
              <a:defRPr/>
            </a:lvl1pPr>
            <a:lvl2pPr lvl="1" rtl="0">
              <a:lnSpc>
                <a:spcPct val="120000"/>
              </a:lnSpc>
              <a:spcBef>
                <a:spcPts val="0"/>
              </a:spcBef>
              <a:spcAft>
                <a:spcPts val="0"/>
              </a:spcAft>
              <a:buSzPts val="1600"/>
              <a:buNone/>
              <a:defRPr sz="1600"/>
            </a:lvl2pPr>
            <a:lvl3pPr lvl="2" rtl="0">
              <a:lnSpc>
                <a:spcPct val="120000"/>
              </a:lnSpc>
              <a:spcBef>
                <a:spcPts val="0"/>
              </a:spcBef>
              <a:spcAft>
                <a:spcPts val="0"/>
              </a:spcAft>
              <a:buSzPts val="1600"/>
              <a:buNone/>
              <a:defRPr sz="1600"/>
            </a:lvl3pPr>
            <a:lvl4pPr lvl="3" rtl="0">
              <a:lnSpc>
                <a:spcPct val="120000"/>
              </a:lnSpc>
              <a:spcBef>
                <a:spcPts val="0"/>
              </a:spcBef>
              <a:spcAft>
                <a:spcPts val="0"/>
              </a:spcAft>
              <a:buSzPts val="1600"/>
              <a:buNone/>
              <a:defRPr sz="1600"/>
            </a:lvl4pPr>
            <a:lvl5pPr lvl="4" rtl="0">
              <a:lnSpc>
                <a:spcPct val="120000"/>
              </a:lnSpc>
              <a:spcBef>
                <a:spcPts val="0"/>
              </a:spcBef>
              <a:spcAft>
                <a:spcPts val="0"/>
              </a:spcAft>
              <a:buSzPts val="1600"/>
              <a:buNone/>
              <a:defRPr sz="1600"/>
            </a:lvl5pPr>
            <a:lvl6pPr lvl="5" rtl="0">
              <a:lnSpc>
                <a:spcPct val="120000"/>
              </a:lnSpc>
              <a:spcBef>
                <a:spcPts val="0"/>
              </a:spcBef>
              <a:spcAft>
                <a:spcPts val="0"/>
              </a:spcAft>
              <a:buSzPts val="1600"/>
              <a:buNone/>
              <a:defRPr sz="1600"/>
            </a:lvl6pPr>
            <a:lvl7pPr lvl="6" rtl="0">
              <a:lnSpc>
                <a:spcPct val="120000"/>
              </a:lnSpc>
              <a:spcBef>
                <a:spcPts val="0"/>
              </a:spcBef>
              <a:spcAft>
                <a:spcPts val="0"/>
              </a:spcAft>
              <a:buSzPts val="1600"/>
              <a:buNone/>
              <a:defRPr sz="1600"/>
            </a:lvl7pPr>
            <a:lvl8pPr lvl="7" rtl="0">
              <a:lnSpc>
                <a:spcPct val="120000"/>
              </a:lnSpc>
              <a:spcBef>
                <a:spcPts val="0"/>
              </a:spcBef>
              <a:spcAft>
                <a:spcPts val="0"/>
              </a:spcAft>
              <a:buSzPts val="1600"/>
              <a:buNone/>
              <a:defRPr sz="1600"/>
            </a:lvl8pPr>
            <a:lvl9pPr lvl="8" rtl="0">
              <a:lnSpc>
                <a:spcPct val="120000"/>
              </a:lnSpc>
              <a:spcBef>
                <a:spcPts val="0"/>
              </a:spcBef>
              <a:spcAft>
                <a:spcPts val="0"/>
              </a:spcAft>
              <a:buSzPts val="1600"/>
              <a:buNone/>
              <a:defRPr sz="1600"/>
            </a:lvl9pPr>
          </a:lstStyle>
          <a:p/>
        </p:txBody>
      </p:sp>
      <p:sp>
        <p:nvSpPr>
          <p:cNvPr id="443" name="Google Shape;443;p34"/>
          <p:cNvSpPr txBox="1"/>
          <p:nvPr>
            <p:ph idx="2" type="subTitle"/>
          </p:nvPr>
        </p:nvSpPr>
        <p:spPr>
          <a:xfrm>
            <a:off x="6256675" y="1240775"/>
            <a:ext cx="2485500" cy="3902700"/>
          </a:xfrm>
          <a:prstGeom prst="rect">
            <a:avLst/>
          </a:prstGeom>
          <a:noFill/>
        </p:spPr>
        <p:txBody>
          <a:bodyPr anchorCtr="0" anchor="t" bIns="182875" lIns="182875" spcFirstLastPara="1" rIns="182875" wrap="square" tIns="182875">
            <a:noAutofit/>
          </a:bodyPr>
          <a:lstStyle>
            <a:lvl1pPr lvl="0" rtl="0">
              <a:lnSpc>
                <a:spcPct val="120000"/>
              </a:lnSpc>
              <a:spcBef>
                <a:spcPts val="0"/>
              </a:spcBef>
              <a:spcAft>
                <a:spcPts val="0"/>
              </a:spcAft>
              <a:buSzPts val="1600"/>
              <a:buNone/>
              <a:defRPr/>
            </a:lvl1pPr>
            <a:lvl2pPr lvl="1" rtl="0">
              <a:lnSpc>
                <a:spcPct val="120000"/>
              </a:lnSpc>
              <a:spcBef>
                <a:spcPts val="0"/>
              </a:spcBef>
              <a:spcAft>
                <a:spcPts val="0"/>
              </a:spcAft>
              <a:buSzPts val="1600"/>
              <a:buNone/>
              <a:defRPr sz="1600"/>
            </a:lvl2pPr>
            <a:lvl3pPr lvl="2" rtl="0">
              <a:lnSpc>
                <a:spcPct val="120000"/>
              </a:lnSpc>
              <a:spcBef>
                <a:spcPts val="0"/>
              </a:spcBef>
              <a:spcAft>
                <a:spcPts val="0"/>
              </a:spcAft>
              <a:buSzPts val="1600"/>
              <a:buNone/>
              <a:defRPr sz="1600"/>
            </a:lvl3pPr>
            <a:lvl4pPr lvl="3" rtl="0">
              <a:lnSpc>
                <a:spcPct val="120000"/>
              </a:lnSpc>
              <a:spcBef>
                <a:spcPts val="0"/>
              </a:spcBef>
              <a:spcAft>
                <a:spcPts val="0"/>
              </a:spcAft>
              <a:buSzPts val="1600"/>
              <a:buNone/>
              <a:defRPr sz="1600"/>
            </a:lvl4pPr>
            <a:lvl5pPr lvl="4" rtl="0">
              <a:lnSpc>
                <a:spcPct val="120000"/>
              </a:lnSpc>
              <a:spcBef>
                <a:spcPts val="0"/>
              </a:spcBef>
              <a:spcAft>
                <a:spcPts val="0"/>
              </a:spcAft>
              <a:buSzPts val="1600"/>
              <a:buNone/>
              <a:defRPr sz="1600"/>
            </a:lvl5pPr>
            <a:lvl6pPr lvl="5" rtl="0">
              <a:lnSpc>
                <a:spcPct val="120000"/>
              </a:lnSpc>
              <a:spcBef>
                <a:spcPts val="0"/>
              </a:spcBef>
              <a:spcAft>
                <a:spcPts val="0"/>
              </a:spcAft>
              <a:buSzPts val="1600"/>
              <a:buNone/>
              <a:defRPr sz="1600"/>
            </a:lvl6pPr>
            <a:lvl7pPr lvl="6" rtl="0">
              <a:lnSpc>
                <a:spcPct val="120000"/>
              </a:lnSpc>
              <a:spcBef>
                <a:spcPts val="0"/>
              </a:spcBef>
              <a:spcAft>
                <a:spcPts val="0"/>
              </a:spcAft>
              <a:buSzPts val="1600"/>
              <a:buNone/>
              <a:defRPr sz="1600"/>
            </a:lvl7pPr>
            <a:lvl8pPr lvl="7" rtl="0">
              <a:lnSpc>
                <a:spcPct val="120000"/>
              </a:lnSpc>
              <a:spcBef>
                <a:spcPts val="0"/>
              </a:spcBef>
              <a:spcAft>
                <a:spcPts val="0"/>
              </a:spcAft>
              <a:buSzPts val="1600"/>
              <a:buNone/>
              <a:defRPr sz="1600"/>
            </a:lvl8pPr>
            <a:lvl9pPr lvl="8" rtl="0">
              <a:lnSpc>
                <a:spcPct val="120000"/>
              </a:lnSpc>
              <a:spcBef>
                <a:spcPts val="0"/>
              </a:spcBef>
              <a:spcAft>
                <a:spcPts val="0"/>
              </a:spcAft>
              <a:buSzPts val="1600"/>
              <a:buNone/>
              <a:defRPr sz="1600"/>
            </a:lvl9pPr>
          </a:lstStyle>
          <a:p/>
        </p:txBody>
      </p:sp>
      <p:sp>
        <p:nvSpPr>
          <p:cNvPr id="444" name="Google Shape;444;p34"/>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3 Column Flood">
  <p:cSld name="SECTION_HEADER_2_1_1_2_1_2_1_1_1">
    <p:spTree>
      <p:nvGrpSpPr>
        <p:cNvPr id="445" name="Shape 445"/>
        <p:cNvGrpSpPr/>
        <p:nvPr/>
      </p:nvGrpSpPr>
      <p:grpSpPr>
        <a:xfrm>
          <a:off x="0" y="0"/>
          <a:ext cx="0" cy="0"/>
          <a:chOff x="0" y="0"/>
          <a:chExt cx="0" cy="0"/>
        </a:xfrm>
      </p:grpSpPr>
      <p:sp>
        <p:nvSpPr>
          <p:cNvPr id="446" name="Google Shape;446;p35"/>
          <p:cNvSpPr/>
          <p:nvPr/>
        </p:nvSpPr>
        <p:spPr>
          <a:xfrm>
            <a:off x="3043172" y="1052716"/>
            <a:ext cx="3049588" cy="4096939"/>
          </a:xfrm>
          <a:custGeom>
            <a:rect b="b" l="l" r="r" t="t"/>
            <a:pathLst>
              <a:path extrusionOk="0" h="5235705" w="3884825">
                <a:moveTo>
                  <a:pt x="3110988" y="0"/>
                </a:moveTo>
                <a:lnTo>
                  <a:pt x="243640" y="0"/>
                </a:lnTo>
                <a:cubicBezTo>
                  <a:pt x="109062" y="0"/>
                  <a:pt x="0" y="109062"/>
                  <a:pt x="0" y="243640"/>
                </a:cubicBezTo>
                <a:lnTo>
                  <a:pt x="0" y="5235706"/>
                </a:lnTo>
                <a:lnTo>
                  <a:pt x="3884826" y="5235706"/>
                </a:lnTo>
                <a:lnTo>
                  <a:pt x="3884826" y="773772"/>
                </a:lnTo>
                <a:cubicBezTo>
                  <a:pt x="3884826" y="709133"/>
                  <a:pt x="3859180" y="647177"/>
                  <a:pt x="3813448" y="601510"/>
                </a:cubicBezTo>
                <a:lnTo>
                  <a:pt x="3283316" y="71378"/>
                </a:lnTo>
                <a:cubicBezTo>
                  <a:pt x="3237650" y="25712"/>
                  <a:pt x="3175628" y="0"/>
                  <a:pt x="3111054"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23232"/>
              </a:solidFill>
              <a:latin typeface="Arial"/>
              <a:ea typeface="Arial"/>
              <a:cs typeface="Arial"/>
              <a:sym typeface="Arial"/>
            </a:endParaRPr>
          </a:p>
        </p:txBody>
      </p:sp>
      <p:sp>
        <p:nvSpPr>
          <p:cNvPr id="447" name="Google Shape;447;p35"/>
          <p:cNvSpPr/>
          <p:nvPr/>
        </p:nvSpPr>
        <p:spPr>
          <a:xfrm>
            <a:off x="6092753" y="1052716"/>
            <a:ext cx="3059300" cy="4096939"/>
          </a:xfrm>
          <a:custGeom>
            <a:rect b="b" l="l" r="r" t="t"/>
            <a:pathLst>
              <a:path extrusionOk="0" h="5235705" w="3884825">
                <a:moveTo>
                  <a:pt x="3110989" y="0"/>
                </a:moveTo>
                <a:lnTo>
                  <a:pt x="243640" y="0"/>
                </a:lnTo>
                <a:cubicBezTo>
                  <a:pt x="109063" y="0"/>
                  <a:pt x="0" y="109062"/>
                  <a:pt x="0" y="243640"/>
                </a:cubicBezTo>
                <a:lnTo>
                  <a:pt x="0" y="5235706"/>
                </a:lnTo>
                <a:lnTo>
                  <a:pt x="3884826" y="5235706"/>
                </a:lnTo>
                <a:lnTo>
                  <a:pt x="3884826" y="773772"/>
                </a:lnTo>
                <a:cubicBezTo>
                  <a:pt x="3884826" y="709133"/>
                  <a:pt x="3859180" y="647177"/>
                  <a:pt x="3813449" y="601510"/>
                </a:cubicBezTo>
                <a:lnTo>
                  <a:pt x="3283316" y="71378"/>
                </a:lnTo>
                <a:cubicBezTo>
                  <a:pt x="3237650" y="25712"/>
                  <a:pt x="3175628" y="0"/>
                  <a:pt x="3111054" y="0"/>
                </a:cubicBezTo>
                <a:close/>
              </a:path>
            </a:pathLst>
          </a:custGeom>
          <a:solidFill>
            <a:srgbClr val="8874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23232"/>
              </a:solidFill>
              <a:latin typeface="Arial"/>
              <a:ea typeface="Arial"/>
              <a:cs typeface="Arial"/>
              <a:sym typeface="Arial"/>
            </a:endParaRPr>
          </a:p>
        </p:txBody>
      </p:sp>
      <p:sp>
        <p:nvSpPr>
          <p:cNvPr id="448" name="Google Shape;448;p35"/>
          <p:cNvSpPr/>
          <p:nvPr/>
        </p:nvSpPr>
        <p:spPr>
          <a:xfrm>
            <a:off x="-5450" y="1052716"/>
            <a:ext cx="3049588" cy="4096939"/>
          </a:xfrm>
          <a:custGeom>
            <a:rect b="b" l="l" r="r" t="t"/>
            <a:pathLst>
              <a:path extrusionOk="0" h="5235705" w="3884825">
                <a:moveTo>
                  <a:pt x="3110988" y="0"/>
                </a:moveTo>
                <a:lnTo>
                  <a:pt x="243640" y="0"/>
                </a:lnTo>
                <a:cubicBezTo>
                  <a:pt x="109062" y="0"/>
                  <a:pt x="0" y="109062"/>
                  <a:pt x="0" y="243640"/>
                </a:cubicBezTo>
                <a:lnTo>
                  <a:pt x="0" y="5235706"/>
                </a:lnTo>
                <a:lnTo>
                  <a:pt x="3884826" y="5235706"/>
                </a:lnTo>
                <a:lnTo>
                  <a:pt x="3884826" y="773772"/>
                </a:lnTo>
                <a:cubicBezTo>
                  <a:pt x="3884826" y="709133"/>
                  <a:pt x="3859180" y="647177"/>
                  <a:pt x="3813448" y="601510"/>
                </a:cubicBezTo>
                <a:lnTo>
                  <a:pt x="3283316" y="71378"/>
                </a:lnTo>
                <a:cubicBezTo>
                  <a:pt x="3237650" y="25712"/>
                  <a:pt x="3175628" y="0"/>
                  <a:pt x="3111054"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23232"/>
              </a:solidFill>
              <a:latin typeface="Arial"/>
              <a:ea typeface="Arial"/>
              <a:cs typeface="Arial"/>
              <a:sym typeface="Arial"/>
            </a:endParaRPr>
          </a:p>
        </p:txBody>
      </p:sp>
      <p:sp>
        <p:nvSpPr>
          <p:cNvPr id="449" name="Google Shape;449;p35"/>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0" name="Google Shape;450;p35"/>
          <p:cNvSpPr txBox="1"/>
          <p:nvPr>
            <p:ph idx="1" type="subTitle"/>
          </p:nvPr>
        </p:nvSpPr>
        <p:spPr>
          <a:xfrm>
            <a:off x="3215651" y="1240600"/>
            <a:ext cx="2485500" cy="3902700"/>
          </a:xfrm>
          <a:prstGeom prst="rect">
            <a:avLst/>
          </a:prstGeom>
          <a:noFill/>
        </p:spPr>
        <p:txBody>
          <a:bodyPr anchorCtr="0" anchor="t" bIns="182875" lIns="182875" spcFirstLastPara="1" rIns="182875" wrap="square" tIns="182875">
            <a:noAutofit/>
          </a:bodyPr>
          <a:lstStyle>
            <a:lvl1pPr lvl="0" rtl="0">
              <a:lnSpc>
                <a:spcPct val="120000"/>
              </a:lnSpc>
              <a:spcBef>
                <a:spcPts val="0"/>
              </a:spcBef>
              <a:spcAft>
                <a:spcPts val="0"/>
              </a:spcAft>
              <a:buClr>
                <a:schemeClr val="lt1"/>
              </a:buClr>
              <a:buSzPts val="1600"/>
              <a:buNone/>
              <a:defRPr>
                <a:solidFill>
                  <a:schemeClr val="lt1"/>
                </a:solidFill>
              </a:defRPr>
            </a:lvl1pPr>
            <a:lvl2pPr lvl="1" rtl="0">
              <a:lnSpc>
                <a:spcPct val="120000"/>
              </a:lnSpc>
              <a:spcBef>
                <a:spcPts val="0"/>
              </a:spcBef>
              <a:spcAft>
                <a:spcPts val="0"/>
              </a:spcAft>
              <a:buSzPts val="1600"/>
              <a:buNone/>
              <a:defRPr sz="1600"/>
            </a:lvl2pPr>
            <a:lvl3pPr lvl="2" rtl="0">
              <a:lnSpc>
                <a:spcPct val="120000"/>
              </a:lnSpc>
              <a:spcBef>
                <a:spcPts val="0"/>
              </a:spcBef>
              <a:spcAft>
                <a:spcPts val="0"/>
              </a:spcAft>
              <a:buSzPts val="1600"/>
              <a:buNone/>
              <a:defRPr sz="1600"/>
            </a:lvl3pPr>
            <a:lvl4pPr lvl="3" rtl="0">
              <a:lnSpc>
                <a:spcPct val="120000"/>
              </a:lnSpc>
              <a:spcBef>
                <a:spcPts val="0"/>
              </a:spcBef>
              <a:spcAft>
                <a:spcPts val="0"/>
              </a:spcAft>
              <a:buSzPts val="1600"/>
              <a:buNone/>
              <a:defRPr sz="1600"/>
            </a:lvl4pPr>
            <a:lvl5pPr lvl="4" rtl="0">
              <a:lnSpc>
                <a:spcPct val="120000"/>
              </a:lnSpc>
              <a:spcBef>
                <a:spcPts val="0"/>
              </a:spcBef>
              <a:spcAft>
                <a:spcPts val="0"/>
              </a:spcAft>
              <a:buSzPts val="1600"/>
              <a:buNone/>
              <a:defRPr sz="1600"/>
            </a:lvl5pPr>
            <a:lvl6pPr lvl="5" rtl="0">
              <a:lnSpc>
                <a:spcPct val="120000"/>
              </a:lnSpc>
              <a:spcBef>
                <a:spcPts val="0"/>
              </a:spcBef>
              <a:spcAft>
                <a:spcPts val="0"/>
              </a:spcAft>
              <a:buSzPts val="1600"/>
              <a:buNone/>
              <a:defRPr sz="1600"/>
            </a:lvl6pPr>
            <a:lvl7pPr lvl="6" rtl="0">
              <a:lnSpc>
                <a:spcPct val="120000"/>
              </a:lnSpc>
              <a:spcBef>
                <a:spcPts val="0"/>
              </a:spcBef>
              <a:spcAft>
                <a:spcPts val="0"/>
              </a:spcAft>
              <a:buSzPts val="1600"/>
              <a:buNone/>
              <a:defRPr sz="1600"/>
            </a:lvl7pPr>
            <a:lvl8pPr lvl="7" rtl="0">
              <a:lnSpc>
                <a:spcPct val="120000"/>
              </a:lnSpc>
              <a:spcBef>
                <a:spcPts val="0"/>
              </a:spcBef>
              <a:spcAft>
                <a:spcPts val="0"/>
              </a:spcAft>
              <a:buSzPts val="1600"/>
              <a:buNone/>
              <a:defRPr sz="1600"/>
            </a:lvl8pPr>
            <a:lvl9pPr lvl="8" rtl="0">
              <a:lnSpc>
                <a:spcPct val="120000"/>
              </a:lnSpc>
              <a:spcBef>
                <a:spcPts val="0"/>
              </a:spcBef>
              <a:spcAft>
                <a:spcPts val="0"/>
              </a:spcAft>
              <a:buSzPts val="1600"/>
              <a:buNone/>
              <a:defRPr sz="1600"/>
            </a:lvl9pPr>
          </a:lstStyle>
          <a:p/>
        </p:txBody>
      </p:sp>
      <p:sp>
        <p:nvSpPr>
          <p:cNvPr id="451" name="Google Shape;451;p35"/>
          <p:cNvSpPr txBox="1"/>
          <p:nvPr>
            <p:ph idx="2" type="subTitle"/>
          </p:nvPr>
        </p:nvSpPr>
        <p:spPr>
          <a:xfrm>
            <a:off x="6256675" y="1240775"/>
            <a:ext cx="2485500" cy="3902700"/>
          </a:xfrm>
          <a:prstGeom prst="rect">
            <a:avLst/>
          </a:prstGeom>
          <a:noFill/>
        </p:spPr>
        <p:txBody>
          <a:bodyPr anchorCtr="0" anchor="t" bIns="182875" lIns="182875" spcFirstLastPara="1" rIns="182875" wrap="square" tIns="182875">
            <a:noAutofit/>
          </a:bodyPr>
          <a:lstStyle>
            <a:lvl1pPr lvl="0" rtl="0">
              <a:lnSpc>
                <a:spcPct val="120000"/>
              </a:lnSpc>
              <a:spcBef>
                <a:spcPts val="0"/>
              </a:spcBef>
              <a:spcAft>
                <a:spcPts val="0"/>
              </a:spcAft>
              <a:buClr>
                <a:schemeClr val="lt1"/>
              </a:buClr>
              <a:buSzPts val="1600"/>
              <a:buNone/>
              <a:defRPr>
                <a:solidFill>
                  <a:schemeClr val="lt1"/>
                </a:solidFill>
              </a:defRPr>
            </a:lvl1pPr>
            <a:lvl2pPr lvl="1" rtl="0">
              <a:lnSpc>
                <a:spcPct val="120000"/>
              </a:lnSpc>
              <a:spcBef>
                <a:spcPts val="0"/>
              </a:spcBef>
              <a:spcAft>
                <a:spcPts val="0"/>
              </a:spcAft>
              <a:buSzPts val="1600"/>
              <a:buNone/>
              <a:defRPr sz="1600"/>
            </a:lvl2pPr>
            <a:lvl3pPr lvl="2" rtl="0">
              <a:lnSpc>
                <a:spcPct val="120000"/>
              </a:lnSpc>
              <a:spcBef>
                <a:spcPts val="0"/>
              </a:spcBef>
              <a:spcAft>
                <a:spcPts val="0"/>
              </a:spcAft>
              <a:buSzPts val="1600"/>
              <a:buNone/>
              <a:defRPr sz="1600"/>
            </a:lvl3pPr>
            <a:lvl4pPr lvl="3" rtl="0">
              <a:lnSpc>
                <a:spcPct val="120000"/>
              </a:lnSpc>
              <a:spcBef>
                <a:spcPts val="0"/>
              </a:spcBef>
              <a:spcAft>
                <a:spcPts val="0"/>
              </a:spcAft>
              <a:buSzPts val="1600"/>
              <a:buNone/>
              <a:defRPr sz="1600"/>
            </a:lvl4pPr>
            <a:lvl5pPr lvl="4" rtl="0">
              <a:lnSpc>
                <a:spcPct val="120000"/>
              </a:lnSpc>
              <a:spcBef>
                <a:spcPts val="0"/>
              </a:spcBef>
              <a:spcAft>
                <a:spcPts val="0"/>
              </a:spcAft>
              <a:buSzPts val="1600"/>
              <a:buNone/>
              <a:defRPr sz="1600"/>
            </a:lvl5pPr>
            <a:lvl6pPr lvl="5" rtl="0">
              <a:lnSpc>
                <a:spcPct val="120000"/>
              </a:lnSpc>
              <a:spcBef>
                <a:spcPts val="0"/>
              </a:spcBef>
              <a:spcAft>
                <a:spcPts val="0"/>
              </a:spcAft>
              <a:buSzPts val="1600"/>
              <a:buNone/>
              <a:defRPr sz="1600"/>
            </a:lvl6pPr>
            <a:lvl7pPr lvl="6" rtl="0">
              <a:lnSpc>
                <a:spcPct val="120000"/>
              </a:lnSpc>
              <a:spcBef>
                <a:spcPts val="0"/>
              </a:spcBef>
              <a:spcAft>
                <a:spcPts val="0"/>
              </a:spcAft>
              <a:buSzPts val="1600"/>
              <a:buNone/>
              <a:defRPr sz="1600"/>
            </a:lvl7pPr>
            <a:lvl8pPr lvl="7" rtl="0">
              <a:lnSpc>
                <a:spcPct val="120000"/>
              </a:lnSpc>
              <a:spcBef>
                <a:spcPts val="0"/>
              </a:spcBef>
              <a:spcAft>
                <a:spcPts val="0"/>
              </a:spcAft>
              <a:buSzPts val="1600"/>
              <a:buNone/>
              <a:defRPr sz="1600"/>
            </a:lvl8pPr>
            <a:lvl9pPr lvl="8" rtl="0">
              <a:lnSpc>
                <a:spcPct val="120000"/>
              </a:lnSpc>
              <a:spcBef>
                <a:spcPts val="0"/>
              </a:spcBef>
              <a:spcAft>
                <a:spcPts val="0"/>
              </a:spcAft>
              <a:buSzPts val="1600"/>
              <a:buNone/>
              <a:defRPr sz="1600"/>
            </a:lvl9pPr>
          </a:lstStyle>
          <a:p/>
        </p:txBody>
      </p:sp>
      <p:sp>
        <p:nvSpPr>
          <p:cNvPr id="452" name="Google Shape;452;p35"/>
          <p:cNvSpPr txBox="1"/>
          <p:nvPr>
            <p:ph idx="3" type="subTitle"/>
          </p:nvPr>
        </p:nvSpPr>
        <p:spPr>
          <a:xfrm>
            <a:off x="152400" y="1240775"/>
            <a:ext cx="2525100" cy="3902700"/>
          </a:xfrm>
          <a:prstGeom prst="rect">
            <a:avLst/>
          </a:prstGeom>
          <a:noFill/>
        </p:spPr>
        <p:txBody>
          <a:bodyPr anchorCtr="0" anchor="t" bIns="182875" lIns="182875" spcFirstLastPara="1" rIns="182875" wrap="square" tIns="182875">
            <a:noAutofit/>
          </a:bodyPr>
          <a:lstStyle>
            <a:lvl1pPr lvl="0" rtl="0">
              <a:lnSpc>
                <a:spcPct val="120000"/>
              </a:lnSpc>
              <a:spcBef>
                <a:spcPts val="0"/>
              </a:spcBef>
              <a:spcAft>
                <a:spcPts val="0"/>
              </a:spcAft>
              <a:buClr>
                <a:schemeClr val="lt1"/>
              </a:buClr>
              <a:buSzPts val="1600"/>
              <a:buNone/>
              <a:defRPr>
                <a:solidFill>
                  <a:schemeClr val="lt1"/>
                </a:solidFill>
              </a:defRPr>
            </a:lvl1pPr>
            <a:lvl2pPr lvl="1" rtl="0">
              <a:lnSpc>
                <a:spcPct val="120000"/>
              </a:lnSpc>
              <a:spcBef>
                <a:spcPts val="0"/>
              </a:spcBef>
              <a:spcAft>
                <a:spcPts val="0"/>
              </a:spcAft>
              <a:buSzPts val="1600"/>
              <a:buNone/>
              <a:defRPr sz="1600"/>
            </a:lvl2pPr>
            <a:lvl3pPr lvl="2" rtl="0">
              <a:lnSpc>
                <a:spcPct val="120000"/>
              </a:lnSpc>
              <a:spcBef>
                <a:spcPts val="0"/>
              </a:spcBef>
              <a:spcAft>
                <a:spcPts val="0"/>
              </a:spcAft>
              <a:buSzPts val="1600"/>
              <a:buNone/>
              <a:defRPr sz="1600"/>
            </a:lvl3pPr>
            <a:lvl4pPr lvl="3" rtl="0">
              <a:lnSpc>
                <a:spcPct val="120000"/>
              </a:lnSpc>
              <a:spcBef>
                <a:spcPts val="0"/>
              </a:spcBef>
              <a:spcAft>
                <a:spcPts val="0"/>
              </a:spcAft>
              <a:buSzPts val="1600"/>
              <a:buNone/>
              <a:defRPr sz="1600"/>
            </a:lvl4pPr>
            <a:lvl5pPr lvl="4" rtl="0">
              <a:lnSpc>
                <a:spcPct val="120000"/>
              </a:lnSpc>
              <a:spcBef>
                <a:spcPts val="0"/>
              </a:spcBef>
              <a:spcAft>
                <a:spcPts val="0"/>
              </a:spcAft>
              <a:buSzPts val="1600"/>
              <a:buNone/>
              <a:defRPr sz="1600"/>
            </a:lvl5pPr>
            <a:lvl6pPr lvl="5" rtl="0">
              <a:lnSpc>
                <a:spcPct val="120000"/>
              </a:lnSpc>
              <a:spcBef>
                <a:spcPts val="0"/>
              </a:spcBef>
              <a:spcAft>
                <a:spcPts val="0"/>
              </a:spcAft>
              <a:buSzPts val="1600"/>
              <a:buNone/>
              <a:defRPr sz="1600"/>
            </a:lvl6pPr>
            <a:lvl7pPr lvl="6" rtl="0">
              <a:lnSpc>
                <a:spcPct val="120000"/>
              </a:lnSpc>
              <a:spcBef>
                <a:spcPts val="0"/>
              </a:spcBef>
              <a:spcAft>
                <a:spcPts val="0"/>
              </a:spcAft>
              <a:buSzPts val="1600"/>
              <a:buNone/>
              <a:defRPr sz="1600"/>
            </a:lvl7pPr>
            <a:lvl8pPr lvl="7" rtl="0">
              <a:lnSpc>
                <a:spcPct val="120000"/>
              </a:lnSpc>
              <a:spcBef>
                <a:spcPts val="0"/>
              </a:spcBef>
              <a:spcAft>
                <a:spcPts val="0"/>
              </a:spcAft>
              <a:buSzPts val="1600"/>
              <a:buNone/>
              <a:defRPr sz="1600"/>
            </a:lvl8pPr>
            <a:lvl9pPr lvl="8" rtl="0">
              <a:lnSpc>
                <a:spcPct val="120000"/>
              </a:lnSpc>
              <a:spcBef>
                <a:spcPts val="0"/>
              </a:spcBef>
              <a:spcAft>
                <a:spcPts val="0"/>
              </a:spcAft>
              <a:buSzPts val="1600"/>
              <a:buNone/>
              <a:defRPr sz="1600"/>
            </a:lvl9pPr>
          </a:lstStyle>
          <a:p/>
        </p:txBody>
      </p:sp>
      <p:sp>
        <p:nvSpPr>
          <p:cNvPr id="453" name="Google Shape;453;p35"/>
          <p:cNvSpPr txBox="1"/>
          <p:nvPr>
            <p:ph idx="4"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eft / 1 Column Right">
  <p:cSld name="SECTION_HEADER_5_1">
    <p:spTree>
      <p:nvGrpSpPr>
        <p:cNvPr id="454" name="Shape 454"/>
        <p:cNvGrpSpPr/>
        <p:nvPr/>
      </p:nvGrpSpPr>
      <p:grpSpPr>
        <a:xfrm>
          <a:off x="0" y="0"/>
          <a:ext cx="0" cy="0"/>
          <a:chOff x="0" y="0"/>
          <a:chExt cx="0" cy="0"/>
        </a:xfrm>
      </p:grpSpPr>
      <p:sp>
        <p:nvSpPr>
          <p:cNvPr id="455" name="Google Shape;455;p36"/>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6" name="Google Shape;456;p36"/>
          <p:cNvSpPr txBox="1"/>
          <p:nvPr>
            <p:ph idx="1" type="subTitle"/>
          </p:nvPr>
        </p:nvSpPr>
        <p:spPr>
          <a:xfrm>
            <a:off x="3244275" y="1240600"/>
            <a:ext cx="5556900" cy="28056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Clr>
                <a:schemeClr val="dk1"/>
              </a:buClr>
              <a:buSzPts val="2000"/>
              <a:buNone/>
              <a:defRPr sz="2000">
                <a:solidFill>
                  <a:schemeClr val="dk1"/>
                </a:solidFill>
              </a:defRPr>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sp>
        <p:nvSpPr>
          <p:cNvPr id="457" name="Google Shape;457;p36"/>
          <p:cNvSpPr txBox="1"/>
          <p:nvPr>
            <p:ph type="title"/>
          </p:nvPr>
        </p:nvSpPr>
        <p:spPr>
          <a:xfrm>
            <a:off x="342900" y="1240696"/>
            <a:ext cx="2661300" cy="28056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eft / 2 Column Right">
  <p:cSld name="SECTION_HEADER_5">
    <p:spTree>
      <p:nvGrpSpPr>
        <p:cNvPr id="458" name="Shape 458"/>
        <p:cNvGrpSpPr/>
        <p:nvPr/>
      </p:nvGrpSpPr>
      <p:grpSpPr>
        <a:xfrm>
          <a:off x="0" y="0"/>
          <a:ext cx="0" cy="0"/>
          <a:chOff x="0" y="0"/>
          <a:chExt cx="0" cy="0"/>
        </a:xfrm>
      </p:grpSpPr>
      <p:sp>
        <p:nvSpPr>
          <p:cNvPr id="459" name="Google Shape;459;p37"/>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60" name="Google Shape;460;p37"/>
          <p:cNvSpPr txBox="1"/>
          <p:nvPr>
            <p:ph idx="1" type="subTitle"/>
          </p:nvPr>
        </p:nvSpPr>
        <p:spPr>
          <a:xfrm>
            <a:off x="3244275" y="1240831"/>
            <a:ext cx="2661300" cy="2805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461" name="Google Shape;461;p37"/>
          <p:cNvSpPr txBox="1"/>
          <p:nvPr>
            <p:ph idx="2" type="subTitle"/>
          </p:nvPr>
        </p:nvSpPr>
        <p:spPr>
          <a:xfrm>
            <a:off x="6149500" y="1240600"/>
            <a:ext cx="2644800" cy="2805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462" name="Google Shape;462;p37"/>
          <p:cNvSpPr txBox="1"/>
          <p:nvPr>
            <p:ph type="title"/>
          </p:nvPr>
        </p:nvSpPr>
        <p:spPr>
          <a:xfrm>
            <a:off x="342900" y="1240887"/>
            <a:ext cx="2661300" cy="28053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Right 1 : Image Left 3">
  <p:cSld name="SECTION_HEADER_2">
    <p:spTree>
      <p:nvGrpSpPr>
        <p:cNvPr id="463" name="Shape 463"/>
        <p:cNvGrpSpPr/>
        <p:nvPr/>
      </p:nvGrpSpPr>
      <p:grpSpPr>
        <a:xfrm>
          <a:off x="0" y="0"/>
          <a:ext cx="0" cy="0"/>
          <a:chOff x="0" y="0"/>
          <a:chExt cx="0" cy="0"/>
        </a:xfrm>
      </p:grpSpPr>
      <p:sp>
        <p:nvSpPr>
          <p:cNvPr id="464" name="Google Shape;464;p38"/>
          <p:cNvSpPr/>
          <p:nvPr>
            <p:ph idx="2" type="pic"/>
          </p:nvPr>
        </p:nvSpPr>
        <p:spPr>
          <a:xfrm>
            <a:off x="3234700" y="-200"/>
            <a:ext cx="5909400" cy="4160100"/>
          </a:xfrm>
          <a:prstGeom prst="round2DiagRect">
            <a:avLst>
              <a:gd fmla="val 49749" name="adj1"/>
              <a:gd fmla="val 0" name="adj2"/>
            </a:avLst>
          </a:prstGeom>
          <a:noFill/>
          <a:ln>
            <a:noFill/>
          </a:ln>
        </p:spPr>
      </p:sp>
      <p:sp>
        <p:nvSpPr>
          <p:cNvPr id="465" name="Google Shape;465;p38"/>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66" name="Google Shape;466;p38"/>
          <p:cNvSpPr txBox="1"/>
          <p:nvPr>
            <p:ph type="title"/>
          </p:nvPr>
        </p:nvSpPr>
        <p:spPr>
          <a:xfrm>
            <a:off x="339050" y="1240600"/>
            <a:ext cx="2661300" cy="1068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80000"/>
              </a:lnSpc>
              <a:spcBef>
                <a:spcPts val="0"/>
              </a:spcBef>
              <a:spcAft>
                <a:spcPts val="0"/>
              </a:spcAft>
              <a:buSzPts val="2400"/>
              <a:buNone/>
              <a:defRPr sz="2400"/>
            </a:lvl2pPr>
            <a:lvl3pPr lvl="2" rtl="0">
              <a:lnSpc>
                <a:spcPct val="80000"/>
              </a:lnSpc>
              <a:spcBef>
                <a:spcPts val="0"/>
              </a:spcBef>
              <a:spcAft>
                <a:spcPts val="0"/>
              </a:spcAft>
              <a:buSzPts val="2400"/>
              <a:buNone/>
              <a:defRPr sz="2400"/>
            </a:lvl3pPr>
            <a:lvl4pPr lvl="3" rtl="0">
              <a:lnSpc>
                <a:spcPct val="80000"/>
              </a:lnSpc>
              <a:spcBef>
                <a:spcPts val="0"/>
              </a:spcBef>
              <a:spcAft>
                <a:spcPts val="0"/>
              </a:spcAft>
              <a:buSzPts val="2400"/>
              <a:buNone/>
              <a:defRPr sz="2400"/>
            </a:lvl4pPr>
            <a:lvl5pPr lvl="4" rtl="0">
              <a:lnSpc>
                <a:spcPct val="80000"/>
              </a:lnSpc>
              <a:spcBef>
                <a:spcPts val="0"/>
              </a:spcBef>
              <a:spcAft>
                <a:spcPts val="0"/>
              </a:spcAft>
              <a:buSzPts val="2400"/>
              <a:buNone/>
              <a:defRPr sz="2400"/>
            </a:lvl5pPr>
            <a:lvl6pPr lvl="5" rtl="0">
              <a:lnSpc>
                <a:spcPct val="80000"/>
              </a:lnSpc>
              <a:spcBef>
                <a:spcPts val="0"/>
              </a:spcBef>
              <a:spcAft>
                <a:spcPts val="0"/>
              </a:spcAft>
              <a:buSzPts val="2400"/>
              <a:buNone/>
              <a:defRPr sz="2400"/>
            </a:lvl6pPr>
            <a:lvl7pPr lvl="6" rtl="0">
              <a:lnSpc>
                <a:spcPct val="80000"/>
              </a:lnSpc>
              <a:spcBef>
                <a:spcPts val="0"/>
              </a:spcBef>
              <a:spcAft>
                <a:spcPts val="0"/>
              </a:spcAft>
              <a:buSzPts val="2400"/>
              <a:buNone/>
              <a:defRPr sz="2400"/>
            </a:lvl7pPr>
            <a:lvl8pPr lvl="7" rtl="0">
              <a:lnSpc>
                <a:spcPct val="80000"/>
              </a:lnSpc>
              <a:spcBef>
                <a:spcPts val="0"/>
              </a:spcBef>
              <a:spcAft>
                <a:spcPts val="0"/>
              </a:spcAft>
              <a:buSzPts val="2400"/>
              <a:buNone/>
              <a:defRPr sz="2400"/>
            </a:lvl8pPr>
            <a:lvl9pPr lvl="8" rtl="0">
              <a:lnSpc>
                <a:spcPct val="80000"/>
              </a:lnSpc>
              <a:spcBef>
                <a:spcPts val="0"/>
              </a:spcBef>
              <a:spcAft>
                <a:spcPts val="0"/>
              </a:spcAft>
              <a:buSzPts val="2400"/>
              <a:buNone/>
              <a:defRPr sz="2400"/>
            </a:lvl9pPr>
          </a:lstStyle>
          <a:p/>
        </p:txBody>
      </p:sp>
      <p:sp>
        <p:nvSpPr>
          <p:cNvPr id="467" name="Google Shape;467;p38"/>
          <p:cNvSpPr txBox="1"/>
          <p:nvPr>
            <p:ph idx="1" type="subTitle"/>
          </p:nvPr>
        </p:nvSpPr>
        <p:spPr>
          <a:xfrm>
            <a:off x="339050" y="2532888"/>
            <a:ext cx="2661300" cy="20511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Clr>
                <a:schemeClr val="dk1"/>
              </a:buClr>
              <a:buSzPts val="1200"/>
              <a:buNone/>
              <a:defRPr sz="1200">
                <a:solidFill>
                  <a:schemeClr val="dk1"/>
                </a:solidFill>
              </a:defRPr>
            </a:lvl1pPr>
            <a:lvl2pPr lvl="1" rtl="0">
              <a:lnSpc>
                <a:spcPct val="120000"/>
              </a:lnSpc>
              <a:spcBef>
                <a:spcPts val="0"/>
              </a:spcBef>
              <a:spcAft>
                <a:spcPts val="0"/>
              </a:spcAft>
              <a:buClr>
                <a:schemeClr val="dk1"/>
              </a:buClr>
              <a:buSzPts val="1200"/>
              <a:buNone/>
              <a:defRPr sz="1200">
                <a:solidFill>
                  <a:schemeClr val="dk1"/>
                </a:solidFill>
              </a:defRPr>
            </a:lvl2pPr>
            <a:lvl3pPr lvl="2" rtl="0">
              <a:lnSpc>
                <a:spcPct val="120000"/>
              </a:lnSpc>
              <a:spcBef>
                <a:spcPts val="0"/>
              </a:spcBef>
              <a:spcAft>
                <a:spcPts val="0"/>
              </a:spcAft>
              <a:buClr>
                <a:schemeClr val="dk1"/>
              </a:buClr>
              <a:buSzPts val="1200"/>
              <a:buNone/>
              <a:defRPr sz="1200">
                <a:solidFill>
                  <a:schemeClr val="dk1"/>
                </a:solidFill>
              </a:defRPr>
            </a:lvl3pPr>
            <a:lvl4pPr lvl="3" rtl="0">
              <a:lnSpc>
                <a:spcPct val="120000"/>
              </a:lnSpc>
              <a:spcBef>
                <a:spcPts val="0"/>
              </a:spcBef>
              <a:spcAft>
                <a:spcPts val="0"/>
              </a:spcAft>
              <a:buClr>
                <a:schemeClr val="dk1"/>
              </a:buClr>
              <a:buSzPts val="1200"/>
              <a:buNone/>
              <a:defRPr sz="1200">
                <a:solidFill>
                  <a:schemeClr val="dk1"/>
                </a:solidFill>
              </a:defRPr>
            </a:lvl4pPr>
            <a:lvl5pPr lvl="4" rtl="0">
              <a:lnSpc>
                <a:spcPct val="120000"/>
              </a:lnSpc>
              <a:spcBef>
                <a:spcPts val="0"/>
              </a:spcBef>
              <a:spcAft>
                <a:spcPts val="0"/>
              </a:spcAft>
              <a:buClr>
                <a:schemeClr val="dk1"/>
              </a:buClr>
              <a:buSzPts val="1200"/>
              <a:buNone/>
              <a:defRPr sz="1200">
                <a:solidFill>
                  <a:schemeClr val="dk1"/>
                </a:solidFill>
              </a:defRPr>
            </a:lvl5pPr>
            <a:lvl6pPr lvl="5" rtl="0">
              <a:lnSpc>
                <a:spcPct val="120000"/>
              </a:lnSpc>
              <a:spcBef>
                <a:spcPts val="0"/>
              </a:spcBef>
              <a:spcAft>
                <a:spcPts val="0"/>
              </a:spcAft>
              <a:buClr>
                <a:schemeClr val="dk1"/>
              </a:buClr>
              <a:buSzPts val="1200"/>
              <a:buNone/>
              <a:defRPr sz="1200">
                <a:solidFill>
                  <a:schemeClr val="dk1"/>
                </a:solidFill>
              </a:defRPr>
            </a:lvl6pPr>
            <a:lvl7pPr lvl="6" rtl="0">
              <a:lnSpc>
                <a:spcPct val="120000"/>
              </a:lnSpc>
              <a:spcBef>
                <a:spcPts val="0"/>
              </a:spcBef>
              <a:spcAft>
                <a:spcPts val="0"/>
              </a:spcAft>
              <a:buClr>
                <a:schemeClr val="dk1"/>
              </a:buClr>
              <a:buSzPts val="1200"/>
              <a:buNone/>
              <a:defRPr sz="1200">
                <a:solidFill>
                  <a:schemeClr val="dk1"/>
                </a:solidFill>
              </a:defRPr>
            </a:lvl7pPr>
            <a:lvl8pPr lvl="7" rtl="0">
              <a:lnSpc>
                <a:spcPct val="120000"/>
              </a:lnSpc>
              <a:spcBef>
                <a:spcPts val="0"/>
              </a:spcBef>
              <a:spcAft>
                <a:spcPts val="0"/>
              </a:spcAft>
              <a:buClr>
                <a:schemeClr val="dk1"/>
              </a:buClr>
              <a:buSzPts val="1200"/>
              <a:buNone/>
              <a:defRPr sz="1200">
                <a:solidFill>
                  <a:schemeClr val="dk1"/>
                </a:solidFill>
              </a:defRPr>
            </a:lvl8pPr>
            <a:lvl9pPr lvl="8" rtl="0">
              <a:lnSpc>
                <a:spcPct val="120000"/>
              </a:lnSpc>
              <a:spcBef>
                <a:spcPts val="0"/>
              </a:spcBef>
              <a:spcAft>
                <a:spcPts val="0"/>
              </a:spcAft>
              <a:buClr>
                <a:schemeClr val="dk1"/>
              </a:buClr>
              <a:buSzPts val="1200"/>
              <a:buNone/>
              <a:defRPr sz="1200">
                <a:solidFill>
                  <a:schemeClr val="dk1"/>
                </a:solidFill>
              </a:defRPr>
            </a:lvl9pPr>
          </a:lstStyle>
          <a:p/>
        </p:txBody>
      </p:sp>
      <p:sp>
        <p:nvSpPr>
          <p:cNvPr id="468" name="Google Shape;468;p38"/>
          <p:cNvSpPr txBox="1"/>
          <p:nvPr>
            <p:ph idx="3" type="subTitle"/>
          </p:nvPr>
        </p:nvSpPr>
        <p:spPr>
          <a:xfrm>
            <a:off x="3238500" y="4279775"/>
            <a:ext cx="2672400" cy="198600"/>
          </a:xfrm>
          <a:prstGeom prst="rect">
            <a:avLst/>
          </a:prstGeom>
          <a:noFill/>
        </p:spPr>
        <p:txBody>
          <a:bodyPr anchorCtr="0" anchor="t" bIns="0" lIns="0" spcFirstLastPara="1" rIns="0" wrap="square" tIns="0">
            <a:noAutofit/>
          </a:bodyPr>
          <a:lstStyle>
            <a:lvl1pPr lvl="0" rtl="0">
              <a:spcBef>
                <a:spcPts val="0"/>
              </a:spcBef>
              <a:spcAft>
                <a:spcPts val="0"/>
              </a:spcAft>
              <a:buClr>
                <a:srgbClr val="666666"/>
              </a:buClr>
              <a:buSzPts val="800"/>
              <a:buFont typeface="DS Indigo Medium"/>
              <a:buNone/>
              <a:defRPr sz="800">
                <a:solidFill>
                  <a:srgbClr val="666666"/>
                </a:solidFill>
                <a:latin typeface="DS Indigo Medium"/>
                <a:ea typeface="DS Indigo Medium"/>
                <a:cs typeface="DS Indigo Medium"/>
                <a:sym typeface="DS Indigo Medium"/>
              </a:defRPr>
            </a:lvl1pPr>
            <a:lvl2pPr lvl="1"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2pPr>
            <a:lvl3pPr lvl="2"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3pPr>
            <a:lvl4pPr lvl="3"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4pPr>
            <a:lvl5pPr lvl="4"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5pPr>
            <a:lvl6pPr lvl="5"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6pPr>
            <a:lvl7pPr lvl="6"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7pPr>
            <a:lvl8pPr lvl="7"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8pPr>
            <a:lvl9pPr lvl="8"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Right 1 : Image Left 1">
  <p:cSld name="SECTION_HEADER_2_1">
    <p:spTree>
      <p:nvGrpSpPr>
        <p:cNvPr id="469" name="Shape 469"/>
        <p:cNvGrpSpPr/>
        <p:nvPr/>
      </p:nvGrpSpPr>
      <p:grpSpPr>
        <a:xfrm>
          <a:off x="0" y="0"/>
          <a:ext cx="0" cy="0"/>
          <a:chOff x="0" y="0"/>
          <a:chExt cx="0" cy="0"/>
        </a:xfrm>
      </p:grpSpPr>
      <p:sp>
        <p:nvSpPr>
          <p:cNvPr id="470" name="Google Shape;470;p39"/>
          <p:cNvSpPr txBox="1"/>
          <p:nvPr>
            <p:ph idx="1" type="subTitle"/>
          </p:nvPr>
        </p:nvSpPr>
        <p:spPr>
          <a:xfrm>
            <a:off x="339050" y="2834000"/>
            <a:ext cx="3640800" cy="17499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Clr>
                <a:schemeClr val="dk1"/>
              </a:buClr>
              <a:buSzPts val="1000"/>
              <a:buNone/>
              <a:defRPr sz="1000">
                <a:solidFill>
                  <a:schemeClr val="dk1"/>
                </a:solidFill>
              </a:defRPr>
            </a:lvl1pPr>
            <a:lvl2pPr lvl="1" rtl="0">
              <a:lnSpc>
                <a:spcPct val="120000"/>
              </a:lnSpc>
              <a:spcBef>
                <a:spcPts val="0"/>
              </a:spcBef>
              <a:spcAft>
                <a:spcPts val="0"/>
              </a:spcAft>
              <a:buClr>
                <a:schemeClr val="dk1"/>
              </a:buClr>
              <a:buSzPts val="1200"/>
              <a:buNone/>
              <a:defRPr sz="1200">
                <a:solidFill>
                  <a:schemeClr val="dk1"/>
                </a:solidFill>
              </a:defRPr>
            </a:lvl2pPr>
            <a:lvl3pPr lvl="2" rtl="0">
              <a:lnSpc>
                <a:spcPct val="120000"/>
              </a:lnSpc>
              <a:spcBef>
                <a:spcPts val="0"/>
              </a:spcBef>
              <a:spcAft>
                <a:spcPts val="0"/>
              </a:spcAft>
              <a:buClr>
                <a:schemeClr val="dk1"/>
              </a:buClr>
              <a:buSzPts val="1200"/>
              <a:buNone/>
              <a:defRPr sz="1200">
                <a:solidFill>
                  <a:schemeClr val="dk1"/>
                </a:solidFill>
              </a:defRPr>
            </a:lvl3pPr>
            <a:lvl4pPr lvl="3" rtl="0">
              <a:lnSpc>
                <a:spcPct val="120000"/>
              </a:lnSpc>
              <a:spcBef>
                <a:spcPts val="0"/>
              </a:spcBef>
              <a:spcAft>
                <a:spcPts val="0"/>
              </a:spcAft>
              <a:buClr>
                <a:schemeClr val="dk1"/>
              </a:buClr>
              <a:buSzPts val="1200"/>
              <a:buNone/>
              <a:defRPr sz="1200">
                <a:solidFill>
                  <a:schemeClr val="dk1"/>
                </a:solidFill>
              </a:defRPr>
            </a:lvl4pPr>
            <a:lvl5pPr lvl="4" rtl="0">
              <a:lnSpc>
                <a:spcPct val="120000"/>
              </a:lnSpc>
              <a:spcBef>
                <a:spcPts val="0"/>
              </a:spcBef>
              <a:spcAft>
                <a:spcPts val="0"/>
              </a:spcAft>
              <a:buClr>
                <a:schemeClr val="dk1"/>
              </a:buClr>
              <a:buSzPts val="1200"/>
              <a:buNone/>
              <a:defRPr sz="1200">
                <a:solidFill>
                  <a:schemeClr val="dk1"/>
                </a:solidFill>
              </a:defRPr>
            </a:lvl5pPr>
            <a:lvl6pPr lvl="5" rtl="0">
              <a:lnSpc>
                <a:spcPct val="120000"/>
              </a:lnSpc>
              <a:spcBef>
                <a:spcPts val="0"/>
              </a:spcBef>
              <a:spcAft>
                <a:spcPts val="0"/>
              </a:spcAft>
              <a:buClr>
                <a:schemeClr val="dk1"/>
              </a:buClr>
              <a:buSzPts val="1200"/>
              <a:buNone/>
              <a:defRPr sz="1200">
                <a:solidFill>
                  <a:schemeClr val="dk1"/>
                </a:solidFill>
              </a:defRPr>
            </a:lvl6pPr>
            <a:lvl7pPr lvl="6" rtl="0">
              <a:lnSpc>
                <a:spcPct val="120000"/>
              </a:lnSpc>
              <a:spcBef>
                <a:spcPts val="0"/>
              </a:spcBef>
              <a:spcAft>
                <a:spcPts val="0"/>
              </a:spcAft>
              <a:buClr>
                <a:schemeClr val="dk1"/>
              </a:buClr>
              <a:buSzPts val="1200"/>
              <a:buNone/>
              <a:defRPr sz="1200">
                <a:solidFill>
                  <a:schemeClr val="dk1"/>
                </a:solidFill>
              </a:defRPr>
            </a:lvl7pPr>
            <a:lvl8pPr lvl="7" rtl="0">
              <a:lnSpc>
                <a:spcPct val="120000"/>
              </a:lnSpc>
              <a:spcBef>
                <a:spcPts val="0"/>
              </a:spcBef>
              <a:spcAft>
                <a:spcPts val="0"/>
              </a:spcAft>
              <a:buClr>
                <a:schemeClr val="dk1"/>
              </a:buClr>
              <a:buSzPts val="1200"/>
              <a:buNone/>
              <a:defRPr sz="1200">
                <a:solidFill>
                  <a:schemeClr val="dk1"/>
                </a:solidFill>
              </a:defRPr>
            </a:lvl8pPr>
            <a:lvl9pPr lvl="8" rtl="0">
              <a:lnSpc>
                <a:spcPct val="120000"/>
              </a:lnSpc>
              <a:spcBef>
                <a:spcPts val="0"/>
              </a:spcBef>
              <a:spcAft>
                <a:spcPts val="0"/>
              </a:spcAft>
              <a:buClr>
                <a:schemeClr val="dk1"/>
              </a:buClr>
              <a:buSzPts val="1200"/>
              <a:buNone/>
              <a:defRPr sz="1200">
                <a:solidFill>
                  <a:schemeClr val="dk1"/>
                </a:solidFill>
              </a:defRPr>
            </a:lvl9pPr>
          </a:lstStyle>
          <a:p/>
        </p:txBody>
      </p:sp>
      <p:sp>
        <p:nvSpPr>
          <p:cNvPr id="471" name="Google Shape;471;p39"/>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2" name="Google Shape;472;p39"/>
          <p:cNvSpPr txBox="1"/>
          <p:nvPr>
            <p:ph idx="2" type="subTitle"/>
          </p:nvPr>
        </p:nvSpPr>
        <p:spPr>
          <a:xfrm>
            <a:off x="339050" y="2329950"/>
            <a:ext cx="3640800" cy="483600"/>
          </a:xfrm>
          <a:prstGeom prst="rect">
            <a:avLst/>
          </a:prstGeom>
        </p:spPr>
        <p:txBody>
          <a:bodyPr anchorCtr="0" anchor="t" bIns="0" lIns="0" spcFirstLastPara="1" rIns="0" wrap="square" tIns="0">
            <a:noAutofit/>
          </a:bodyPr>
          <a:lstStyle>
            <a:lvl1pPr lvl="0" rtl="0">
              <a:spcBef>
                <a:spcPts val="0"/>
              </a:spcBef>
              <a:spcAft>
                <a:spcPts val="0"/>
              </a:spcAft>
              <a:buSzPts val="2000"/>
              <a:buNone/>
              <a:defRPr sz="2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473" name="Google Shape;473;p39"/>
          <p:cNvSpPr txBox="1"/>
          <p:nvPr>
            <p:ph idx="3" type="subTitle"/>
          </p:nvPr>
        </p:nvSpPr>
        <p:spPr>
          <a:xfrm>
            <a:off x="4577550" y="4279775"/>
            <a:ext cx="2672400" cy="198600"/>
          </a:xfrm>
          <a:prstGeom prst="rect">
            <a:avLst/>
          </a:prstGeom>
          <a:noFill/>
        </p:spPr>
        <p:txBody>
          <a:bodyPr anchorCtr="0" anchor="t" bIns="0" lIns="0" spcFirstLastPara="1" rIns="0" wrap="square" tIns="0">
            <a:noAutofit/>
          </a:bodyPr>
          <a:lstStyle>
            <a:lvl1pPr lvl="0" rtl="0">
              <a:spcBef>
                <a:spcPts val="0"/>
              </a:spcBef>
              <a:spcAft>
                <a:spcPts val="0"/>
              </a:spcAft>
              <a:buClr>
                <a:srgbClr val="666666"/>
              </a:buClr>
              <a:buSzPts val="800"/>
              <a:buFont typeface="DS Indigo Medium"/>
              <a:buNone/>
              <a:defRPr sz="800">
                <a:solidFill>
                  <a:srgbClr val="666666"/>
                </a:solidFill>
                <a:latin typeface="DS Indigo Medium"/>
                <a:ea typeface="DS Indigo Medium"/>
                <a:cs typeface="DS Indigo Medium"/>
                <a:sym typeface="DS Indigo Medium"/>
              </a:defRPr>
            </a:lvl1pPr>
            <a:lvl2pPr lvl="1"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2pPr>
            <a:lvl3pPr lvl="2"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3pPr>
            <a:lvl4pPr lvl="3"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4pPr>
            <a:lvl5pPr lvl="4"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5pPr>
            <a:lvl6pPr lvl="5"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6pPr>
            <a:lvl7pPr lvl="6"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7pPr>
            <a:lvl8pPr lvl="7"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8pPr>
            <a:lvl9pPr lvl="8"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9pPr>
          </a:lstStyle>
          <a:p/>
        </p:txBody>
      </p:sp>
      <p:sp>
        <p:nvSpPr>
          <p:cNvPr id="474" name="Google Shape;474;p39"/>
          <p:cNvSpPr txBox="1"/>
          <p:nvPr>
            <p:ph type="title"/>
          </p:nvPr>
        </p:nvSpPr>
        <p:spPr>
          <a:xfrm>
            <a:off x="339050" y="1240600"/>
            <a:ext cx="3640800" cy="1068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80000"/>
              </a:lnSpc>
              <a:spcBef>
                <a:spcPts val="0"/>
              </a:spcBef>
              <a:spcAft>
                <a:spcPts val="0"/>
              </a:spcAft>
              <a:buSzPts val="2400"/>
              <a:buNone/>
              <a:defRPr sz="2400"/>
            </a:lvl2pPr>
            <a:lvl3pPr lvl="2" rtl="0">
              <a:lnSpc>
                <a:spcPct val="80000"/>
              </a:lnSpc>
              <a:spcBef>
                <a:spcPts val="0"/>
              </a:spcBef>
              <a:spcAft>
                <a:spcPts val="0"/>
              </a:spcAft>
              <a:buSzPts val="2400"/>
              <a:buNone/>
              <a:defRPr sz="2400"/>
            </a:lvl3pPr>
            <a:lvl4pPr lvl="3" rtl="0">
              <a:lnSpc>
                <a:spcPct val="80000"/>
              </a:lnSpc>
              <a:spcBef>
                <a:spcPts val="0"/>
              </a:spcBef>
              <a:spcAft>
                <a:spcPts val="0"/>
              </a:spcAft>
              <a:buSzPts val="2400"/>
              <a:buNone/>
              <a:defRPr sz="2400"/>
            </a:lvl4pPr>
            <a:lvl5pPr lvl="4" rtl="0">
              <a:lnSpc>
                <a:spcPct val="80000"/>
              </a:lnSpc>
              <a:spcBef>
                <a:spcPts val="0"/>
              </a:spcBef>
              <a:spcAft>
                <a:spcPts val="0"/>
              </a:spcAft>
              <a:buSzPts val="2400"/>
              <a:buNone/>
              <a:defRPr sz="2400"/>
            </a:lvl5pPr>
            <a:lvl6pPr lvl="5" rtl="0">
              <a:lnSpc>
                <a:spcPct val="80000"/>
              </a:lnSpc>
              <a:spcBef>
                <a:spcPts val="0"/>
              </a:spcBef>
              <a:spcAft>
                <a:spcPts val="0"/>
              </a:spcAft>
              <a:buSzPts val="2400"/>
              <a:buNone/>
              <a:defRPr sz="2400"/>
            </a:lvl6pPr>
            <a:lvl7pPr lvl="6" rtl="0">
              <a:lnSpc>
                <a:spcPct val="80000"/>
              </a:lnSpc>
              <a:spcBef>
                <a:spcPts val="0"/>
              </a:spcBef>
              <a:spcAft>
                <a:spcPts val="0"/>
              </a:spcAft>
              <a:buSzPts val="2400"/>
              <a:buNone/>
              <a:defRPr sz="2400"/>
            </a:lvl7pPr>
            <a:lvl8pPr lvl="7" rtl="0">
              <a:lnSpc>
                <a:spcPct val="80000"/>
              </a:lnSpc>
              <a:spcBef>
                <a:spcPts val="0"/>
              </a:spcBef>
              <a:spcAft>
                <a:spcPts val="0"/>
              </a:spcAft>
              <a:buSzPts val="2400"/>
              <a:buNone/>
              <a:defRPr sz="2400"/>
            </a:lvl8pPr>
            <a:lvl9pPr lvl="8" rtl="0">
              <a:lnSpc>
                <a:spcPct val="80000"/>
              </a:lnSpc>
              <a:spcBef>
                <a:spcPts val="0"/>
              </a:spcBef>
              <a:spcAft>
                <a:spcPts val="0"/>
              </a:spcAft>
              <a:buSzPts val="2400"/>
              <a:buNone/>
              <a:defRPr sz="2400"/>
            </a:lvl9pPr>
          </a:lstStyle>
          <a:p/>
        </p:txBody>
      </p:sp>
      <p:sp>
        <p:nvSpPr>
          <p:cNvPr id="475" name="Google Shape;475;p39"/>
          <p:cNvSpPr/>
          <p:nvPr>
            <p:ph idx="4" type="pic"/>
          </p:nvPr>
        </p:nvSpPr>
        <p:spPr>
          <a:xfrm>
            <a:off x="4577550" y="-200"/>
            <a:ext cx="4566600" cy="4160100"/>
          </a:xfrm>
          <a:prstGeom prst="round2DiagRect">
            <a:avLst>
              <a:gd fmla="val 49749" name="adj1"/>
              <a:gd fmla="val 0" name="adj2"/>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Right 3 : Image Left 1">
  <p:cSld name="SECTION_HEADER_2_1_1">
    <p:spTree>
      <p:nvGrpSpPr>
        <p:cNvPr id="476" name="Shape 476"/>
        <p:cNvGrpSpPr/>
        <p:nvPr/>
      </p:nvGrpSpPr>
      <p:grpSpPr>
        <a:xfrm>
          <a:off x="0" y="0"/>
          <a:ext cx="0" cy="0"/>
          <a:chOff x="0" y="0"/>
          <a:chExt cx="0" cy="0"/>
        </a:xfrm>
      </p:grpSpPr>
      <p:sp>
        <p:nvSpPr>
          <p:cNvPr id="477" name="Google Shape;477;p40"/>
          <p:cNvSpPr txBox="1"/>
          <p:nvPr>
            <p:ph idx="1" type="subTitle"/>
          </p:nvPr>
        </p:nvSpPr>
        <p:spPr>
          <a:xfrm>
            <a:off x="339050" y="2309500"/>
            <a:ext cx="4825200" cy="22743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Clr>
                <a:schemeClr val="dk1"/>
              </a:buClr>
              <a:buSzPts val="1000"/>
              <a:buNone/>
              <a:defRPr sz="1000">
                <a:solidFill>
                  <a:schemeClr val="dk1"/>
                </a:solidFill>
              </a:defRPr>
            </a:lvl1pPr>
            <a:lvl2pPr lvl="1" rtl="0">
              <a:lnSpc>
                <a:spcPct val="120000"/>
              </a:lnSpc>
              <a:spcBef>
                <a:spcPts val="0"/>
              </a:spcBef>
              <a:spcAft>
                <a:spcPts val="0"/>
              </a:spcAft>
              <a:buClr>
                <a:schemeClr val="dk1"/>
              </a:buClr>
              <a:buSzPts val="1200"/>
              <a:buNone/>
              <a:defRPr sz="1200">
                <a:solidFill>
                  <a:schemeClr val="dk1"/>
                </a:solidFill>
              </a:defRPr>
            </a:lvl2pPr>
            <a:lvl3pPr lvl="2" rtl="0">
              <a:lnSpc>
                <a:spcPct val="120000"/>
              </a:lnSpc>
              <a:spcBef>
                <a:spcPts val="0"/>
              </a:spcBef>
              <a:spcAft>
                <a:spcPts val="0"/>
              </a:spcAft>
              <a:buClr>
                <a:schemeClr val="dk1"/>
              </a:buClr>
              <a:buSzPts val="1200"/>
              <a:buNone/>
              <a:defRPr sz="1200">
                <a:solidFill>
                  <a:schemeClr val="dk1"/>
                </a:solidFill>
              </a:defRPr>
            </a:lvl3pPr>
            <a:lvl4pPr lvl="3" rtl="0">
              <a:lnSpc>
                <a:spcPct val="120000"/>
              </a:lnSpc>
              <a:spcBef>
                <a:spcPts val="0"/>
              </a:spcBef>
              <a:spcAft>
                <a:spcPts val="0"/>
              </a:spcAft>
              <a:buClr>
                <a:schemeClr val="dk1"/>
              </a:buClr>
              <a:buSzPts val="1200"/>
              <a:buNone/>
              <a:defRPr sz="1200">
                <a:solidFill>
                  <a:schemeClr val="dk1"/>
                </a:solidFill>
              </a:defRPr>
            </a:lvl4pPr>
            <a:lvl5pPr lvl="4" rtl="0">
              <a:lnSpc>
                <a:spcPct val="120000"/>
              </a:lnSpc>
              <a:spcBef>
                <a:spcPts val="0"/>
              </a:spcBef>
              <a:spcAft>
                <a:spcPts val="0"/>
              </a:spcAft>
              <a:buClr>
                <a:schemeClr val="dk1"/>
              </a:buClr>
              <a:buSzPts val="1200"/>
              <a:buNone/>
              <a:defRPr sz="1200">
                <a:solidFill>
                  <a:schemeClr val="dk1"/>
                </a:solidFill>
              </a:defRPr>
            </a:lvl5pPr>
            <a:lvl6pPr lvl="5" rtl="0">
              <a:lnSpc>
                <a:spcPct val="120000"/>
              </a:lnSpc>
              <a:spcBef>
                <a:spcPts val="0"/>
              </a:spcBef>
              <a:spcAft>
                <a:spcPts val="0"/>
              </a:spcAft>
              <a:buClr>
                <a:schemeClr val="dk1"/>
              </a:buClr>
              <a:buSzPts val="1200"/>
              <a:buNone/>
              <a:defRPr sz="1200">
                <a:solidFill>
                  <a:schemeClr val="dk1"/>
                </a:solidFill>
              </a:defRPr>
            </a:lvl6pPr>
            <a:lvl7pPr lvl="6" rtl="0">
              <a:lnSpc>
                <a:spcPct val="120000"/>
              </a:lnSpc>
              <a:spcBef>
                <a:spcPts val="0"/>
              </a:spcBef>
              <a:spcAft>
                <a:spcPts val="0"/>
              </a:spcAft>
              <a:buClr>
                <a:schemeClr val="dk1"/>
              </a:buClr>
              <a:buSzPts val="1200"/>
              <a:buNone/>
              <a:defRPr sz="1200">
                <a:solidFill>
                  <a:schemeClr val="dk1"/>
                </a:solidFill>
              </a:defRPr>
            </a:lvl7pPr>
            <a:lvl8pPr lvl="7" rtl="0">
              <a:lnSpc>
                <a:spcPct val="120000"/>
              </a:lnSpc>
              <a:spcBef>
                <a:spcPts val="0"/>
              </a:spcBef>
              <a:spcAft>
                <a:spcPts val="0"/>
              </a:spcAft>
              <a:buClr>
                <a:schemeClr val="dk1"/>
              </a:buClr>
              <a:buSzPts val="1200"/>
              <a:buNone/>
              <a:defRPr sz="1200">
                <a:solidFill>
                  <a:schemeClr val="dk1"/>
                </a:solidFill>
              </a:defRPr>
            </a:lvl8pPr>
            <a:lvl9pPr lvl="8" rtl="0">
              <a:lnSpc>
                <a:spcPct val="120000"/>
              </a:lnSpc>
              <a:spcBef>
                <a:spcPts val="0"/>
              </a:spcBef>
              <a:spcAft>
                <a:spcPts val="0"/>
              </a:spcAft>
              <a:buClr>
                <a:schemeClr val="dk1"/>
              </a:buClr>
              <a:buSzPts val="1200"/>
              <a:buNone/>
              <a:defRPr sz="1200">
                <a:solidFill>
                  <a:schemeClr val="dk1"/>
                </a:solidFill>
              </a:defRPr>
            </a:lvl9pPr>
          </a:lstStyle>
          <a:p/>
        </p:txBody>
      </p:sp>
      <p:sp>
        <p:nvSpPr>
          <p:cNvPr id="478" name="Google Shape;478;p40"/>
          <p:cNvSpPr txBox="1"/>
          <p:nvPr>
            <p:ph type="title"/>
          </p:nvPr>
        </p:nvSpPr>
        <p:spPr>
          <a:xfrm>
            <a:off x="339050" y="1240600"/>
            <a:ext cx="4825200" cy="10689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80000"/>
              </a:lnSpc>
              <a:spcBef>
                <a:spcPts val="0"/>
              </a:spcBef>
              <a:spcAft>
                <a:spcPts val="0"/>
              </a:spcAft>
              <a:buSzPts val="2400"/>
              <a:buNone/>
              <a:defRPr sz="2400"/>
            </a:lvl2pPr>
            <a:lvl3pPr lvl="2" rtl="0">
              <a:lnSpc>
                <a:spcPct val="80000"/>
              </a:lnSpc>
              <a:spcBef>
                <a:spcPts val="0"/>
              </a:spcBef>
              <a:spcAft>
                <a:spcPts val="0"/>
              </a:spcAft>
              <a:buSzPts val="2400"/>
              <a:buNone/>
              <a:defRPr sz="2400"/>
            </a:lvl3pPr>
            <a:lvl4pPr lvl="3" rtl="0">
              <a:lnSpc>
                <a:spcPct val="80000"/>
              </a:lnSpc>
              <a:spcBef>
                <a:spcPts val="0"/>
              </a:spcBef>
              <a:spcAft>
                <a:spcPts val="0"/>
              </a:spcAft>
              <a:buSzPts val="2400"/>
              <a:buNone/>
              <a:defRPr sz="2400"/>
            </a:lvl4pPr>
            <a:lvl5pPr lvl="4" rtl="0">
              <a:lnSpc>
                <a:spcPct val="80000"/>
              </a:lnSpc>
              <a:spcBef>
                <a:spcPts val="0"/>
              </a:spcBef>
              <a:spcAft>
                <a:spcPts val="0"/>
              </a:spcAft>
              <a:buSzPts val="2400"/>
              <a:buNone/>
              <a:defRPr sz="2400"/>
            </a:lvl5pPr>
            <a:lvl6pPr lvl="5" rtl="0">
              <a:lnSpc>
                <a:spcPct val="80000"/>
              </a:lnSpc>
              <a:spcBef>
                <a:spcPts val="0"/>
              </a:spcBef>
              <a:spcAft>
                <a:spcPts val="0"/>
              </a:spcAft>
              <a:buSzPts val="2400"/>
              <a:buNone/>
              <a:defRPr sz="2400"/>
            </a:lvl6pPr>
            <a:lvl7pPr lvl="6" rtl="0">
              <a:lnSpc>
                <a:spcPct val="80000"/>
              </a:lnSpc>
              <a:spcBef>
                <a:spcPts val="0"/>
              </a:spcBef>
              <a:spcAft>
                <a:spcPts val="0"/>
              </a:spcAft>
              <a:buSzPts val="2400"/>
              <a:buNone/>
              <a:defRPr sz="2400"/>
            </a:lvl7pPr>
            <a:lvl8pPr lvl="7" rtl="0">
              <a:lnSpc>
                <a:spcPct val="80000"/>
              </a:lnSpc>
              <a:spcBef>
                <a:spcPts val="0"/>
              </a:spcBef>
              <a:spcAft>
                <a:spcPts val="0"/>
              </a:spcAft>
              <a:buSzPts val="2400"/>
              <a:buNone/>
              <a:defRPr sz="2400"/>
            </a:lvl8pPr>
            <a:lvl9pPr lvl="8" rtl="0">
              <a:lnSpc>
                <a:spcPct val="80000"/>
              </a:lnSpc>
              <a:spcBef>
                <a:spcPts val="0"/>
              </a:spcBef>
              <a:spcAft>
                <a:spcPts val="0"/>
              </a:spcAft>
              <a:buSzPts val="2400"/>
              <a:buNone/>
              <a:defRPr sz="2400"/>
            </a:lvl9pPr>
          </a:lstStyle>
          <a:p/>
        </p:txBody>
      </p:sp>
      <p:sp>
        <p:nvSpPr>
          <p:cNvPr id="479" name="Google Shape;479;p40"/>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80" name="Google Shape;480;p40"/>
          <p:cNvSpPr txBox="1"/>
          <p:nvPr>
            <p:ph idx="2" type="subTitle"/>
          </p:nvPr>
        </p:nvSpPr>
        <p:spPr>
          <a:xfrm>
            <a:off x="6161850" y="4279775"/>
            <a:ext cx="2672400" cy="198600"/>
          </a:xfrm>
          <a:prstGeom prst="rect">
            <a:avLst/>
          </a:prstGeom>
          <a:noFill/>
        </p:spPr>
        <p:txBody>
          <a:bodyPr anchorCtr="0" anchor="t" bIns="0" lIns="0" spcFirstLastPara="1" rIns="0" wrap="square" tIns="0">
            <a:noAutofit/>
          </a:bodyPr>
          <a:lstStyle>
            <a:lvl1pPr lvl="0" rtl="0">
              <a:spcBef>
                <a:spcPts val="0"/>
              </a:spcBef>
              <a:spcAft>
                <a:spcPts val="0"/>
              </a:spcAft>
              <a:buClr>
                <a:srgbClr val="666666"/>
              </a:buClr>
              <a:buSzPts val="800"/>
              <a:buFont typeface="DS Indigo Medium"/>
              <a:buNone/>
              <a:defRPr sz="800">
                <a:solidFill>
                  <a:srgbClr val="666666"/>
                </a:solidFill>
                <a:latin typeface="DS Indigo Medium"/>
                <a:ea typeface="DS Indigo Medium"/>
                <a:cs typeface="DS Indigo Medium"/>
                <a:sym typeface="DS Indigo Medium"/>
              </a:defRPr>
            </a:lvl1pPr>
            <a:lvl2pPr lvl="1"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2pPr>
            <a:lvl3pPr lvl="2"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3pPr>
            <a:lvl4pPr lvl="3"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4pPr>
            <a:lvl5pPr lvl="4"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5pPr>
            <a:lvl6pPr lvl="5"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6pPr>
            <a:lvl7pPr lvl="6"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7pPr>
            <a:lvl8pPr lvl="7"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8pPr>
            <a:lvl9pPr lvl="8" rtl="0">
              <a:spcBef>
                <a:spcPts val="0"/>
              </a:spcBef>
              <a:spcAft>
                <a:spcPts val="0"/>
              </a:spcAft>
              <a:buClr>
                <a:srgbClr val="9E9E9E"/>
              </a:buClr>
              <a:buSzPts val="1000"/>
              <a:buFont typeface="DS Indigo Medium"/>
              <a:buNone/>
              <a:defRPr>
                <a:solidFill>
                  <a:srgbClr val="9E9E9E"/>
                </a:solidFill>
                <a:latin typeface="DS Indigo Medium"/>
                <a:ea typeface="DS Indigo Medium"/>
                <a:cs typeface="DS Indigo Medium"/>
                <a:sym typeface="DS Indigo Medium"/>
              </a:defRPr>
            </a:lvl9pPr>
          </a:lstStyle>
          <a:p/>
        </p:txBody>
      </p:sp>
      <p:sp>
        <p:nvSpPr>
          <p:cNvPr id="481" name="Google Shape;481;p40"/>
          <p:cNvSpPr/>
          <p:nvPr>
            <p:ph idx="3" type="pic"/>
          </p:nvPr>
        </p:nvSpPr>
        <p:spPr>
          <a:xfrm>
            <a:off x="6161850" y="-200"/>
            <a:ext cx="2982300" cy="4160100"/>
          </a:xfrm>
          <a:prstGeom prst="round2DiagRect">
            <a:avLst>
              <a:gd fmla="val 49749" name="adj1"/>
              <a:gd fmla="val 0" name="adj2"/>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50 content callout 1">
  <p:cSld name="SECTION_HEADER_1_2_2_1">
    <p:spTree>
      <p:nvGrpSpPr>
        <p:cNvPr id="482" name="Shape 482"/>
        <p:cNvGrpSpPr/>
        <p:nvPr/>
      </p:nvGrpSpPr>
      <p:grpSpPr>
        <a:xfrm>
          <a:off x="0" y="0"/>
          <a:ext cx="0" cy="0"/>
          <a:chOff x="0" y="0"/>
          <a:chExt cx="0" cy="0"/>
        </a:xfrm>
      </p:grpSpPr>
      <p:sp>
        <p:nvSpPr>
          <p:cNvPr id="483" name="Google Shape;483;p41"/>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84" name="Google Shape;484;p41"/>
          <p:cNvSpPr txBox="1"/>
          <p:nvPr>
            <p:ph type="title"/>
          </p:nvPr>
        </p:nvSpPr>
        <p:spPr>
          <a:xfrm>
            <a:off x="342900" y="1144400"/>
            <a:ext cx="3593700" cy="2922000"/>
          </a:xfrm>
          <a:prstGeom prst="rect">
            <a:avLst/>
          </a:prstGeom>
        </p:spPr>
        <p:txBody>
          <a:bodyPr anchorCtr="0" anchor="ctr" bIns="0" lIns="0" spcFirstLastPara="1" rIns="0" wrap="square" tIns="0">
            <a:noAutofit/>
          </a:bodyPr>
          <a:lstStyle>
            <a:lvl1pPr lvl="0" rtl="0" algn="ctr">
              <a:lnSpc>
                <a:spcPct val="90000"/>
              </a:lnSpc>
              <a:spcBef>
                <a:spcPts val="0"/>
              </a:spcBef>
              <a:spcAft>
                <a:spcPts val="0"/>
              </a:spcAft>
              <a:buSzPts val="4500"/>
              <a:buNone/>
              <a:defRPr sz="4500"/>
            </a:lvl1pPr>
            <a:lvl2pPr lvl="1" rtl="0">
              <a:lnSpc>
                <a:spcPct val="90000"/>
              </a:lnSpc>
              <a:spcBef>
                <a:spcPts val="0"/>
              </a:spcBef>
              <a:spcAft>
                <a:spcPts val="0"/>
              </a:spcAft>
              <a:buSzPts val="2600"/>
              <a:buNone/>
              <a:defRPr sz="2600"/>
            </a:lvl2pPr>
            <a:lvl3pPr lvl="2" rtl="0">
              <a:lnSpc>
                <a:spcPct val="90000"/>
              </a:lnSpc>
              <a:spcBef>
                <a:spcPts val="0"/>
              </a:spcBef>
              <a:spcAft>
                <a:spcPts val="0"/>
              </a:spcAft>
              <a:buSzPts val="2600"/>
              <a:buNone/>
              <a:defRPr sz="2600"/>
            </a:lvl3pPr>
            <a:lvl4pPr lvl="3" rtl="0">
              <a:lnSpc>
                <a:spcPct val="90000"/>
              </a:lnSpc>
              <a:spcBef>
                <a:spcPts val="0"/>
              </a:spcBef>
              <a:spcAft>
                <a:spcPts val="0"/>
              </a:spcAft>
              <a:buSzPts val="2600"/>
              <a:buNone/>
              <a:defRPr sz="2600"/>
            </a:lvl4pPr>
            <a:lvl5pPr lvl="4" rtl="0">
              <a:lnSpc>
                <a:spcPct val="90000"/>
              </a:lnSpc>
              <a:spcBef>
                <a:spcPts val="0"/>
              </a:spcBef>
              <a:spcAft>
                <a:spcPts val="0"/>
              </a:spcAft>
              <a:buSzPts val="2600"/>
              <a:buNone/>
              <a:defRPr sz="2600"/>
            </a:lvl5pPr>
            <a:lvl6pPr lvl="5" rtl="0">
              <a:lnSpc>
                <a:spcPct val="90000"/>
              </a:lnSpc>
              <a:spcBef>
                <a:spcPts val="0"/>
              </a:spcBef>
              <a:spcAft>
                <a:spcPts val="0"/>
              </a:spcAft>
              <a:buSzPts val="2600"/>
              <a:buNone/>
              <a:defRPr sz="2600"/>
            </a:lvl6pPr>
            <a:lvl7pPr lvl="6" rtl="0">
              <a:lnSpc>
                <a:spcPct val="90000"/>
              </a:lnSpc>
              <a:spcBef>
                <a:spcPts val="0"/>
              </a:spcBef>
              <a:spcAft>
                <a:spcPts val="0"/>
              </a:spcAft>
              <a:buSzPts val="2600"/>
              <a:buNone/>
              <a:defRPr sz="2600"/>
            </a:lvl7pPr>
            <a:lvl8pPr lvl="7" rtl="0">
              <a:lnSpc>
                <a:spcPct val="90000"/>
              </a:lnSpc>
              <a:spcBef>
                <a:spcPts val="0"/>
              </a:spcBef>
              <a:spcAft>
                <a:spcPts val="0"/>
              </a:spcAft>
              <a:buSzPts val="2600"/>
              <a:buNone/>
              <a:defRPr sz="2600"/>
            </a:lvl8pPr>
            <a:lvl9pPr lvl="8" rtl="0">
              <a:lnSpc>
                <a:spcPct val="90000"/>
              </a:lnSpc>
              <a:spcBef>
                <a:spcPts val="0"/>
              </a:spcBef>
              <a:spcAft>
                <a:spcPts val="0"/>
              </a:spcAft>
              <a:buSzPts val="2600"/>
              <a:buNone/>
              <a:defRPr sz="2600"/>
            </a:lvl9pPr>
          </a:lstStyle>
          <a:p/>
        </p:txBody>
      </p:sp>
      <p:sp>
        <p:nvSpPr>
          <p:cNvPr id="485" name="Google Shape;485;p41"/>
          <p:cNvSpPr txBox="1"/>
          <p:nvPr>
            <p:ph idx="2" type="title"/>
          </p:nvPr>
        </p:nvSpPr>
        <p:spPr>
          <a:xfrm>
            <a:off x="5294376" y="1278050"/>
            <a:ext cx="3200400" cy="2743200"/>
          </a:xfrm>
          <a:prstGeom prst="rect">
            <a:avLst/>
          </a:prstGeom>
        </p:spPr>
        <p:txBody>
          <a:bodyPr anchorCtr="0" anchor="ctr" bIns="0" lIns="0" spcFirstLastPara="1" rIns="0" wrap="square" tIns="0">
            <a:noAutofit/>
          </a:bodyPr>
          <a:lstStyle>
            <a:lvl1pPr lvl="0" rtl="0" algn="ctr">
              <a:lnSpc>
                <a:spcPct val="80000"/>
              </a:lnSpc>
              <a:spcBef>
                <a:spcPts val="0"/>
              </a:spcBef>
              <a:spcAft>
                <a:spcPts val="0"/>
              </a:spcAft>
              <a:buSzPts val="2000"/>
              <a:buNone/>
              <a:defRPr sz="2000"/>
            </a:lvl1pPr>
            <a:lvl2pPr lvl="1" rtl="0">
              <a:lnSpc>
                <a:spcPct val="90000"/>
              </a:lnSpc>
              <a:spcBef>
                <a:spcPts val="0"/>
              </a:spcBef>
              <a:spcAft>
                <a:spcPts val="0"/>
              </a:spcAft>
              <a:buSzPts val="2600"/>
              <a:buNone/>
              <a:defRPr sz="2600"/>
            </a:lvl2pPr>
            <a:lvl3pPr lvl="2" rtl="0">
              <a:lnSpc>
                <a:spcPct val="90000"/>
              </a:lnSpc>
              <a:spcBef>
                <a:spcPts val="0"/>
              </a:spcBef>
              <a:spcAft>
                <a:spcPts val="0"/>
              </a:spcAft>
              <a:buSzPts val="2600"/>
              <a:buNone/>
              <a:defRPr sz="2600"/>
            </a:lvl3pPr>
            <a:lvl4pPr lvl="3" rtl="0">
              <a:lnSpc>
                <a:spcPct val="90000"/>
              </a:lnSpc>
              <a:spcBef>
                <a:spcPts val="0"/>
              </a:spcBef>
              <a:spcAft>
                <a:spcPts val="0"/>
              </a:spcAft>
              <a:buSzPts val="2600"/>
              <a:buNone/>
              <a:defRPr sz="2600"/>
            </a:lvl4pPr>
            <a:lvl5pPr lvl="4" rtl="0">
              <a:lnSpc>
                <a:spcPct val="90000"/>
              </a:lnSpc>
              <a:spcBef>
                <a:spcPts val="0"/>
              </a:spcBef>
              <a:spcAft>
                <a:spcPts val="0"/>
              </a:spcAft>
              <a:buSzPts val="2600"/>
              <a:buNone/>
              <a:defRPr sz="2600"/>
            </a:lvl5pPr>
            <a:lvl6pPr lvl="5" rtl="0">
              <a:lnSpc>
                <a:spcPct val="90000"/>
              </a:lnSpc>
              <a:spcBef>
                <a:spcPts val="0"/>
              </a:spcBef>
              <a:spcAft>
                <a:spcPts val="0"/>
              </a:spcAft>
              <a:buSzPts val="2600"/>
              <a:buNone/>
              <a:defRPr sz="2600"/>
            </a:lvl6pPr>
            <a:lvl7pPr lvl="6" rtl="0">
              <a:lnSpc>
                <a:spcPct val="90000"/>
              </a:lnSpc>
              <a:spcBef>
                <a:spcPts val="0"/>
              </a:spcBef>
              <a:spcAft>
                <a:spcPts val="0"/>
              </a:spcAft>
              <a:buSzPts val="2600"/>
              <a:buNone/>
              <a:defRPr sz="2600"/>
            </a:lvl7pPr>
            <a:lvl8pPr lvl="7" rtl="0">
              <a:lnSpc>
                <a:spcPct val="90000"/>
              </a:lnSpc>
              <a:spcBef>
                <a:spcPts val="0"/>
              </a:spcBef>
              <a:spcAft>
                <a:spcPts val="0"/>
              </a:spcAft>
              <a:buSzPts val="2600"/>
              <a:buNone/>
              <a:defRPr sz="2600"/>
            </a:lvl8pPr>
            <a:lvl9pPr lvl="8" rtl="0">
              <a:lnSpc>
                <a:spcPct val="90000"/>
              </a:lnSpc>
              <a:spcBef>
                <a:spcPts val="0"/>
              </a:spcBef>
              <a:spcAft>
                <a:spcPts val="0"/>
              </a:spcAft>
              <a:buSzPts val="2600"/>
              <a:buNone/>
              <a:defRPr sz="2600"/>
            </a:lvl9pPr>
          </a:lstStyle>
          <a:p/>
        </p:txBody>
      </p:sp>
      <p:cxnSp>
        <p:nvCxnSpPr>
          <p:cNvPr id="486" name="Google Shape;486;p41"/>
          <p:cNvCxnSpPr/>
          <p:nvPr/>
        </p:nvCxnSpPr>
        <p:spPr>
          <a:xfrm>
            <a:off x="4577550" y="1144400"/>
            <a:ext cx="0" cy="2922000"/>
          </a:xfrm>
          <a:prstGeom prst="straightConnector1">
            <a:avLst/>
          </a:prstGeom>
          <a:noFill/>
          <a:ln cap="flat" cmpd="sng" w="19050">
            <a:solidFill>
              <a:schemeClr val="accent6"/>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left / Callout">
  <p:cSld name="SECTION_HEADER_1_2_2_1_1">
    <p:spTree>
      <p:nvGrpSpPr>
        <p:cNvPr id="487" name="Shape 487"/>
        <p:cNvGrpSpPr/>
        <p:nvPr/>
      </p:nvGrpSpPr>
      <p:grpSpPr>
        <a:xfrm>
          <a:off x="0" y="0"/>
          <a:ext cx="0" cy="0"/>
          <a:chOff x="0" y="0"/>
          <a:chExt cx="0" cy="0"/>
        </a:xfrm>
      </p:grpSpPr>
      <p:sp>
        <p:nvSpPr>
          <p:cNvPr id="488" name="Google Shape;488;p42"/>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89" name="Google Shape;489;p42"/>
          <p:cNvSpPr txBox="1"/>
          <p:nvPr>
            <p:ph type="title"/>
          </p:nvPr>
        </p:nvSpPr>
        <p:spPr>
          <a:xfrm>
            <a:off x="4995100" y="1278050"/>
            <a:ext cx="3191400" cy="2654700"/>
          </a:xfrm>
          <a:prstGeom prst="rect">
            <a:avLst/>
          </a:prstGeom>
        </p:spPr>
        <p:txBody>
          <a:bodyPr anchorCtr="0" anchor="ctr" bIns="0" lIns="0" spcFirstLastPara="1" rIns="0" wrap="square" tIns="0">
            <a:noAutofit/>
          </a:bodyPr>
          <a:lstStyle>
            <a:lvl1pPr lvl="0" rtl="0" algn="ctr">
              <a:lnSpc>
                <a:spcPct val="80000"/>
              </a:lnSpc>
              <a:spcBef>
                <a:spcPts val="0"/>
              </a:spcBef>
              <a:spcAft>
                <a:spcPts val="0"/>
              </a:spcAft>
              <a:buSzPts val="4500"/>
              <a:buNone/>
              <a:defRPr sz="4500"/>
            </a:lvl1pPr>
            <a:lvl2pPr lvl="1" rtl="0">
              <a:lnSpc>
                <a:spcPct val="90000"/>
              </a:lnSpc>
              <a:spcBef>
                <a:spcPts val="0"/>
              </a:spcBef>
              <a:spcAft>
                <a:spcPts val="0"/>
              </a:spcAft>
              <a:buSzPts val="2600"/>
              <a:buNone/>
              <a:defRPr sz="2600"/>
            </a:lvl2pPr>
            <a:lvl3pPr lvl="2" rtl="0">
              <a:lnSpc>
                <a:spcPct val="90000"/>
              </a:lnSpc>
              <a:spcBef>
                <a:spcPts val="0"/>
              </a:spcBef>
              <a:spcAft>
                <a:spcPts val="0"/>
              </a:spcAft>
              <a:buSzPts val="2600"/>
              <a:buNone/>
              <a:defRPr sz="2600"/>
            </a:lvl3pPr>
            <a:lvl4pPr lvl="3" rtl="0">
              <a:lnSpc>
                <a:spcPct val="90000"/>
              </a:lnSpc>
              <a:spcBef>
                <a:spcPts val="0"/>
              </a:spcBef>
              <a:spcAft>
                <a:spcPts val="0"/>
              </a:spcAft>
              <a:buSzPts val="2600"/>
              <a:buNone/>
              <a:defRPr sz="2600"/>
            </a:lvl4pPr>
            <a:lvl5pPr lvl="4" rtl="0">
              <a:lnSpc>
                <a:spcPct val="90000"/>
              </a:lnSpc>
              <a:spcBef>
                <a:spcPts val="0"/>
              </a:spcBef>
              <a:spcAft>
                <a:spcPts val="0"/>
              </a:spcAft>
              <a:buSzPts val="2600"/>
              <a:buNone/>
              <a:defRPr sz="2600"/>
            </a:lvl5pPr>
            <a:lvl6pPr lvl="5" rtl="0">
              <a:lnSpc>
                <a:spcPct val="90000"/>
              </a:lnSpc>
              <a:spcBef>
                <a:spcPts val="0"/>
              </a:spcBef>
              <a:spcAft>
                <a:spcPts val="0"/>
              </a:spcAft>
              <a:buSzPts val="2600"/>
              <a:buNone/>
              <a:defRPr sz="2600"/>
            </a:lvl6pPr>
            <a:lvl7pPr lvl="6" rtl="0">
              <a:lnSpc>
                <a:spcPct val="90000"/>
              </a:lnSpc>
              <a:spcBef>
                <a:spcPts val="0"/>
              </a:spcBef>
              <a:spcAft>
                <a:spcPts val="0"/>
              </a:spcAft>
              <a:buSzPts val="2600"/>
              <a:buNone/>
              <a:defRPr sz="2600"/>
            </a:lvl7pPr>
            <a:lvl8pPr lvl="7" rtl="0">
              <a:lnSpc>
                <a:spcPct val="90000"/>
              </a:lnSpc>
              <a:spcBef>
                <a:spcPts val="0"/>
              </a:spcBef>
              <a:spcAft>
                <a:spcPts val="0"/>
              </a:spcAft>
              <a:buSzPts val="2600"/>
              <a:buNone/>
              <a:defRPr sz="2600"/>
            </a:lvl8pPr>
            <a:lvl9pPr lvl="8" rtl="0">
              <a:lnSpc>
                <a:spcPct val="90000"/>
              </a:lnSpc>
              <a:spcBef>
                <a:spcPts val="0"/>
              </a:spcBef>
              <a:spcAft>
                <a:spcPts val="0"/>
              </a:spcAft>
              <a:buSzPts val="2600"/>
              <a:buNone/>
              <a:defRPr sz="2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Stats">
  <p:cSld name="SECTION_HEADER_4">
    <p:spTree>
      <p:nvGrpSpPr>
        <p:cNvPr id="490" name="Shape 490"/>
        <p:cNvGrpSpPr/>
        <p:nvPr/>
      </p:nvGrpSpPr>
      <p:grpSpPr>
        <a:xfrm>
          <a:off x="0" y="0"/>
          <a:ext cx="0" cy="0"/>
          <a:chOff x="0" y="0"/>
          <a:chExt cx="0" cy="0"/>
        </a:xfrm>
      </p:grpSpPr>
      <p:sp>
        <p:nvSpPr>
          <p:cNvPr id="491" name="Google Shape;491;p43"/>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2" name="Google Shape;492;p43"/>
          <p:cNvSpPr txBox="1"/>
          <p:nvPr>
            <p:ph idx="1" type="subTitle"/>
          </p:nvPr>
        </p:nvSpPr>
        <p:spPr>
          <a:xfrm>
            <a:off x="3966425" y="627750"/>
            <a:ext cx="1935300" cy="1093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493" name="Google Shape;493;p43"/>
          <p:cNvSpPr txBox="1"/>
          <p:nvPr>
            <p:ph idx="2" type="subTitle"/>
          </p:nvPr>
        </p:nvSpPr>
        <p:spPr>
          <a:xfrm>
            <a:off x="3962400" y="1958626"/>
            <a:ext cx="19353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494" name="Google Shape;494;p43"/>
          <p:cNvCxnSpPr/>
          <p:nvPr/>
        </p:nvCxnSpPr>
        <p:spPr>
          <a:xfrm>
            <a:off x="3962400" y="1882611"/>
            <a:ext cx="1943100" cy="0"/>
          </a:xfrm>
          <a:prstGeom prst="straightConnector1">
            <a:avLst/>
          </a:prstGeom>
          <a:noFill/>
          <a:ln cap="flat" cmpd="sng" w="9525">
            <a:solidFill>
              <a:schemeClr val="accent6"/>
            </a:solidFill>
            <a:prstDash val="solid"/>
            <a:round/>
            <a:headEnd len="med" w="med" type="none"/>
            <a:tailEnd len="med" w="med" type="none"/>
          </a:ln>
        </p:spPr>
      </p:cxnSp>
      <p:sp>
        <p:nvSpPr>
          <p:cNvPr id="495" name="Google Shape;495;p43"/>
          <p:cNvSpPr txBox="1"/>
          <p:nvPr>
            <p:ph type="title"/>
          </p:nvPr>
        </p:nvSpPr>
        <p:spPr>
          <a:xfrm>
            <a:off x="342900" y="1240600"/>
            <a:ext cx="2657400" cy="28056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4500"/>
              <a:buNone/>
              <a:defRPr sz="45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496" name="Google Shape;496;p43"/>
          <p:cNvSpPr txBox="1"/>
          <p:nvPr>
            <p:ph idx="3" type="subTitle"/>
          </p:nvPr>
        </p:nvSpPr>
        <p:spPr>
          <a:xfrm>
            <a:off x="6378900" y="627750"/>
            <a:ext cx="1935300" cy="1093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497" name="Google Shape;497;p43"/>
          <p:cNvSpPr txBox="1"/>
          <p:nvPr>
            <p:ph idx="4" type="subTitle"/>
          </p:nvPr>
        </p:nvSpPr>
        <p:spPr>
          <a:xfrm>
            <a:off x="6374875" y="1958626"/>
            <a:ext cx="19353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498" name="Google Shape;498;p43"/>
          <p:cNvCxnSpPr/>
          <p:nvPr/>
        </p:nvCxnSpPr>
        <p:spPr>
          <a:xfrm>
            <a:off x="6374875" y="1882611"/>
            <a:ext cx="1943100" cy="0"/>
          </a:xfrm>
          <a:prstGeom prst="straightConnector1">
            <a:avLst/>
          </a:prstGeom>
          <a:noFill/>
          <a:ln cap="flat" cmpd="sng" w="9525">
            <a:solidFill>
              <a:schemeClr val="accent6"/>
            </a:solidFill>
            <a:prstDash val="solid"/>
            <a:round/>
            <a:headEnd len="med" w="med" type="none"/>
            <a:tailEnd len="med" w="med" type="none"/>
          </a:ln>
        </p:spPr>
      </p:cxnSp>
      <p:sp>
        <p:nvSpPr>
          <p:cNvPr id="499" name="Google Shape;499;p43"/>
          <p:cNvSpPr txBox="1"/>
          <p:nvPr>
            <p:ph idx="5" type="subTitle"/>
          </p:nvPr>
        </p:nvSpPr>
        <p:spPr>
          <a:xfrm>
            <a:off x="3966425" y="2651350"/>
            <a:ext cx="1935300" cy="1093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00" name="Google Shape;500;p43"/>
          <p:cNvSpPr txBox="1"/>
          <p:nvPr>
            <p:ph idx="6" type="subTitle"/>
          </p:nvPr>
        </p:nvSpPr>
        <p:spPr>
          <a:xfrm>
            <a:off x="3962400" y="3960025"/>
            <a:ext cx="19353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501" name="Google Shape;501;p43"/>
          <p:cNvCxnSpPr/>
          <p:nvPr/>
        </p:nvCxnSpPr>
        <p:spPr>
          <a:xfrm>
            <a:off x="3962400" y="3895100"/>
            <a:ext cx="1943100" cy="0"/>
          </a:xfrm>
          <a:prstGeom prst="straightConnector1">
            <a:avLst/>
          </a:prstGeom>
          <a:noFill/>
          <a:ln cap="flat" cmpd="sng" w="9525">
            <a:solidFill>
              <a:schemeClr val="accent6"/>
            </a:solidFill>
            <a:prstDash val="solid"/>
            <a:round/>
            <a:headEnd len="med" w="med" type="none"/>
            <a:tailEnd len="med" w="med" type="none"/>
          </a:ln>
        </p:spPr>
      </p:cxnSp>
      <p:sp>
        <p:nvSpPr>
          <p:cNvPr id="502" name="Google Shape;502;p43"/>
          <p:cNvSpPr txBox="1"/>
          <p:nvPr>
            <p:ph idx="7" type="subTitle"/>
          </p:nvPr>
        </p:nvSpPr>
        <p:spPr>
          <a:xfrm>
            <a:off x="6378900" y="2651350"/>
            <a:ext cx="1935300" cy="1093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03" name="Google Shape;503;p43"/>
          <p:cNvSpPr txBox="1"/>
          <p:nvPr>
            <p:ph idx="8" type="subTitle"/>
          </p:nvPr>
        </p:nvSpPr>
        <p:spPr>
          <a:xfrm>
            <a:off x="6374875" y="3960025"/>
            <a:ext cx="19353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504" name="Google Shape;504;p43"/>
          <p:cNvCxnSpPr/>
          <p:nvPr/>
        </p:nvCxnSpPr>
        <p:spPr>
          <a:xfrm>
            <a:off x="6374875" y="3895100"/>
            <a:ext cx="1943100" cy="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Stats">
  <p:cSld name="SECTION_HEADER_4_1">
    <p:spTree>
      <p:nvGrpSpPr>
        <p:cNvPr id="505" name="Shape 505"/>
        <p:cNvGrpSpPr/>
        <p:nvPr/>
      </p:nvGrpSpPr>
      <p:grpSpPr>
        <a:xfrm>
          <a:off x="0" y="0"/>
          <a:ext cx="0" cy="0"/>
          <a:chOff x="0" y="0"/>
          <a:chExt cx="0" cy="0"/>
        </a:xfrm>
      </p:grpSpPr>
      <p:sp>
        <p:nvSpPr>
          <p:cNvPr id="506" name="Google Shape;506;p44"/>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7" name="Google Shape;507;p44"/>
          <p:cNvSpPr txBox="1"/>
          <p:nvPr>
            <p:ph type="title"/>
          </p:nvPr>
        </p:nvSpPr>
        <p:spPr>
          <a:xfrm>
            <a:off x="342900" y="1240600"/>
            <a:ext cx="2657400" cy="28056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4500"/>
              <a:buNone/>
              <a:defRPr sz="45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508" name="Google Shape;508;p44"/>
          <p:cNvSpPr txBox="1"/>
          <p:nvPr>
            <p:ph idx="1" type="subTitle"/>
          </p:nvPr>
        </p:nvSpPr>
        <p:spPr>
          <a:xfrm>
            <a:off x="6378900" y="627750"/>
            <a:ext cx="1935300" cy="1093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09" name="Google Shape;509;p44"/>
          <p:cNvSpPr txBox="1"/>
          <p:nvPr>
            <p:ph idx="2" type="subTitle"/>
          </p:nvPr>
        </p:nvSpPr>
        <p:spPr>
          <a:xfrm>
            <a:off x="6374875" y="1958626"/>
            <a:ext cx="19353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510" name="Google Shape;510;p44"/>
          <p:cNvCxnSpPr/>
          <p:nvPr/>
        </p:nvCxnSpPr>
        <p:spPr>
          <a:xfrm>
            <a:off x="6374875" y="1882611"/>
            <a:ext cx="1943100" cy="0"/>
          </a:xfrm>
          <a:prstGeom prst="straightConnector1">
            <a:avLst/>
          </a:prstGeom>
          <a:noFill/>
          <a:ln cap="flat" cmpd="sng" w="9525">
            <a:solidFill>
              <a:schemeClr val="accent6"/>
            </a:solidFill>
            <a:prstDash val="solid"/>
            <a:round/>
            <a:headEnd len="med" w="med" type="none"/>
            <a:tailEnd len="med" w="med" type="none"/>
          </a:ln>
        </p:spPr>
      </p:cxnSp>
      <p:sp>
        <p:nvSpPr>
          <p:cNvPr id="511" name="Google Shape;511;p44"/>
          <p:cNvSpPr txBox="1"/>
          <p:nvPr>
            <p:ph idx="3" type="subTitle"/>
          </p:nvPr>
        </p:nvSpPr>
        <p:spPr>
          <a:xfrm>
            <a:off x="6378900" y="2651350"/>
            <a:ext cx="1935300" cy="1093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12" name="Google Shape;512;p44"/>
          <p:cNvSpPr txBox="1"/>
          <p:nvPr>
            <p:ph idx="4" type="subTitle"/>
          </p:nvPr>
        </p:nvSpPr>
        <p:spPr>
          <a:xfrm>
            <a:off x="6374875" y="3960025"/>
            <a:ext cx="19353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513" name="Google Shape;513;p44"/>
          <p:cNvCxnSpPr/>
          <p:nvPr/>
        </p:nvCxnSpPr>
        <p:spPr>
          <a:xfrm>
            <a:off x="6374875" y="3895100"/>
            <a:ext cx="1943100" cy="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hart Stats">
  <p:cSld name="SECTION_HEADER_4_1_1">
    <p:spTree>
      <p:nvGrpSpPr>
        <p:cNvPr id="514" name="Shape 514"/>
        <p:cNvGrpSpPr/>
        <p:nvPr/>
      </p:nvGrpSpPr>
      <p:grpSpPr>
        <a:xfrm>
          <a:off x="0" y="0"/>
          <a:ext cx="0" cy="0"/>
          <a:chOff x="0" y="0"/>
          <a:chExt cx="0" cy="0"/>
        </a:xfrm>
      </p:grpSpPr>
      <p:sp>
        <p:nvSpPr>
          <p:cNvPr id="515" name="Google Shape;515;p45"/>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16" name="Google Shape;516;p45"/>
          <p:cNvSpPr txBox="1"/>
          <p:nvPr>
            <p:ph type="title"/>
          </p:nvPr>
        </p:nvSpPr>
        <p:spPr>
          <a:xfrm>
            <a:off x="342900" y="1240600"/>
            <a:ext cx="2643000" cy="3128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4500"/>
              <a:buNone/>
              <a:defRPr sz="45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517" name="Google Shape;517;p45"/>
          <p:cNvSpPr txBox="1"/>
          <p:nvPr>
            <p:ph idx="1" type="subTitle"/>
          </p:nvPr>
        </p:nvSpPr>
        <p:spPr>
          <a:xfrm>
            <a:off x="3609975" y="3946804"/>
            <a:ext cx="1907100" cy="4482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cxnSp>
        <p:nvCxnSpPr>
          <p:cNvPr id="518" name="Google Shape;518;p45"/>
          <p:cNvCxnSpPr/>
          <p:nvPr/>
        </p:nvCxnSpPr>
        <p:spPr>
          <a:xfrm>
            <a:off x="3606000" y="3746803"/>
            <a:ext cx="1924200" cy="0"/>
          </a:xfrm>
          <a:prstGeom prst="straightConnector1">
            <a:avLst/>
          </a:prstGeom>
          <a:noFill/>
          <a:ln cap="flat" cmpd="sng" w="9525">
            <a:solidFill>
              <a:schemeClr val="accent6"/>
            </a:solidFill>
            <a:prstDash val="solid"/>
            <a:round/>
            <a:headEnd len="med" w="med" type="none"/>
            <a:tailEnd len="med" w="med" type="none"/>
          </a:ln>
        </p:spPr>
      </p:cxnSp>
      <p:sp>
        <p:nvSpPr>
          <p:cNvPr id="519" name="Google Shape;519;p45"/>
          <p:cNvSpPr txBox="1"/>
          <p:nvPr>
            <p:ph idx="2" type="subTitle"/>
          </p:nvPr>
        </p:nvSpPr>
        <p:spPr>
          <a:xfrm>
            <a:off x="6423725" y="3946804"/>
            <a:ext cx="1907100" cy="4482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cxnSp>
        <p:nvCxnSpPr>
          <p:cNvPr id="520" name="Google Shape;520;p45"/>
          <p:cNvCxnSpPr/>
          <p:nvPr/>
        </p:nvCxnSpPr>
        <p:spPr>
          <a:xfrm>
            <a:off x="6419750" y="3746803"/>
            <a:ext cx="1924200" cy="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SECTION_HEADER_4_2">
    <p:spTree>
      <p:nvGrpSpPr>
        <p:cNvPr id="521" name="Shape 521"/>
        <p:cNvGrpSpPr/>
        <p:nvPr/>
      </p:nvGrpSpPr>
      <p:grpSpPr>
        <a:xfrm>
          <a:off x="0" y="0"/>
          <a:ext cx="0" cy="0"/>
          <a:chOff x="0" y="0"/>
          <a:chExt cx="0" cy="0"/>
        </a:xfrm>
      </p:grpSpPr>
      <p:sp>
        <p:nvSpPr>
          <p:cNvPr id="522" name="Google Shape;522;p46"/>
          <p:cNvSpPr/>
          <p:nvPr/>
        </p:nvSpPr>
        <p:spPr>
          <a:xfrm flipH="1">
            <a:off x="6891625" y="1113575"/>
            <a:ext cx="2252400" cy="4029900"/>
          </a:xfrm>
          <a:prstGeom prst="round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523" name="Google Shape;523;p46"/>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4" name="Google Shape;524;p46"/>
          <p:cNvSpPr txBox="1"/>
          <p:nvPr>
            <p:ph idx="1" type="subTitle"/>
          </p:nvPr>
        </p:nvSpPr>
        <p:spPr>
          <a:xfrm>
            <a:off x="346875" y="1977754"/>
            <a:ext cx="19071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25" name="Google Shape;525;p46"/>
          <p:cNvSpPr txBox="1"/>
          <p:nvPr>
            <p:ph idx="2" type="subTitle"/>
          </p:nvPr>
        </p:nvSpPr>
        <p:spPr>
          <a:xfrm>
            <a:off x="348450" y="2743150"/>
            <a:ext cx="1907100" cy="17637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cxnSp>
        <p:nvCxnSpPr>
          <p:cNvPr id="526" name="Google Shape;526;p46"/>
          <p:cNvCxnSpPr/>
          <p:nvPr/>
        </p:nvCxnSpPr>
        <p:spPr>
          <a:xfrm>
            <a:off x="342900" y="2573890"/>
            <a:ext cx="1924200" cy="0"/>
          </a:xfrm>
          <a:prstGeom prst="straightConnector1">
            <a:avLst/>
          </a:prstGeom>
          <a:noFill/>
          <a:ln cap="flat" cmpd="sng" w="9525">
            <a:solidFill>
              <a:schemeClr val="accent6"/>
            </a:solidFill>
            <a:prstDash val="solid"/>
            <a:round/>
            <a:headEnd len="med" w="med" type="none"/>
            <a:tailEnd len="med" w="med" type="none"/>
          </a:ln>
        </p:spPr>
      </p:cxnSp>
      <p:sp>
        <p:nvSpPr>
          <p:cNvPr id="527" name="Google Shape;527;p46"/>
          <p:cNvSpPr txBox="1"/>
          <p:nvPr>
            <p:ph idx="3" type="subTitle"/>
          </p:nvPr>
        </p:nvSpPr>
        <p:spPr>
          <a:xfrm>
            <a:off x="2527950" y="1977754"/>
            <a:ext cx="19071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28" name="Google Shape;528;p46"/>
          <p:cNvSpPr txBox="1"/>
          <p:nvPr>
            <p:ph idx="4" type="subTitle"/>
          </p:nvPr>
        </p:nvSpPr>
        <p:spPr>
          <a:xfrm>
            <a:off x="2537282" y="2743150"/>
            <a:ext cx="1907100" cy="17637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cxnSp>
        <p:nvCxnSpPr>
          <p:cNvPr id="529" name="Google Shape;529;p46"/>
          <p:cNvCxnSpPr/>
          <p:nvPr/>
        </p:nvCxnSpPr>
        <p:spPr>
          <a:xfrm>
            <a:off x="2514600" y="2573890"/>
            <a:ext cx="1924200" cy="0"/>
          </a:xfrm>
          <a:prstGeom prst="straightConnector1">
            <a:avLst/>
          </a:prstGeom>
          <a:noFill/>
          <a:ln cap="flat" cmpd="sng" w="9525">
            <a:solidFill>
              <a:schemeClr val="accent6"/>
            </a:solidFill>
            <a:prstDash val="solid"/>
            <a:round/>
            <a:headEnd len="med" w="med" type="none"/>
            <a:tailEnd len="med" w="med" type="none"/>
          </a:ln>
        </p:spPr>
      </p:cxnSp>
      <p:sp>
        <p:nvSpPr>
          <p:cNvPr id="530" name="Google Shape;530;p46"/>
          <p:cNvSpPr txBox="1"/>
          <p:nvPr>
            <p:ph idx="5" type="subTitle"/>
          </p:nvPr>
        </p:nvSpPr>
        <p:spPr>
          <a:xfrm>
            <a:off x="4707100" y="1977754"/>
            <a:ext cx="18996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31" name="Google Shape;531;p46"/>
          <p:cNvSpPr txBox="1"/>
          <p:nvPr>
            <p:ph idx="6" type="subTitle"/>
          </p:nvPr>
        </p:nvSpPr>
        <p:spPr>
          <a:xfrm>
            <a:off x="4716398" y="2743150"/>
            <a:ext cx="1899600" cy="17637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cxnSp>
        <p:nvCxnSpPr>
          <p:cNvPr id="532" name="Google Shape;532;p46"/>
          <p:cNvCxnSpPr/>
          <p:nvPr/>
        </p:nvCxnSpPr>
        <p:spPr>
          <a:xfrm>
            <a:off x="4704142" y="2573890"/>
            <a:ext cx="1915200" cy="0"/>
          </a:xfrm>
          <a:prstGeom prst="straightConnector1">
            <a:avLst/>
          </a:prstGeom>
          <a:noFill/>
          <a:ln cap="flat" cmpd="sng" w="9525">
            <a:solidFill>
              <a:schemeClr val="accent6"/>
            </a:solidFill>
            <a:prstDash val="solid"/>
            <a:round/>
            <a:headEnd len="med" w="med" type="none"/>
            <a:tailEnd len="med" w="med" type="none"/>
          </a:ln>
        </p:spPr>
      </p:cxnSp>
      <p:sp>
        <p:nvSpPr>
          <p:cNvPr id="533" name="Google Shape;533;p46"/>
          <p:cNvSpPr txBox="1"/>
          <p:nvPr>
            <p:ph idx="7" type="subTitle"/>
          </p:nvPr>
        </p:nvSpPr>
        <p:spPr>
          <a:xfrm>
            <a:off x="7346425" y="1885950"/>
            <a:ext cx="14580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000"/>
              <a:buNone/>
              <a:defRPr b="1" sz="1000">
                <a:solidFill>
                  <a:schemeClr val="dk1"/>
                </a:solidFill>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34" name="Google Shape;534;p46"/>
          <p:cNvSpPr txBox="1"/>
          <p:nvPr>
            <p:ph idx="8" type="subTitle"/>
          </p:nvPr>
        </p:nvSpPr>
        <p:spPr>
          <a:xfrm>
            <a:off x="342875" y="1275550"/>
            <a:ext cx="6286500" cy="448200"/>
          </a:xfrm>
          <a:prstGeom prst="rect">
            <a:avLst/>
          </a:prstGeom>
        </p:spPr>
        <p:txBody>
          <a:bodyPr anchorCtr="0" anchor="t" bIns="0" lIns="0" spcFirstLastPara="1" rIns="0" wrap="square" tIns="0">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35" name="Google Shape;535;p46"/>
          <p:cNvSpPr txBox="1"/>
          <p:nvPr>
            <p:ph idx="9" type="subTitle"/>
          </p:nvPr>
        </p:nvSpPr>
        <p:spPr>
          <a:xfrm>
            <a:off x="7346425" y="2904250"/>
            <a:ext cx="14580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000"/>
              <a:buNone/>
              <a:defRPr b="1" sz="1000">
                <a:solidFill>
                  <a:schemeClr val="dk1"/>
                </a:solidFill>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36" name="Google Shape;536;p46"/>
          <p:cNvSpPr txBox="1"/>
          <p:nvPr>
            <p:ph idx="13" type="subTitle"/>
          </p:nvPr>
        </p:nvSpPr>
        <p:spPr>
          <a:xfrm>
            <a:off x="7346425" y="3970300"/>
            <a:ext cx="14580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000"/>
              <a:buNone/>
              <a:defRPr b="1" sz="1000">
                <a:solidFill>
                  <a:schemeClr val="dk1"/>
                </a:solidFill>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37" name="Google Shape;537;p46"/>
          <p:cNvSpPr txBox="1"/>
          <p:nvPr>
            <p:ph idx="14" type="subTitle"/>
          </p:nvPr>
        </p:nvSpPr>
        <p:spPr>
          <a:xfrm>
            <a:off x="7346425" y="2437254"/>
            <a:ext cx="1458000" cy="2052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0"/>
              </a:spcBef>
              <a:spcAft>
                <a:spcPts val="0"/>
              </a:spcAft>
              <a:buSzPts val="800"/>
              <a:buNone/>
              <a:defRPr sz="800"/>
            </a:lvl2pPr>
            <a:lvl3pPr lvl="2" rtl="0">
              <a:lnSpc>
                <a:spcPct val="120000"/>
              </a:lnSpc>
              <a:spcBef>
                <a:spcPts val="0"/>
              </a:spcBef>
              <a:spcAft>
                <a:spcPts val="0"/>
              </a:spcAft>
              <a:buSzPts val="800"/>
              <a:buNone/>
              <a:defRPr sz="800"/>
            </a:lvl3pPr>
            <a:lvl4pPr lvl="3" rtl="0">
              <a:lnSpc>
                <a:spcPct val="120000"/>
              </a:lnSpc>
              <a:spcBef>
                <a:spcPts val="0"/>
              </a:spcBef>
              <a:spcAft>
                <a:spcPts val="0"/>
              </a:spcAft>
              <a:buSzPts val="800"/>
              <a:buNone/>
              <a:defRPr sz="800"/>
            </a:lvl4pPr>
            <a:lvl5pPr lvl="4" rtl="0">
              <a:lnSpc>
                <a:spcPct val="120000"/>
              </a:lnSpc>
              <a:spcBef>
                <a:spcPts val="0"/>
              </a:spcBef>
              <a:spcAft>
                <a:spcPts val="0"/>
              </a:spcAft>
              <a:buSzPts val="800"/>
              <a:buNone/>
              <a:defRPr sz="800"/>
            </a:lvl5pPr>
            <a:lvl6pPr lvl="5" rtl="0">
              <a:lnSpc>
                <a:spcPct val="120000"/>
              </a:lnSpc>
              <a:spcBef>
                <a:spcPts val="0"/>
              </a:spcBef>
              <a:spcAft>
                <a:spcPts val="0"/>
              </a:spcAft>
              <a:buSzPts val="800"/>
              <a:buNone/>
              <a:defRPr sz="800"/>
            </a:lvl6pPr>
            <a:lvl7pPr lvl="6" rtl="0">
              <a:lnSpc>
                <a:spcPct val="120000"/>
              </a:lnSpc>
              <a:spcBef>
                <a:spcPts val="0"/>
              </a:spcBef>
              <a:spcAft>
                <a:spcPts val="0"/>
              </a:spcAft>
              <a:buSzPts val="800"/>
              <a:buNone/>
              <a:defRPr sz="800"/>
            </a:lvl7pPr>
            <a:lvl8pPr lvl="7" rtl="0">
              <a:lnSpc>
                <a:spcPct val="120000"/>
              </a:lnSpc>
              <a:spcBef>
                <a:spcPts val="0"/>
              </a:spcBef>
              <a:spcAft>
                <a:spcPts val="0"/>
              </a:spcAft>
              <a:buSzPts val="800"/>
              <a:buNone/>
              <a:defRPr sz="800"/>
            </a:lvl8pPr>
            <a:lvl9pPr lvl="8" rtl="0">
              <a:lnSpc>
                <a:spcPct val="120000"/>
              </a:lnSpc>
              <a:spcBef>
                <a:spcPts val="0"/>
              </a:spcBef>
              <a:spcAft>
                <a:spcPts val="0"/>
              </a:spcAft>
              <a:buSzPts val="800"/>
              <a:buNone/>
              <a:defRPr sz="800"/>
            </a:lvl9pPr>
          </a:lstStyle>
          <a:p/>
        </p:txBody>
      </p:sp>
      <p:sp>
        <p:nvSpPr>
          <p:cNvPr id="538" name="Google Shape;538;p46"/>
          <p:cNvSpPr txBox="1"/>
          <p:nvPr>
            <p:ph idx="15" type="subTitle"/>
          </p:nvPr>
        </p:nvSpPr>
        <p:spPr>
          <a:xfrm>
            <a:off x="7346425" y="3424100"/>
            <a:ext cx="1458000" cy="2052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0"/>
              </a:spcBef>
              <a:spcAft>
                <a:spcPts val="0"/>
              </a:spcAft>
              <a:buSzPts val="800"/>
              <a:buNone/>
              <a:defRPr sz="800"/>
            </a:lvl2pPr>
            <a:lvl3pPr lvl="2" rtl="0">
              <a:lnSpc>
                <a:spcPct val="120000"/>
              </a:lnSpc>
              <a:spcBef>
                <a:spcPts val="0"/>
              </a:spcBef>
              <a:spcAft>
                <a:spcPts val="0"/>
              </a:spcAft>
              <a:buSzPts val="800"/>
              <a:buNone/>
              <a:defRPr sz="800"/>
            </a:lvl3pPr>
            <a:lvl4pPr lvl="3" rtl="0">
              <a:lnSpc>
                <a:spcPct val="120000"/>
              </a:lnSpc>
              <a:spcBef>
                <a:spcPts val="0"/>
              </a:spcBef>
              <a:spcAft>
                <a:spcPts val="0"/>
              </a:spcAft>
              <a:buSzPts val="800"/>
              <a:buNone/>
              <a:defRPr sz="800"/>
            </a:lvl4pPr>
            <a:lvl5pPr lvl="4" rtl="0">
              <a:lnSpc>
                <a:spcPct val="120000"/>
              </a:lnSpc>
              <a:spcBef>
                <a:spcPts val="0"/>
              </a:spcBef>
              <a:spcAft>
                <a:spcPts val="0"/>
              </a:spcAft>
              <a:buSzPts val="800"/>
              <a:buNone/>
              <a:defRPr sz="800"/>
            </a:lvl5pPr>
            <a:lvl6pPr lvl="5" rtl="0">
              <a:lnSpc>
                <a:spcPct val="120000"/>
              </a:lnSpc>
              <a:spcBef>
                <a:spcPts val="0"/>
              </a:spcBef>
              <a:spcAft>
                <a:spcPts val="0"/>
              </a:spcAft>
              <a:buSzPts val="800"/>
              <a:buNone/>
              <a:defRPr sz="800"/>
            </a:lvl6pPr>
            <a:lvl7pPr lvl="6" rtl="0">
              <a:lnSpc>
                <a:spcPct val="120000"/>
              </a:lnSpc>
              <a:spcBef>
                <a:spcPts val="0"/>
              </a:spcBef>
              <a:spcAft>
                <a:spcPts val="0"/>
              </a:spcAft>
              <a:buSzPts val="800"/>
              <a:buNone/>
              <a:defRPr sz="800"/>
            </a:lvl7pPr>
            <a:lvl8pPr lvl="7" rtl="0">
              <a:lnSpc>
                <a:spcPct val="120000"/>
              </a:lnSpc>
              <a:spcBef>
                <a:spcPts val="0"/>
              </a:spcBef>
              <a:spcAft>
                <a:spcPts val="0"/>
              </a:spcAft>
              <a:buSzPts val="800"/>
              <a:buNone/>
              <a:defRPr sz="800"/>
            </a:lvl8pPr>
            <a:lvl9pPr lvl="8" rtl="0">
              <a:lnSpc>
                <a:spcPct val="120000"/>
              </a:lnSpc>
              <a:spcBef>
                <a:spcPts val="0"/>
              </a:spcBef>
              <a:spcAft>
                <a:spcPts val="0"/>
              </a:spcAft>
              <a:buSzPts val="800"/>
              <a:buNone/>
              <a:defRPr sz="800"/>
            </a:lvl9pPr>
          </a:lstStyle>
          <a:p/>
        </p:txBody>
      </p:sp>
      <p:sp>
        <p:nvSpPr>
          <p:cNvPr id="539" name="Google Shape;539;p46"/>
          <p:cNvSpPr txBox="1"/>
          <p:nvPr>
            <p:ph idx="16" type="subTitle"/>
          </p:nvPr>
        </p:nvSpPr>
        <p:spPr>
          <a:xfrm>
            <a:off x="7346425" y="4506950"/>
            <a:ext cx="1458000" cy="2052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0"/>
              </a:spcBef>
              <a:spcAft>
                <a:spcPts val="0"/>
              </a:spcAft>
              <a:buSzPts val="800"/>
              <a:buNone/>
              <a:defRPr sz="800"/>
            </a:lvl2pPr>
            <a:lvl3pPr lvl="2" rtl="0">
              <a:lnSpc>
                <a:spcPct val="120000"/>
              </a:lnSpc>
              <a:spcBef>
                <a:spcPts val="0"/>
              </a:spcBef>
              <a:spcAft>
                <a:spcPts val="0"/>
              </a:spcAft>
              <a:buSzPts val="800"/>
              <a:buNone/>
              <a:defRPr sz="800"/>
            </a:lvl3pPr>
            <a:lvl4pPr lvl="3" rtl="0">
              <a:lnSpc>
                <a:spcPct val="120000"/>
              </a:lnSpc>
              <a:spcBef>
                <a:spcPts val="0"/>
              </a:spcBef>
              <a:spcAft>
                <a:spcPts val="0"/>
              </a:spcAft>
              <a:buSzPts val="800"/>
              <a:buNone/>
              <a:defRPr sz="800"/>
            </a:lvl4pPr>
            <a:lvl5pPr lvl="4" rtl="0">
              <a:lnSpc>
                <a:spcPct val="120000"/>
              </a:lnSpc>
              <a:spcBef>
                <a:spcPts val="0"/>
              </a:spcBef>
              <a:spcAft>
                <a:spcPts val="0"/>
              </a:spcAft>
              <a:buSzPts val="800"/>
              <a:buNone/>
              <a:defRPr sz="800"/>
            </a:lvl5pPr>
            <a:lvl6pPr lvl="5" rtl="0">
              <a:lnSpc>
                <a:spcPct val="120000"/>
              </a:lnSpc>
              <a:spcBef>
                <a:spcPts val="0"/>
              </a:spcBef>
              <a:spcAft>
                <a:spcPts val="0"/>
              </a:spcAft>
              <a:buSzPts val="800"/>
              <a:buNone/>
              <a:defRPr sz="800"/>
            </a:lvl6pPr>
            <a:lvl7pPr lvl="6" rtl="0">
              <a:lnSpc>
                <a:spcPct val="120000"/>
              </a:lnSpc>
              <a:spcBef>
                <a:spcPts val="0"/>
              </a:spcBef>
              <a:spcAft>
                <a:spcPts val="0"/>
              </a:spcAft>
              <a:buSzPts val="800"/>
              <a:buNone/>
              <a:defRPr sz="800"/>
            </a:lvl7pPr>
            <a:lvl8pPr lvl="7" rtl="0">
              <a:lnSpc>
                <a:spcPct val="120000"/>
              </a:lnSpc>
              <a:spcBef>
                <a:spcPts val="0"/>
              </a:spcBef>
              <a:spcAft>
                <a:spcPts val="0"/>
              </a:spcAft>
              <a:buSzPts val="800"/>
              <a:buNone/>
              <a:defRPr sz="800"/>
            </a:lvl8pPr>
            <a:lvl9pPr lvl="8" rtl="0">
              <a:lnSpc>
                <a:spcPct val="120000"/>
              </a:lnSpc>
              <a:spcBef>
                <a:spcPts val="0"/>
              </a:spcBef>
              <a:spcAft>
                <a:spcPts val="0"/>
              </a:spcAft>
              <a:buSzPts val="800"/>
              <a:buNone/>
              <a:defRPr sz="800"/>
            </a:lvl9pPr>
          </a:lstStyle>
          <a:p/>
        </p:txBody>
      </p:sp>
      <p:sp>
        <p:nvSpPr>
          <p:cNvPr id="540" name="Google Shape;540;p46"/>
          <p:cNvSpPr txBox="1"/>
          <p:nvPr>
            <p:ph type="title"/>
          </p:nvPr>
        </p:nvSpPr>
        <p:spPr>
          <a:xfrm>
            <a:off x="339050" y="863075"/>
            <a:ext cx="6348000" cy="377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p:cSld name="CUSTOM">
    <p:spTree>
      <p:nvGrpSpPr>
        <p:cNvPr id="541" name="Shape 541"/>
        <p:cNvGrpSpPr/>
        <p:nvPr/>
      </p:nvGrpSpPr>
      <p:grpSpPr>
        <a:xfrm>
          <a:off x="0" y="0"/>
          <a:ext cx="0" cy="0"/>
          <a:chOff x="0" y="0"/>
          <a:chExt cx="0" cy="0"/>
        </a:xfrm>
      </p:grpSpPr>
      <p:sp>
        <p:nvSpPr>
          <p:cNvPr id="542" name="Google Shape;542;p47"/>
          <p:cNvSpPr/>
          <p:nvPr/>
        </p:nvSpPr>
        <p:spPr>
          <a:xfrm rot="10800000">
            <a:off x="6401425" y="-75"/>
            <a:ext cx="2742600" cy="1211700"/>
          </a:xfrm>
          <a:prstGeom prst="round1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543" name="Google Shape;543;p47"/>
          <p:cNvSpPr txBox="1"/>
          <p:nvPr>
            <p:ph idx="1" type="subTitle"/>
          </p:nvPr>
        </p:nvSpPr>
        <p:spPr>
          <a:xfrm>
            <a:off x="346875" y="1380738"/>
            <a:ext cx="27456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44" name="Google Shape;544;p47"/>
          <p:cNvSpPr txBox="1"/>
          <p:nvPr>
            <p:ph idx="2" type="subTitle"/>
          </p:nvPr>
        </p:nvSpPr>
        <p:spPr>
          <a:xfrm>
            <a:off x="348450" y="2146150"/>
            <a:ext cx="2633700" cy="11727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cxnSp>
        <p:nvCxnSpPr>
          <p:cNvPr id="545" name="Google Shape;545;p47"/>
          <p:cNvCxnSpPr/>
          <p:nvPr/>
        </p:nvCxnSpPr>
        <p:spPr>
          <a:xfrm>
            <a:off x="342900" y="1976878"/>
            <a:ext cx="2745600" cy="0"/>
          </a:xfrm>
          <a:prstGeom prst="straightConnector1">
            <a:avLst/>
          </a:prstGeom>
          <a:noFill/>
          <a:ln cap="flat" cmpd="sng" w="9525">
            <a:solidFill>
              <a:schemeClr val="accent6"/>
            </a:solidFill>
            <a:prstDash val="solid"/>
            <a:round/>
            <a:headEnd len="med" w="med" type="none"/>
            <a:tailEnd len="med" w="med" type="none"/>
          </a:ln>
        </p:spPr>
      </p:cxnSp>
      <p:sp>
        <p:nvSpPr>
          <p:cNvPr id="546" name="Google Shape;546;p47"/>
          <p:cNvSpPr txBox="1"/>
          <p:nvPr>
            <p:ph idx="3" type="subTitle"/>
          </p:nvPr>
        </p:nvSpPr>
        <p:spPr>
          <a:xfrm>
            <a:off x="6484050" y="2146138"/>
            <a:ext cx="2228700" cy="267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000"/>
              <a:buNone/>
              <a:defRPr b="1" sz="1000">
                <a:solidFill>
                  <a:schemeClr val="dk1"/>
                </a:solidFill>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47" name="Google Shape;547;p47"/>
          <p:cNvSpPr txBox="1"/>
          <p:nvPr>
            <p:ph idx="4" type="subTitle"/>
          </p:nvPr>
        </p:nvSpPr>
        <p:spPr>
          <a:xfrm>
            <a:off x="6484050" y="2413438"/>
            <a:ext cx="962700" cy="4482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0"/>
              </a:spcBef>
              <a:spcAft>
                <a:spcPts val="0"/>
              </a:spcAft>
              <a:buSzPts val="800"/>
              <a:buNone/>
              <a:defRPr sz="800"/>
            </a:lvl2pPr>
            <a:lvl3pPr lvl="2" rtl="0">
              <a:lnSpc>
                <a:spcPct val="120000"/>
              </a:lnSpc>
              <a:spcBef>
                <a:spcPts val="0"/>
              </a:spcBef>
              <a:spcAft>
                <a:spcPts val="0"/>
              </a:spcAft>
              <a:buSzPts val="800"/>
              <a:buNone/>
              <a:defRPr sz="800"/>
            </a:lvl3pPr>
            <a:lvl4pPr lvl="3" rtl="0">
              <a:lnSpc>
                <a:spcPct val="120000"/>
              </a:lnSpc>
              <a:spcBef>
                <a:spcPts val="0"/>
              </a:spcBef>
              <a:spcAft>
                <a:spcPts val="0"/>
              </a:spcAft>
              <a:buSzPts val="800"/>
              <a:buNone/>
              <a:defRPr sz="800"/>
            </a:lvl4pPr>
            <a:lvl5pPr lvl="4" rtl="0">
              <a:lnSpc>
                <a:spcPct val="120000"/>
              </a:lnSpc>
              <a:spcBef>
                <a:spcPts val="0"/>
              </a:spcBef>
              <a:spcAft>
                <a:spcPts val="0"/>
              </a:spcAft>
              <a:buSzPts val="800"/>
              <a:buNone/>
              <a:defRPr sz="800"/>
            </a:lvl5pPr>
            <a:lvl6pPr lvl="5" rtl="0">
              <a:lnSpc>
                <a:spcPct val="120000"/>
              </a:lnSpc>
              <a:spcBef>
                <a:spcPts val="0"/>
              </a:spcBef>
              <a:spcAft>
                <a:spcPts val="0"/>
              </a:spcAft>
              <a:buSzPts val="800"/>
              <a:buNone/>
              <a:defRPr sz="800"/>
            </a:lvl6pPr>
            <a:lvl7pPr lvl="6" rtl="0">
              <a:lnSpc>
                <a:spcPct val="120000"/>
              </a:lnSpc>
              <a:spcBef>
                <a:spcPts val="0"/>
              </a:spcBef>
              <a:spcAft>
                <a:spcPts val="0"/>
              </a:spcAft>
              <a:buSzPts val="800"/>
              <a:buNone/>
              <a:defRPr sz="800"/>
            </a:lvl7pPr>
            <a:lvl8pPr lvl="7" rtl="0">
              <a:lnSpc>
                <a:spcPct val="120000"/>
              </a:lnSpc>
              <a:spcBef>
                <a:spcPts val="0"/>
              </a:spcBef>
              <a:spcAft>
                <a:spcPts val="0"/>
              </a:spcAft>
              <a:buSzPts val="800"/>
              <a:buNone/>
              <a:defRPr sz="800"/>
            </a:lvl8pPr>
            <a:lvl9pPr lvl="8" rtl="0">
              <a:lnSpc>
                <a:spcPct val="120000"/>
              </a:lnSpc>
              <a:spcBef>
                <a:spcPts val="0"/>
              </a:spcBef>
              <a:spcAft>
                <a:spcPts val="0"/>
              </a:spcAft>
              <a:buSzPts val="800"/>
              <a:buNone/>
              <a:defRPr sz="800"/>
            </a:lvl9pPr>
          </a:lstStyle>
          <a:p/>
        </p:txBody>
      </p:sp>
      <p:sp>
        <p:nvSpPr>
          <p:cNvPr id="548" name="Google Shape;548;p47"/>
          <p:cNvSpPr txBox="1"/>
          <p:nvPr>
            <p:ph type="title"/>
          </p:nvPr>
        </p:nvSpPr>
        <p:spPr>
          <a:xfrm>
            <a:off x="339050" y="863075"/>
            <a:ext cx="6059100" cy="377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
        <p:nvSpPr>
          <p:cNvPr id="549" name="Google Shape;549;p47"/>
          <p:cNvSpPr txBox="1"/>
          <p:nvPr>
            <p:ph idx="5" type="subTitle"/>
          </p:nvPr>
        </p:nvSpPr>
        <p:spPr>
          <a:xfrm>
            <a:off x="3414675" y="1380738"/>
            <a:ext cx="27456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50" name="Google Shape;550;p47"/>
          <p:cNvSpPr txBox="1"/>
          <p:nvPr>
            <p:ph idx="6" type="subTitle"/>
          </p:nvPr>
        </p:nvSpPr>
        <p:spPr>
          <a:xfrm>
            <a:off x="3416250" y="2146150"/>
            <a:ext cx="2475300" cy="11727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cxnSp>
        <p:nvCxnSpPr>
          <p:cNvPr id="551" name="Google Shape;551;p47"/>
          <p:cNvCxnSpPr/>
          <p:nvPr/>
        </p:nvCxnSpPr>
        <p:spPr>
          <a:xfrm>
            <a:off x="3410700" y="1976878"/>
            <a:ext cx="2745600" cy="0"/>
          </a:xfrm>
          <a:prstGeom prst="straightConnector1">
            <a:avLst/>
          </a:prstGeom>
          <a:noFill/>
          <a:ln cap="flat" cmpd="sng" w="9525">
            <a:solidFill>
              <a:schemeClr val="accent6"/>
            </a:solidFill>
            <a:prstDash val="solid"/>
            <a:round/>
            <a:headEnd len="med" w="med" type="none"/>
            <a:tailEnd len="med" w="med" type="none"/>
          </a:ln>
        </p:spPr>
      </p:cxnSp>
      <p:cxnSp>
        <p:nvCxnSpPr>
          <p:cNvPr id="552" name="Google Shape;552;p47"/>
          <p:cNvCxnSpPr/>
          <p:nvPr/>
        </p:nvCxnSpPr>
        <p:spPr>
          <a:xfrm>
            <a:off x="6478500" y="1976878"/>
            <a:ext cx="2228700" cy="0"/>
          </a:xfrm>
          <a:prstGeom prst="straightConnector1">
            <a:avLst/>
          </a:prstGeom>
          <a:noFill/>
          <a:ln cap="flat" cmpd="sng" w="9525">
            <a:solidFill>
              <a:schemeClr val="accent6"/>
            </a:solidFill>
            <a:prstDash val="solid"/>
            <a:round/>
            <a:headEnd len="med" w="med" type="none"/>
            <a:tailEnd len="med" w="med" type="none"/>
          </a:ln>
        </p:spPr>
      </p:cxnSp>
      <p:sp>
        <p:nvSpPr>
          <p:cNvPr id="553" name="Google Shape;553;p47"/>
          <p:cNvSpPr txBox="1"/>
          <p:nvPr>
            <p:ph idx="7" type="subTitle"/>
          </p:nvPr>
        </p:nvSpPr>
        <p:spPr>
          <a:xfrm>
            <a:off x="7744500" y="2413438"/>
            <a:ext cx="962700" cy="4482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0"/>
              </a:spcBef>
              <a:spcAft>
                <a:spcPts val="0"/>
              </a:spcAft>
              <a:buSzPts val="800"/>
              <a:buNone/>
              <a:defRPr sz="800"/>
            </a:lvl2pPr>
            <a:lvl3pPr lvl="2" rtl="0">
              <a:lnSpc>
                <a:spcPct val="120000"/>
              </a:lnSpc>
              <a:spcBef>
                <a:spcPts val="0"/>
              </a:spcBef>
              <a:spcAft>
                <a:spcPts val="0"/>
              </a:spcAft>
              <a:buSzPts val="800"/>
              <a:buNone/>
              <a:defRPr sz="800"/>
            </a:lvl3pPr>
            <a:lvl4pPr lvl="3" rtl="0">
              <a:lnSpc>
                <a:spcPct val="120000"/>
              </a:lnSpc>
              <a:spcBef>
                <a:spcPts val="0"/>
              </a:spcBef>
              <a:spcAft>
                <a:spcPts val="0"/>
              </a:spcAft>
              <a:buSzPts val="800"/>
              <a:buNone/>
              <a:defRPr sz="800"/>
            </a:lvl4pPr>
            <a:lvl5pPr lvl="4" rtl="0">
              <a:lnSpc>
                <a:spcPct val="120000"/>
              </a:lnSpc>
              <a:spcBef>
                <a:spcPts val="0"/>
              </a:spcBef>
              <a:spcAft>
                <a:spcPts val="0"/>
              </a:spcAft>
              <a:buSzPts val="800"/>
              <a:buNone/>
              <a:defRPr sz="800"/>
            </a:lvl5pPr>
            <a:lvl6pPr lvl="5" rtl="0">
              <a:lnSpc>
                <a:spcPct val="120000"/>
              </a:lnSpc>
              <a:spcBef>
                <a:spcPts val="0"/>
              </a:spcBef>
              <a:spcAft>
                <a:spcPts val="0"/>
              </a:spcAft>
              <a:buSzPts val="800"/>
              <a:buNone/>
              <a:defRPr sz="800"/>
            </a:lvl6pPr>
            <a:lvl7pPr lvl="6" rtl="0">
              <a:lnSpc>
                <a:spcPct val="120000"/>
              </a:lnSpc>
              <a:spcBef>
                <a:spcPts val="0"/>
              </a:spcBef>
              <a:spcAft>
                <a:spcPts val="0"/>
              </a:spcAft>
              <a:buSzPts val="800"/>
              <a:buNone/>
              <a:defRPr sz="800"/>
            </a:lvl7pPr>
            <a:lvl8pPr lvl="7" rtl="0">
              <a:lnSpc>
                <a:spcPct val="120000"/>
              </a:lnSpc>
              <a:spcBef>
                <a:spcPts val="0"/>
              </a:spcBef>
              <a:spcAft>
                <a:spcPts val="0"/>
              </a:spcAft>
              <a:buSzPts val="800"/>
              <a:buNone/>
              <a:defRPr sz="800"/>
            </a:lvl8pPr>
            <a:lvl9pPr lvl="8" rtl="0">
              <a:lnSpc>
                <a:spcPct val="120000"/>
              </a:lnSpc>
              <a:spcBef>
                <a:spcPts val="0"/>
              </a:spcBef>
              <a:spcAft>
                <a:spcPts val="0"/>
              </a:spcAft>
              <a:buSzPts val="800"/>
              <a:buNone/>
              <a:defRPr sz="800"/>
            </a:lvl9pPr>
          </a:lstStyle>
          <a:p/>
        </p:txBody>
      </p:sp>
      <p:sp>
        <p:nvSpPr>
          <p:cNvPr id="554" name="Google Shape;554;p47"/>
          <p:cNvSpPr txBox="1"/>
          <p:nvPr>
            <p:ph idx="8" type="subTitle"/>
          </p:nvPr>
        </p:nvSpPr>
        <p:spPr>
          <a:xfrm>
            <a:off x="6484050" y="3030888"/>
            <a:ext cx="2228700" cy="267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000"/>
              <a:buNone/>
              <a:defRPr b="1" sz="1000">
                <a:solidFill>
                  <a:schemeClr val="dk1"/>
                </a:solidFill>
              </a:defRPr>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555" name="Google Shape;555;p47"/>
          <p:cNvSpPr txBox="1"/>
          <p:nvPr>
            <p:ph idx="9" type="subTitle"/>
          </p:nvPr>
        </p:nvSpPr>
        <p:spPr>
          <a:xfrm>
            <a:off x="6484050" y="3298188"/>
            <a:ext cx="2228700" cy="5970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0"/>
              </a:spcBef>
              <a:spcAft>
                <a:spcPts val="0"/>
              </a:spcAft>
              <a:buSzPts val="800"/>
              <a:buNone/>
              <a:defRPr sz="800"/>
            </a:lvl2pPr>
            <a:lvl3pPr lvl="2" rtl="0">
              <a:lnSpc>
                <a:spcPct val="120000"/>
              </a:lnSpc>
              <a:spcBef>
                <a:spcPts val="0"/>
              </a:spcBef>
              <a:spcAft>
                <a:spcPts val="0"/>
              </a:spcAft>
              <a:buSzPts val="800"/>
              <a:buNone/>
              <a:defRPr sz="800"/>
            </a:lvl3pPr>
            <a:lvl4pPr lvl="3" rtl="0">
              <a:lnSpc>
                <a:spcPct val="120000"/>
              </a:lnSpc>
              <a:spcBef>
                <a:spcPts val="0"/>
              </a:spcBef>
              <a:spcAft>
                <a:spcPts val="0"/>
              </a:spcAft>
              <a:buSzPts val="800"/>
              <a:buNone/>
              <a:defRPr sz="800"/>
            </a:lvl4pPr>
            <a:lvl5pPr lvl="4" rtl="0">
              <a:lnSpc>
                <a:spcPct val="120000"/>
              </a:lnSpc>
              <a:spcBef>
                <a:spcPts val="0"/>
              </a:spcBef>
              <a:spcAft>
                <a:spcPts val="0"/>
              </a:spcAft>
              <a:buSzPts val="800"/>
              <a:buNone/>
              <a:defRPr sz="800"/>
            </a:lvl5pPr>
            <a:lvl6pPr lvl="5" rtl="0">
              <a:lnSpc>
                <a:spcPct val="120000"/>
              </a:lnSpc>
              <a:spcBef>
                <a:spcPts val="0"/>
              </a:spcBef>
              <a:spcAft>
                <a:spcPts val="0"/>
              </a:spcAft>
              <a:buSzPts val="800"/>
              <a:buNone/>
              <a:defRPr sz="800"/>
            </a:lvl6pPr>
            <a:lvl7pPr lvl="6" rtl="0">
              <a:lnSpc>
                <a:spcPct val="120000"/>
              </a:lnSpc>
              <a:spcBef>
                <a:spcPts val="0"/>
              </a:spcBef>
              <a:spcAft>
                <a:spcPts val="0"/>
              </a:spcAft>
              <a:buSzPts val="800"/>
              <a:buNone/>
              <a:defRPr sz="800"/>
            </a:lvl7pPr>
            <a:lvl8pPr lvl="7" rtl="0">
              <a:lnSpc>
                <a:spcPct val="120000"/>
              </a:lnSpc>
              <a:spcBef>
                <a:spcPts val="0"/>
              </a:spcBef>
              <a:spcAft>
                <a:spcPts val="0"/>
              </a:spcAft>
              <a:buSzPts val="800"/>
              <a:buNone/>
              <a:defRPr sz="800"/>
            </a:lvl8pPr>
            <a:lvl9pPr lvl="8" rtl="0">
              <a:lnSpc>
                <a:spcPct val="120000"/>
              </a:lnSpc>
              <a:spcBef>
                <a:spcPts val="0"/>
              </a:spcBef>
              <a:spcAft>
                <a:spcPts val="0"/>
              </a:spcAft>
              <a:buSzPts val="800"/>
              <a:buNone/>
              <a:defRPr sz="800"/>
            </a:lvl9pPr>
          </a:lstStyle>
          <a:p/>
        </p:txBody>
      </p:sp>
      <p:sp>
        <p:nvSpPr>
          <p:cNvPr id="556" name="Google Shape;556;p47"/>
          <p:cNvSpPr txBox="1"/>
          <p:nvPr>
            <p:ph idx="13" type="subTitle"/>
          </p:nvPr>
        </p:nvSpPr>
        <p:spPr>
          <a:xfrm>
            <a:off x="352475" y="3325950"/>
            <a:ext cx="1935300" cy="703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57" name="Google Shape;557;p47"/>
          <p:cNvSpPr txBox="1"/>
          <p:nvPr>
            <p:ph idx="14" type="subTitle"/>
          </p:nvPr>
        </p:nvSpPr>
        <p:spPr>
          <a:xfrm>
            <a:off x="348450" y="4266175"/>
            <a:ext cx="11850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558" name="Google Shape;558;p47"/>
          <p:cNvCxnSpPr/>
          <p:nvPr/>
        </p:nvCxnSpPr>
        <p:spPr>
          <a:xfrm>
            <a:off x="348450" y="4190161"/>
            <a:ext cx="1691400" cy="0"/>
          </a:xfrm>
          <a:prstGeom prst="straightConnector1">
            <a:avLst/>
          </a:prstGeom>
          <a:noFill/>
          <a:ln cap="flat" cmpd="sng" w="9525">
            <a:solidFill>
              <a:schemeClr val="accent6"/>
            </a:solidFill>
            <a:prstDash val="solid"/>
            <a:round/>
            <a:headEnd len="med" w="med" type="none"/>
            <a:tailEnd len="med" w="med" type="none"/>
          </a:ln>
        </p:spPr>
      </p:cxnSp>
      <p:sp>
        <p:nvSpPr>
          <p:cNvPr id="559" name="Google Shape;559;p47"/>
          <p:cNvSpPr txBox="1"/>
          <p:nvPr>
            <p:ph idx="15" type="subTitle"/>
          </p:nvPr>
        </p:nvSpPr>
        <p:spPr>
          <a:xfrm>
            <a:off x="2362938" y="3325950"/>
            <a:ext cx="1935300" cy="703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60" name="Google Shape;560;p47"/>
          <p:cNvSpPr txBox="1"/>
          <p:nvPr>
            <p:ph idx="16" type="subTitle"/>
          </p:nvPr>
        </p:nvSpPr>
        <p:spPr>
          <a:xfrm>
            <a:off x="2358913" y="4266175"/>
            <a:ext cx="11850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561" name="Google Shape;561;p47"/>
          <p:cNvCxnSpPr/>
          <p:nvPr/>
        </p:nvCxnSpPr>
        <p:spPr>
          <a:xfrm>
            <a:off x="2358913" y="4190161"/>
            <a:ext cx="1691400" cy="0"/>
          </a:xfrm>
          <a:prstGeom prst="straightConnector1">
            <a:avLst/>
          </a:prstGeom>
          <a:noFill/>
          <a:ln cap="flat" cmpd="sng" w="9525">
            <a:solidFill>
              <a:schemeClr val="accent6"/>
            </a:solidFill>
            <a:prstDash val="solid"/>
            <a:round/>
            <a:headEnd len="med" w="med" type="none"/>
            <a:tailEnd len="med" w="med" type="none"/>
          </a:ln>
        </p:spPr>
      </p:cxnSp>
      <p:sp>
        <p:nvSpPr>
          <p:cNvPr id="562" name="Google Shape;562;p47"/>
          <p:cNvSpPr txBox="1"/>
          <p:nvPr>
            <p:ph idx="17" type="subTitle"/>
          </p:nvPr>
        </p:nvSpPr>
        <p:spPr>
          <a:xfrm>
            <a:off x="4406642" y="3325950"/>
            <a:ext cx="1935300" cy="703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2000"/>
              <a:buNone/>
              <a:defRPr sz="2000">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63" name="Google Shape;563;p47"/>
          <p:cNvSpPr txBox="1"/>
          <p:nvPr>
            <p:ph idx="18" type="subTitle"/>
          </p:nvPr>
        </p:nvSpPr>
        <p:spPr>
          <a:xfrm>
            <a:off x="4402617" y="4266175"/>
            <a:ext cx="1185000" cy="5334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200"/>
              <a:buNone/>
              <a:defRPr sz="1200"/>
            </a:lvl2pPr>
            <a:lvl3pPr lvl="2" rtl="0">
              <a:lnSpc>
                <a:spcPct val="120000"/>
              </a:lnSpc>
              <a:spcBef>
                <a:spcPts val="0"/>
              </a:spcBef>
              <a:spcAft>
                <a:spcPts val="0"/>
              </a:spcAft>
              <a:buSzPts val="1200"/>
              <a:buNone/>
              <a:defRPr sz="1200"/>
            </a:lvl3pPr>
            <a:lvl4pPr lvl="3" rtl="0">
              <a:lnSpc>
                <a:spcPct val="120000"/>
              </a:lnSpc>
              <a:spcBef>
                <a:spcPts val="0"/>
              </a:spcBef>
              <a:spcAft>
                <a:spcPts val="0"/>
              </a:spcAft>
              <a:buSzPts val="1200"/>
              <a:buNone/>
              <a:defRPr sz="1200"/>
            </a:lvl4pPr>
            <a:lvl5pPr lvl="4" rtl="0">
              <a:lnSpc>
                <a:spcPct val="120000"/>
              </a:lnSpc>
              <a:spcBef>
                <a:spcPts val="0"/>
              </a:spcBef>
              <a:spcAft>
                <a:spcPts val="0"/>
              </a:spcAft>
              <a:buSzPts val="1200"/>
              <a:buNone/>
              <a:defRPr sz="1200"/>
            </a:lvl5pPr>
            <a:lvl6pPr lvl="5" rtl="0">
              <a:lnSpc>
                <a:spcPct val="120000"/>
              </a:lnSpc>
              <a:spcBef>
                <a:spcPts val="0"/>
              </a:spcBef>
              <a:spcAft>
                <a:spcPts val="0"/>
              </a:spcAft>
              <a:buSzPts val="1200"/>
              <a:buNone/>
              <a:defRPr sz="1200"/>
            </a:lvl6pPr>
            <a:lvl7pPr lvl="6" rtl="0">
              <a:lnSpc>
                <a:spcPct val="120000"/>
              </a:lnSpc>
              <a:spcBef>
                <a:spcPts val="0"/>
              </a:spcBef>
              <a:spcAft>
                <a:spcPts val="0"/>
              </a:spcAft>
              <a:buSzPts val="1200"/>
              <a:buNone/>
              <a:defRPr sz="1200"/>
            </a:lvl7pPr>
            <a:lvl8pPr lvl="7" rtl="0">
              <a:lnSpc>
                <a:spcPct val="120000"/>
              </a:lnSpc>
              <a:spcBef>
                <a:spcPts val="0"/>
              </a:spcBef>
              <a:spcAft>
                <a:spcPts val="0"/>
              </a:spcAft>
              <a:buSzPts val="1200"/>
              <a:buNone/>
              <a:defRPr sz="1200"/>
            </a:lvl8pPr>
            <a:lvl9pPr lvl="8" rtl="0">
              <a:lnSpc>
                <a:spcPct val="120000"/>
              </a:lnSpc>
              <a:spcBef>
                <a:spcPts val="0"/>
              </a:spcBef>
              <a:spcAft>
                <a:spcPts val="0"/>
              </a:spcAft>
              <a:buSzPts val="1200"/>
              <a:buNone/>
              <a:defRPr sz="1200"/>
            </a:lvl9pPr>
          </a:lstStyle>
          <a:p/>
        </p:txBody>
      </p:sp>
      <p:cxnSp>
        <p:nvCxnSpPr>
          <p:cNvPr id="564" name="Google Shape;564;p47"/>
          <p:cNvCxnSpPr/>
          <p:nvPr/>
        </p:nvCxnSpPr>
        <p:spPr>
          <a:xfrm>
            <a:off x="4402617" y="4190161"/>
            <a:ext cx="1691400" cy="0"/>
          </a:xfrm>
          <a:prstGeom prst="straightConnector1">
            <a:avLst/>
          </a:prstGeom>
          <a:noFill/>
          <a:ln cap="flat" cmpd="sng" w="9525">
            <a:solidFill>
              <a:schemeClr val="accent6"/>
            </a:solidFill>
            <a:prstDash val="solid"/>
            <a:round/>
            <a:headEnd len="med" w="med" type="none"/>
            <a:tailEnd len="med" w="med" type="none"/>
          </a:ln>
        </p:spPr>
      </p:cxnSp>
      <p:sp>
        <p:nvSpPr>
          <p:cNvPr id="565" name="Google Shape;565;p47"/>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Analysis 1">
  <p:cSld name="SECTION_HEADER_4_2_1">
    <p:spTree>
      <p:nvGrpSpPr>
        <p:cNvPr id="566" name="Shape 566"/>
        <p:cNvGrpSpPr/>
        <p:nvPr/>
      </p:nvGrpSpPr>
      <p:grpSpPr>
        <a:xfrm>
          <a:off x="0" y="0"/>
          <a:ext cx="0" cy="0"/>
          <a:chOff x="0" y="0"/>
          <a:chExt cx="0" cy="0"/>
        </a:xfrm>
      </p:grpSpPr>
      <p:sp>
        <p:nvSpPr>
          <p:cNvPr id="567" name="Google Shape;567;p48"/>
          <p:cNvSpPr/>
          <p:nvPr>
            <p:ph idx="2" type="pic"/>
          </p:nvPr>
        </p:nvSpPr>
        <p:spPr>
          <a:xfrm>
            <a:off x="4709250" y="2651350"/>
            <a:ext cx="1907700" cy="1859700"/>
          </a:xfrm>
          <a:prstGeom prst="roundRect">
            <a:avLst>
              <a:gd fmla="val 8703" name="adj"/>
            </a:avLst>
          </a:prstGeom>
          <a:noFill/>
          <a:ln>
            <a:noFill/>
          </a:ln>
        </p:spPr>
      </p:sp>
      <p:sp>
        <p:nvSpPr>
          <p:cNvPr id="568" name="Google Shape;568;p48"/>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9" name="Google Shape;569;p48"/>
          <p:cNvSpPr txBox="1"/>
          <p:nvPr>
            <p:ph idx="1" type="subTitle"/>
          </p:nvPr>
        </p:nvSpPr>
        <p:spPr>
          <a:xfrm>
            <a:off x="2525000" y="2651350"/>
            <a:ext cx="1911900" cy="18417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sp>
        <p:nvSpPr>
          <p:cNvPr id="570" name="Google Shape;570;p48"/>
          <p:cNvSpPr txBox="1"/>
          <p:nvPr>
            <p:ph idx="3" type="subTitle"/>
          </p:nvPr>
        </p:nvSpPr>
        <p:spPr>
          <a:xfrm>
            <a:off x="6889300" y="2651350"/>
            <a:ext cx="1911900" cy="18417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sp>
        <p:nvSpPr>
          <p:cNvPr id="571" name="Google Shape;571;p48"/>
          <p:cNvSpPr/>
          <p:nvPr>
            <p:ph idx="4" type="pic"/>
          </p:nvPr>
        </p:nvSpPr>
        <p:spPr>
          <a:xfrm>
            <a:off x="347250" y="2651350"/>
            <a:ext cx="1907700" cy="1859700"/>
          </a:xfrm>
          <a:prstGeom prst="roundRect">
            <a:avLst>
              <a:gd fmla="val 8703" name="adj"/>
            </a:avLst>
          </a:prstGeom>
          <a:noFill/>
          <a:ln>
            <a:noFill/>
          </a:ln>
        </p:spPr>
      </p:sp>
      <p:sp>
        <p:nvSpPr>
          <p:cNvPr id="572" name="Google Shape;572;p48"/>
          <p:cNvSpPr txBox="1"/>
          <p:nvPr>
            <p:ph idx="5" type="subTitle"/>
          </p:nvPr>
        </p:nvSpPr>
        <p:spPr>
          <a:xfrm>
            <a:off x="342875" y="1275550"/>
            <a:ext cx="6286500" cy="448200"/>
          </a:xfrm>
          <a:prstGeom prst="rect">
            <a:avLst/>
          </a:prstGeom>
        </p:spPr>
        <p:txBody>
          <a:bodyPr anchorCtr="0" anchor="t" bIns="0" lIns="0" spcFirstLastPara="1" rIns="0" wrap="square" tIns="0">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73" name="Google Shape;573;p48"/>
          <p:cNvSpPr txBox="1"/>
          <p:nvPr>
            <p:ph type="title"/>
          </p:nvPr>
        </p:nvSpPr>
        <p:spPr>
          <a:xfrm>
            <a:off x="339050" y="863075"/>
            <a:ext cx="8462100" cy="377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Analysis 2">
  <p:cSld name="SECTION_HEADER_4_2_1_1">
    <p:spTree>
      <p:nvGrpSpPr>
        <p:cNvPr id="574" name="Shape 574"/>
        <p:cNvGrpSpPr/>
        <p:nvPr/>
      </p:nvGrpSpPr>
      <p:grpSpPr>
        <a:xfrm>
          <a:off x="0" y="0"/>
          <a:ext cx="0" cy="0"/>
          <a:chOff x="0" y="0"/>
          <a:chExt cx="0" cy="0"/>
        </a:xfrm>
      </p:grpSpPr>
      <p:sp>
        <p:nvSpPr>
          <p:cNvPr id="575" name="Google Shape;575;p49"/>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76" name="Google Shape;576;p49"/>
          <p:cNvSpPr txBox="1"/>
          <p:nvPr>
            <p:ph idx="1" type="subTitle"/>
          </p:nvPr>
        </p:nvSpPr>
        <p:spPr>
          <a:xfrm>
            <a:off x="3252375" y="1883600"/>
            <a:ext cx="2639400" cy="26349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sp>
        <p:nvSpPr>
          <p:cNvPr id="577" name="Google Shape;577;p49"/>
          <p:cNvSpPr txBox="1"/>
          <p:nvPr>
            <p:ph idx="2" type="subTitle"/>
          </p:nvPr>
        </p:nvSpPr>
        <p:spPr>
          <a:xfrm>
            <a:off x="6162000" y="1883600"/>
            <a:ext cx="2634900" cy="26349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1000"/>
              <a:buNone/>
              <a:defRPr sz="1000"/>
            </a:lvl1pPr>
            <a:lvl2pPr lvl="1" rtl="0">
              <a:lnSpc>
                <a:spcPct val="120000"/>
              </a:lnSpc>
              <a:spcBef>
                <a:spcPts val="0"/>
              </a:spcBef>
              <a:spcAft>
                <a:spcPts val="0"/>
              </a:spcAft>
              <a:buSzPts val="1000"/>
              <a:buNone/>
              <a:defRPr/>
            </a:lvl2pPr>
            <a:lvl3pPr lvl="2" rtl="0">
              <a:lnSpc>
                <a:spcPct val="120000"/>
              </a:lnSpc>
              <a:spcBef>
                <a:spcPts val="0"/>
              </a:spcBef>
              <a:spcAft>
                <a:spcPts val="0"/>
              </a:spcAft>
              <a:buSzPts val="1000"/>
              <a:buNone/>
              <a:defRPr/>
            </a:lvl3pPr>
            <a:lvl4pPr lvl="3" rtl="0">
              <a:lnSpc>
                <a:spcPct val="120000"/>
              </a:lnSpc>
              <a:spcBef>
                <a:spcPts val="0"/>
              </a:spcBef>
              <a:spcAft>
                <a:spcPts val="0"/>
              </a:spcAft>
              <a:buSzPts val="1000"/>
              <a:buNone/>
              <a:defRPr/>
            </a:lvl4pPr>
            <a:lvl5pPr lvl="4" rtl="0">
              <a:lnSpc>
                <a:spcPct val="120000"/>
              </a:lnSpc>
              <a:spcBef>
                <a:spcPts val="0"/>
              </a:spcBef>
              <a:spcAft>
                <a:spcPts val="0"/>
              </a:spcAft>
              <a:buSzPts val="1000"/>
              <a:buNone/>
              <a:defRPr/>
            </a:lvl5pPr>
            <a:lvl6pPr lvl="5" rtl="0">
              <a:lnSpc>
                <a:spcPct val="120000"/>
              </a:lnSpc>
              <a:spcBef>
                <a:spcPts val="0"/>
              </a:spcBef>
              <a:spcAft>
                <a:spcPts val="0"/>
              </a:spcAft>
              <a:buSzPts val="1000"/>
              <a:buNone/>
              <a:defRPr/>
            </a:lvl6pPr>
            <a:lvl7pPr lvl="6" rtl="0">
              <a:lnSpc>
                <a:spcPct val="120000"/>
              </a:lnSpc>
              <a:spcBef>
                <a:spcPts val="0"/>
              </a:spcBef>
              <a:spcAft>
                <a:spcPts val="0"/>
              </a:spcAft>
              <a:buSzPts val="1000"/>
              <a:buNone/>
              <a:defRPr/>
            </a:lvl7pPr>
            <a:lvl8pPr lvl="7" rtl="0">
              <a:lnSpc>
                <a:spcPct val="120000"/>
              </a:lnSpc>
              <a:spcBef>
                <a:spcPts val="0"/>
              </a:spcBef>
              <a:spcAft>
                <a:spcPts val="0"/>
              </a:spcAft>
              <a:buSzPts val="1000"/>
              <a:buNone/>
              <a:defRPr/>
            </a:lvl8pPr>
            <a:lvl9pPr lvl="8" rtl="0">
              <a:lnSpc>
                <a:spcPct val="120000"/>
              </a:lnSpc>
              <a:spcBef>
                <a:spcPts val="0"/>
              </a:spcBef>
              <a:spcAft>
                <a:spcPts val="0"/>
              </a:spcAft>
              <a:buSzPts val="1000"/>
              <a:buNone/>
              <a:defRPr/>
            </a:lvl9pPr>
          </a:lstStyle>
          <a:p/>
        </p:txBody>
      </p:sp>
      <p:sp>
        <p:nvSpPr>
          <p:cNvPr id="578" name="Google Shape;578;p49"/>
          <p:cNvSpPr/>
          <p:nvPr>
            <p:ph idx="3" type="pic"/>
          </p:nvPr>
        </p:nvSpPr>
        <p:spPr>
          <a:xfrm>
            <a:off x="342750" y="1885950"/>
            <a:ext cx="2639400" cy="2625000"/>
          </a:xfrm>
          <a:prstGeom prst="roundRect">
            <a:avLst>
              <a:gd fmla="val 7901" name="adj"/>
            </a:avLst>
          </a:prstGeom>
          <a:noFill/>
          <a:ln>
            <a:noFill/>
          </a:ln>
        </p:spPr>
      </p:sp>
      <p:sp>
        <p:nvSpPr>
          <p:cNvPr id="579" name="Google Shape;579;p49"/>
          <p:cNvSpPr txBox="1"/>
          <p:nvPr>
            <p:ph idx="4" type="subTitle"/>
          </p:nvPr>
        </p:nvSpPr>
        <p:spPr>
          <a:xfrm>
            <a:off x="342875" y="1275550"/>
            <a:ext cx="6286500" cy="448200"/>
          </a:xfrm>
          <a:prstGeom prst="rect">
            <a:avLst/>
          </a:prstGeom>
        </p:spPr>
        <p:txBody>
          <a:bodyPr anchorCtr="0" anchor="t" bIns="0" lIns="0" spcFirstLastPara="1" rIns="0" wrap="square" tIns="0">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80" name="Google Shape;580;p49"/>
          <p:cNvSpPr txBox="1"/>
          <p:nvPr>
            <p:ph type="title"/>
          </p:nvPr>
        </p:nvSpPr>
        <p:spPr>
          <a:xfrm>
            <a:off x="339050" y="863075"/>
            <a:ext cx="8462100" cy="377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kflow 4">
  <p:cSld name="SECTION_HEADER_2_1_1_1_2_1">
    <p:spTree>
      <p:nvGrpSpPr>
        <p:cNvPr id="581" name="Shape 581"/>
        <p:cNvGrpSpPr/>
        <p:nvPr/>
      </p:nvGrpSpPr>
      <p:grpSpPr>
        <a:xfrm>
          <a:off x="0" y="0"/>
          <a:ext cx="0" cy="0"/>
          <a:chOff x="0" y="0"/>
          <a:chExt cx="0" cy="0"/>
        </a:xfrm>
      </p:grpSpPr>
      <p:sp>
        <p:nvSpPr>
          <p:cNvPr id="582" name="Google Shape;582;p50"/>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83" name="Google Shape;583;p50"/>
          <p:cNvSpPr txBox="1"/>
          <p:nvPr>
            <p:ph idx="1" type="subTitle"/>
          </p:nvPr>
        </p:nvSpPr>
        <p:spPr>
          <a:xfrm>
            <a:off x="339050" y="1113200"/>
            <a:ext cx="2643000" cy="1538100"/>
          </a:xfrm>
          <a:prstGeom prst="rect">
            <a:avLst/>
          </a:prstGeom>
          <a:solidFill>
            <a:schemeClr val="lt2"/>
          </a:solidFill>
        </p:spPr>
        <p:txBody>
          <a:bodyPr anchorCtr="0" anchor="t" bIns="182875" lIns="182875" spcFirstLastPara="1" rIns="182875" wrap="square" tIns="182875">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84" name="Google Shape;584;p50"/>
          <p:cNvSpPr txBox="1"/>
          <p:nvPr>
            <p:ph idx="2" type="subTitle"/>
          </p:nvPr>
        </p:nvSpPr>
        <p:spPr>
          <a:xfrm>
            <a:off x="3259350" y="1113200"/>
            <a:ext cx="2625300" cy="1538100"/>
          </a:xfrm>
          <a:prstGeom prst="rect">
            <a:avLst/>
          </a:prstGeom>
          <a:solidFill>
            <a:schemeClr val="lt2"/>
          </a:solidFill>
        </p:spPr>
        <p:txBody>
          <a:bodyPr anchorCtr="0" anchor="t" bIns="182875" lIns="182875" spcFirstLastPara="1" rIns="182875" wrap="square" tIns="182875">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85" name="Google Shape;585;p50"/>
          <p:cNvSpPr txBox="1"/>
          <p:nvPr>
            <p:ph idx="3" type="subTitle"/>
          </p:nvPr>
        </p:nvSpPr>
        <p:spPr>
          <a:xfrm>
            <a:off x="6161850" y="1113200"/>
            <a:ext cx="2643000" cy="1538100"/>
          </a:xfrm>
          <a:prstGeom prst="rect">
            <a:avLst/>
          </a:prstGeom>
          <a:solidFill>
            <a:schemeClr val="lt2"/>
          </a:solidFill>
        </p:spPr>
        <p:txBody>
          <a:bodyPr anchorCtr="0" anchor="t" bIns="182875" lIns="182875" spcFirstLastPara="1" rIns="182875" wrap="square" tIns="182875">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86" name="Google Shape;586;p50"/>
          <p:cNvSpPr txBox="1"/>
          <p:nvPr>
            <p:ph idx="4" type="subTitle"/>
          </p:nvPr>
        </p:nvSpPr>
        <p:spPr>
          <a:xfrm>
            <a:off x="339050" y="2888475"/>
            <a:ext cx="2643000" cy="1538100"/>
          </a:xfrm>
          <a:prstGeom prst="rect">
            <a:avLst/>
          </a:prstGeom>
          <a:solidFill>
            <a:schemeClr val="lt2"/>
          </a:solidFill>
        </p:spPr>
        <p:txBody>
          <a:bodyPr anchorCtr="0" anchor="t" bIns="182875" lIns="182875" spcFirstLastPara="1" rIns="182875" wrap="square" tIns="182875">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87" name="Google Shape;587;p50"/>
          <p:cNvSpPr txBox="1"/>
          <p:nvPr>
            <p:ph idx="5" type="subTitle"/>
          </p:nvPr>
        </p:nvSpPr>
        <p:spPr>
          <a:xfrm>
            <a:off x="3259350" y="2888475"/>
            <a:ext cx="2625300" cy="1538100"/>
          </a:xfrm>
          <a:prstGeom prst="rect">
            <a:avLst/>
          </a:prstGeom>
          <a:solidFill>
            <a:schemeClr val="lt2"/>
          </a:solidFill>
        </p:spPr>
        <p:txBody>
          <a:bodyPr anchorCtr="0" anchor="t" bIns="182875" lIns="182875" spcFirstLastPara="1" rIns="182875" wrap="square" tIns="182875">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
        <p:nvSpPr>
          <p:cNvPr id="588" name="Google Shape;588;p50"/>
          <p:cNvSpPr txBox="1"/>
          <p:nvPr>
            <p:ph idx="6" type="subTitle"/>
          </p:nvPr>
        </p:nvSpPr>
        <p:spPr>
          <a:xfrm>
            <a:off x="6161850" y="2888475"/>
            <a:ext cx="2643000" cy="1538100"/>
          </a:xfrm>
          <a:prstGeom prst="rect">
            <a:avLst/>
          </a:prstGeom>
          <a:solidFill>
            <a:schemeClr val="lt2"/>
          </a:solidFill>
        </p:spPr>
        <p:txBody>
          <a:bodyPr anchorCtr="0" anchor="t" bIns="182875" lIns="182875" spcFirstLastPara="1" rIns="182875" wrap="square" tIns="182875">
            <a:noAutofit/>
          </a:bodyPr>
          <a:lstStyle>
            <a:lvl1pPr lvl="0" rtl="0">
              <a:spcBef>
                <a:spcPts val="0"/>
              </a:spcBef>
              <a:spcAft>
                <a:spcPts val="0"/>
              </a:spcAft>
              <a:buSzPts val="1000"/>
              <a:buNone/>
              <a:defRPr sz="1000"/>
            </a:lvl1pPr>
            <a:lvl2pPr lvl="1" rtl="0">
              <a:spcBef>
                <a:spcPts val="0"/>
              </a:spcBef>
              <a:spcAft>
                <a:spcPts val="0"/>
              </a:spcAft>
              <a:buSzPts val="1000"/>
              <a:buNone/>
              <a:defRPr/>
            </a:lvl2pPr>
            <a:lvl3pPr lvl="2" rtl="0">
              <a:spcBef>
                <a:spcPts val="0"/>
              </a:spcBef>
              <a:spcAft>
                <a:spcPts val="0"/>
              </a:spcAft>
              <a:buSzPts val="1000"/>
              <a:buNone/>
              <a:defRPr/>
            </a:lvl3pPr>
            <a:lvl4pPr lvl="3" rtl="0">
              <a:spcBef>
                <a:spcPts val="0"/>
              </a:spcBef>
              <a:spcAft>
                <a:spcPts val="0"/>
              </a:spcAft>
              <a:buSzPts val="1000"/>
              <a:buNone/>
              <a:defRPr/>
            </a:lvl4pPr>
            <a:lvl5pPr lvl="4" rtl="0">
              <a:spcBef>
                <a:spcPts val="0"/>
              </a:spcBef>
              <a:spcAft>
                <a:spcPts val="0"/>
              </a:spcAft>
              <a:buSzPts val="1000"/>
              <a:buNone/>
              <a:defRPr/>
            </a:lvl5pPr>
            <a:lvl6pPr lvl="5" rtl="0">
              <a:spcBef>
                <a:spcPts val="0"/>
              </a:spcBef>
              <a:spcAft>
                <a:spcPts val="0"/>
              </a:spcAft>
              <a:buSzPts val="1000"/>
              <a:buNone/>
              <a:defRPr/>
            </a:lvl6pPr>
            <a:lvl7pPr lvl="6" rtl="0">
              <a:spcBef>
                <a:spcPts val="0"/>
              </a:spcBef>
              <a:spcAft>
                <a:spcPts val="0"/>
              </a:spcAft>
              <a:buSzPts val="1000"/>
              <a:buNone/>
              <a:defRPr/>
            </a:lvl7pPr>
            <a:lvl8pPr lvl="7" rtl="0">
              <a:spcBef>
                <a:spcPts val="0"/>
              </a:spcBef>
              <a:spcAft>
                <a:spcPts val="0"/>
              </a:spcAft>
              <a:buSzPts val="1000"/>
              <a:buNone/>
              <a:defRPr/>
            </a:lvl8pPr>
            <a:lvl9pPr lvl="8" rtl="0">
              <a:spcBef>
                <a:spcPts val="0"/>
              </a:spcBef>
              <a:spcAft>
                <a:spcPts val="0"/>
              </a:spcAft>
              <a:buSzPts val="10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HEADER_1_2_1_1">
    <p:spTree>
      <p:nvGrpSpPr>
        <p:cNvPr id="589" name="Shape 589"/>
        <p:cNvGrpSpPr/>
        <p:nvPr/>
      </p:nvGrpSpPr>
      <p:grpSpPr>
        <a:xfrm>
          <a:off x="0" y="0"/>
          <a:ext cx="0" cy="0"/>
          <a:chOff x="0" y="0"/>
          <a:chExt cx="0" cy="0"/>
        </a:xfrm>
      </p:grpSpPr>
      <p:pic>
        <p:nvPicPr>
          <p:cNvPr id="590" name="Google Shape;590;p51"/>
          <p:cNvPicPr preferRelativeResize="0"/>
          <p:nvPr/>
        </p:nvPicPr>
        <p:blipFill rotWithShape="1">
          <a:blip r:embed="rId2">
            <a:alphaModFix/>
          </a:blip>
          <a:srcRect b="0" l="0" r="29731" t="34163"/>
          <a:stretch/>
        </p:blipFill>
        <p:spPr>
          <a:xfrm>
            <a:off x="5272800" y="0"/>
            <a:ext cx="3871200" cy="4353802"/>
          </a:xfrm>
          <a:prstGeom prst="rect">
            <a:avLst/>
          </a:prstGeom>
          <a:noFill/>
          <a:ln>
            <a:noFill/>
          </a:ln>
        </p:spPr>
      </p:pic>
      <p:sp>
        <p:nvSpPr>
          <p:cNvPr id="591" name="Google Shape;591;p51"/>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592" name="Google Shape;592;p51"/>
          <p:cNvSpPr txBox="1"/>
          <p:nvPr>
            <p:ph type="title"/>
          </p:nvPr>
        </p:nvSpPr>
        <p:spPr>
          <a:xfrm>
            <a:off x="1066825" y="1025613"/>
            <a:ext cx="5588400" cy="2593200"/>
          </a:xfrm>
          <a:prstGeom prst="rect">
            <a:avLst/>
          </a:prstGeom>
        </p:spPr>
        <p:txBody>
          <a:bodyPr anchorCtr="0" anchor="b" bIns="0" lIns="0" spcFirstLastPara="1" rIns="0" wrap="square" tIns="0">
            <a:noAutofit/>
          </a:bodyPr>
          <a:lstStyle>
            <a:lvl1pPr lvl="0" rtl="0">
              <a:lnSpc>
                <a:spcPct val="90000"/>
              </a:lnSpc>
              <a:spcBef>
                <a:spcPts val="0"/>
              </a:spcBef>
              <a:spcAft>
                <a:spcPts val="0"/>
              </a:spcAft>
              <a:buSzPts val="4200"/>
              <a:buNone/>
              <a:defRPr sz="42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593" name="Google Shape;593;p51"/>
          <p:cNvSpPr txBox="1"/>
          <p:nvPr>
            <p:ph idx="1" type="subTitle"/>
          </p:nvPr>
        </p:nvSpPr>
        <p:spPr>
          <a:xfrm>
            <a:off x="1066825" y="3780938"/>
            <a:ext cx="55884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594" name="Google Shape;594;p51"/>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SECTION_HEADER_1_2_1_1_2">
    <p:spTree>
      <p:nvGrpSpPr>
        <p:cNvPr id="595" name="Shape 595"/>
        <p:cNvGrpSpPr/>
        <p:nvPr/>
      </p:nvGrpSpPr>
      <p:grpSpPr>
        <a:xfrm>
          <a:off x="0" y="0"/>
          <a:ext cx="0" cy="0"/>
          <a:chOff x="0" y="0"/>
          <a:chExt cx="0" cy="0"/>
        </a:xfrm>
      </p:grpSpPr>
      <p:sp>
        <p:nvSpPr>
          <p:cNvPr id="596" name="Google Shape;596;p52"/>
          <p:cNvSpPr/>
          <p:nvPr/>
        </p:nvSpPr>
        <p:spPr>
          <a:xfrm>
            <a:off x="277625" y="301250"/>
            <a:ext cx="1636200" cy="460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597" name="Google Shape;597;p52"/>
          <p:cNvSpPr/>
          <p:nvPr/>
        </p:nvSpPr>
        <p:spPr>
          <a:xfrm>
            <a:off x="342600" y="342600"/>
            <a:ext cx="8458500" cy="4152600"/>
          </a:xfrm>
          <a:prstGeom prst="roundRect">
            <a:avLst>
              <a:gd fmla="val 5832"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598" name="Google Shape;598;p52"/>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2"/>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600" name="Google Shape;600;p52"/>
          <p:cNvPicPr preferRelativeResize="0"/>
          <p:nvPr/>
        </p:nvPicPr>
        <p:blipFill rotWithShape="1">
          <a:blip r:embed="rId2">
            <a:alphaModFix/>
          </a:blip>
          <a:srcRect b="0" l="37570" r="0" t="34349"/>
          <a:stretch/>
        </p:blipFill>
        <p:spPr>
          <a:xfrm>
            <a:off x="0" y="-1"/>
            <a:ext cx="3252372" cy="3376750"/>
          </a:xfrm>
          <a:prstGeom prst="rect">
            <a:avLst/>
          </a:prstGeom>
          <a:noFill/>
          <a:ln>
            <a:noFill/>
          </a:ln>
        </p:spPr>
      </p:pic>
      <p:sp>
        <p:nvSpPr>
          <p:cNvPr id="601" name="Google Shape;601;p52"/>
          <p:cNvSpPr txBox="1"/>
          <p:nvPr>
            <p:ph type="title"/>
          </p:nvPr>
        </p:nvSpPr>
        <p:spPr>
          <a:xfrm>
            <a:off x="807850" y="1645072"/>
            <a:ext cx="7258200" cy="1538100"/>
          </a:xfrm>
          <a:prstGeom prst="rect">
            <a:avLst/>
          </a:prstGeom>
        </p:spPr>
        <p:txBody>
          <a:bodyPr anchorCtr="0" anchor="b" bIns="0" lIns="0" spcFirstLastPara="1" rIns="0" wrap="square" tIns="0">
            <a:noAutofit/>
          </a:bodyPr>
          <a:lstStyle>
            <a:lvl1pPr lvl="0" rtl="0">
              <a:lnSpc>
                <a:spcPct val="90000"/>
              </a:lnSpc>
              <a:spcBef>
                <a:spcPts val="0"/>
              </a:spcBef>
              <a:spcAft>
                <a:spcPts val="0"/>
              </a:spcAft>
              <a:buSzPts val="4200"/>
              <a:buNone/>
              <a:defRPr sz="42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602" name="Google Shape;602;p52"/>
          <p:cNvSpPr txBox="1"/>
          <p:nvPr>
            <p:ph idx="1" type="subTitle"/>
          </p:nvPr>
        </p:nvSpPr>
        <p:spPr>
          <a:xfrm>
            <a:off x="807850" y="3684400"/>
            <a:ext cx="7258200" cy="271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pic>
        <p:nvPicPr>
          <p:cNvPr id="603" name="Google Shape;603;p52"/>
          <p:cNvPicPr preferRelativeResize="0"/>
          <p:nvPr/>
        </p:nvPicPr>
        <p:blipFill rotWithShape="1">
          <a:blip r:embed="rId2">
            <a:alphaModFix/>
          </a:blip>
          <a:srcRect b="0" l="37570" r="0" t="34349"/>
          <a:stretch/>
        </p:blipFill>
        <p:spPr>
          <a:xfrm>
            <a:off x="5891675" y="1766749"/>
            <a:ext cx="3252372" cy="337675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1">
  <p:cSld name="SECTION_HEADER_1_2_1_1_2_1">
    <p:spTree>
      <p:nvGrpSpPr>
        <p:cNvPr id="604" name="Shape 604"/>
        <p:cNvGrpSpPr/>
        <p:nvPr/>
      </p:nvGrpSpPr>
      <p:grpSpPr>
        <a:xfrm>
          <a:off x="0" y="0"/>
          <a:ext cx="0" cy="0"/>
          <a:chOff x="0" y="0"/>
          <a:chExt cx="0" cy="0"/>
        </a:xfrm>
      </p:grpSpPr>
      <p:sp>
        <p:nvSpPr>
          <p:cNvPr id="605" name="Google Shape;605;p53"/>
          <p:cNvSpPr/>
          <p:nvPr/>
        </p:nvSpPr>
        <p:spPr>
          <a:xfrm>
            <a:off x="277625" y="301250"/>
            <a:ext cx="1636200" cy="460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06" name="Google Shape;606;p53"/>
          <p:cNvSpPr/>
          <p:nvPr/>
        </p:nvSpPr>
        <p:spPr>
          <a:xfrm>
            <a:off x="342600" y="342600"/>
            <a:ext cx="8458500" cy="4152600"/>
          </a:xfrm>
          <a:prstGeom prst="roundRect">
            <a:avLst>
              <a:gd fmla="val 5832"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07" name="Google Shape;607;p53"/>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08" name="Google Shape;608;p53"/>
          <p:cNvSpPr txBox="1"/>
          <p:nvPr>
            <p:ph idx="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609" name="Google Shape;609;p53"/>
          <p:cNvPicPr preferRelativeResize="0"/>
          <p:nvPr/>
        </p:nvPicPr>
        <p:blipFill rotWithShape="1">
          <a:blip r:embed="rId2">
            <a:alphaModFix/>
          </a:blip>
          <a:srcRect b="0" l="37570" r="0" t="34349"/>
          <a:stretch/>
        </p:blipFill>
        <p:spPr>
          <a:xfrm>
            <a:off x="0" y="-1"/>
            <a:ext cx="3252372" cy="3376750"/>
          </a:xfrm>
          <a:prstGeom prst="rect">
            <a:avLst/>
          </a:prstGeom>
          <a:noFill/>
          <a:ln>
            <a:noFill/>
          </a:ln>
        </p:spPr>
      </p:pic>
      <p:sp>
        <p:nvSpPr>
          <p:cNvPr id="610" name="Google Shape;610;p53"/>
          <p:cNvSpPr txBox="1"/>
          <p:nvPr>
            <p:ph type="title"/>
          </p:nvPr>
        </p:nvSpPr>
        <p:spPr>
          <a:xfrm>
            <a:off x="807850" y="1645072"/>
            <a:ext cx="7258200" cy="1538100"/>
          </a:xfrm>
          <a:prstGeom prst="rect">
            <a:avLst/>
          </a:prstGeom>
        </p:spPr>
        <p:txBody>
          <a:bodyPr anchorCtr="0" anchor="b" bIns="0" lIns="0" spcFirstLastPara="1" rIns="0" wrap="square" tIns="0">
            <a:noAutofit/>
          </a:bodyPr>
          <a:lstStyle>
            <a:lvl1pPr lvl="0" rtl="0">
              <a:lnSpc>
                <a:spcPct val="90000"/>
              </a:lnSpc>
              <a:spcBef>
                <a:spcPts val="0"/>
              </a:spcBef>
              <a:spcAft>
                <a:spcPts val="0"/>
              </a:spcAft>
              <a:buSzPts val="4200"/>
              <a:buNone/>
              <a:defRPr sz="4200"/>
            </a:lvl1pPr>
            <a:lvl2pPr lvl="1" rtl="0">
              <a:lnSpc>
                <a:spcPct val="90000"/>
              </a:lnSpc>
              <a:spcBef>
                <a:spcPts val="0"/>
              </a:spcBef>
              <a:spcAft>
                <a:spcPts val="0"/>
              </a:spcAft>
              <a:buSzPts val="2400"/>
              <a:buNone/>
              <a:defRPr/>
            </a:lvl2pPr>
            <a:lvl3pPr lvl="2" rtl="0">
              <a:lnSpc>
                <a:spcPct val="90000"/>
              </a:lnSpc>
              <a:spcBef>
                <a:spcPts val="0"/>
              </a:spcBef>
              <a:spcAft>
                <a:spcPts val="0"/>
              </a:spcAft>
              <a:buSzPts val="2400"/>
              <a:buNone/>
              <a:defRPr/>
            </a:lvl3pPr>
            <a:lvl4pPr lvl="3" rtl="0">
              <a:lnSpc>
                <a:spcPct val="90000"/>
              </a:lnSpc>
              <a:spcBef>
                <a:spcPts val="0"/>
              </a:spcBef>
              <a:spcAft>
                <a:spcPts val="0"/>
              </a:spcAft>
              <a:buSzPts val="2400"/>
              <a:buNone/>
              <a:defRPr/>
            </a:lvl4pPr>
            <a:lvl5pPr lvl="4" rtl="0">
              <a:lnSpc>
                <a:spcPct val="90000"/>
              </a:lnSpc>
              <a:spcBef>
                <a:spcPts val="0"/>
              </a:spcBef>
              <a:spcAft>
                <a:spcPts val="0"/>
              </a:spcAft>
              <a:buSzPts val="2400"/>
              <a:buNone/>
              <a:defRPr/>
            </a:lvl5pPr>
            <a:lvl6pPr lvl="5" rtl="0">
              <a:lnSpc>
                <a:spcPct val="90000"/>
              </a:lnSpc>
              <a:spcBef>
                <a:spcPts val="0"/>
              </a:spcBef>
              <a:spcAft>
                <a:spcPts val="0"/>
              </a:spcAft>
              <a:buSzPts val="2400"/>
              <a:buNone/>
              <a:defRPr/>
            </a:lvl6pPr>
            <a:lvl7pPr lvl="6" rtl="0">
              <a:lnSpc>
                <a:spcPct val="90000"/>
              </a:lnSpc>
              <a:spcBef>
                <a:spcPts val="0"/>
              </a:spcBef>
              <a:spcAft>
                <a:spcPts val="0"/>
              </a:spcAft>
              <a:buSzPts val="2400"/>
              <a:buNone/>
              <a:defRPr/>
            </a:lvl7pPr>
            <a:lvl8pPr lvl="7" rtl="0">
              <a:lnSpc>
                <a:spcPct val="90000"/>
              </a:lnSpc>
              <a:spcBef>
                <a:spcPts val="0"/>
              </a:spcBef>
              <a:spcAft>
                <a:spcPts val="0"/>
              </a:spcAft>
              <a:buSzPts val="2400"/>
              <a:buNone/>
              <a:defRPr/>
            </a:lvl8pPr>
            <a:lvl9pPr lvl="8" rtl="0">
              <a:lnSpc>
                <a:spcPct val="90000"/>
              </a:lnSpc>
              <a:spcBef>
                <a:spcPts val="0"/>
              </a:spcBef>
              <a:spcAft>
                <a:spcPts val="0"/>
              </a:spcAft>
              <a:buSzPts val="2400"/>
              <a:buNone/>
              <a:defRPr/>
            </a:lvl9pPr>
          </a:lstStyle>
          <a:p/>
        </p:txBody>
      </p:sp>
      <p:sp>
        <p:nvSpPr>
          <p:cNvPr id="611" name="Google Shape;611;p53"/>
          <p:cNvSpPr txBox="1"/>
          <p:nvPr>
            <p:ph idx="1" type="subTitle"/>
          </p:nvPr>
        </p:nvSpPr>
        <p:spPr>
          <a:xfrm>
            <a:off x="807850" y="3684400"/>
            <a:ext cx="7258200" cy="271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None/>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pic>
        <p:nvPicPr>
          <p:cNvPr id="612" name="Google Shape;612;p53"/>
          <p:cNvPicPr preferRelativeResize="0"/>
          <p:nvPr/>
        </p:nvPicPr>
        <p:blipFill rotWithShape="1">
          <a:blip r:embed="rId2">
            <a:alphaModFix/>
          </a:blip>
          <a:srcRect b="0" l="37570" r="0" t="34349"/>
          <a:stretch/>
        </p:blipFill>
        <p:spPr>
          <a:xfrm>
            <a:off x="5891675" y="1766749"/>
            <a:ext cx="3252372" cy="337675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p:cSld name="SECTION_HEADER_1_2_1_1_1">
    <p:spTree>
      <p:nvGrpSpPr>
        <p:cNvPr id="613" name="Shape 613"/>
        <p:cNvGrpSpPr/>
        <p:nvPr/>
      </p:nvGrpSpPr>
      <p:grpSpPr>
        <a:xfrm>
          <a:off x="0" y="0"/>
          <a:ext cx="0" cy="0"/>
          <a:chOff x="0" y="0"/>
          <a:chExt cx="0" cy="0"/>
        </a:xfrm>
      </p:grpSpPr>
      <p:pic>
        <p:nvPicPr>
          <p:cNvPr id="614" name="Google Shape;614;p54"/>
          <p:cNvPicPr preferRelativeResize="0"/>
          <p:nvPr/>
        </p:nvPicPr>
        <p:blipFill rotWithShape="1">
          <a:blip r:embed="rId2">
            <a:alphaModFix/>
          </a:blip>
          <a:srcRect b="9710" l="0" r="0" t="9710"/>
          <a:stretch/>
        </p:blipFill>
        <p:spPr>
          <a:xfrm>
            <a:off x="4550950" y="0"/>
            <a:ext cx="4338499" cy="5143501"/>
          </a:xfrm>
          <a:prstGeom prst="rect">
            <a:avLst/>
          </a:prstGeom>
          <a:noFill/>
          <a:ln>
            <a:noFill/>
          </a:ln>
        </p:spPr>
      </p:pic>
      <p:sp>
        <p:nvSpPr>
          <p:cNvPr id="615" name="Google Shape;615;p54"/>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6" name="Google Shape;616;p54"/>
          <p:cNvSpPr txBox="1"/>
          <p:nvPr>
            <p:ph type="title"/>
          </p:nvPr>
        </p:nvSpPr>
        <p:spPr>
          <a:xfrm>
            <a:off x="800050" y="2338200"/>
            <a:ext cx="7543800" cy="467100"/>
          </a:xfrm>
          <a:prstGeom prst="rect">
            <a:avLst/>
          </a:prstGeom>
        </p:spPr>
        <p:txBody>
          <a:bodyPr anchorCtr="0" anchor="t" bIns="0" lIns="0" spcFirstLastPara="1" rIns="0" wrap="square" tIns="0">
            <a:noAutofit/>
          </a:bodyPr>
          <a:lstStyle>
            <a:lvl1pPr lvl="0" rtl="0" algn="ctr">
              <a:lnSpc>
                <a:spcPct val="90000"/>
              </a:lnSpc>
              <a:spcBef>
                <a:spcPts val="0"/>
              </a:spcBef>
              <a:spcAft>
                <a:spcPts val="0"/>
              </a:spcAft>
              <a:buSzPts val="4200"/>
              <a:buNone/>
              <a:defRPr sz="4200"/>
            </a:lvl1pPr>
            <a:lvl2pPr lvl="1" rtl="0">
              <a:lnSpc>
                <a:spcPct val="90000"/>
              </a:lnSpc>
              <a:spcBef>
                <a:spcPts val="0"/>
              </a:spcBef>
              <a:spcAft>
                <a:spcPts val="0"/>
              </a:spcAft>
              <a:buClr>
                <a:schemeClr val="lt1"/>
              </a:buClr>
              <a:buSzPts val="2400"/>
              <a:buNone/>
              <a:defRPr>
                <a:solidFill>
                  <a:schemeClr val="lt1"/>
                </a:solidFill>
              </a:defRPr>
            </a:lvl2pPr>
            <a:lvl3pPr lvl="2" rtl="0">
              <a:lnSpc>
                <a:spcPct val="90000"/>
              </a:lnSpc>
              <a:spcBef>
                <a:spcPts val="0"/>
              </a:spcBef>
              <a:spcAft>
                <a:spcPts val="0"/>
              </a:spcAft>
              <a:buClr>
                <a:schemeClr val="lt1"/>
              </a:buClr>
              <a:buSzPts val="2400"/>
              <a:buNone/>
              <a:defRPr>
                <a:solidFill>
                  <a:schemeClr val="lt1"/>
                </a:solidFill>
              </a:defRPr>
            </a:lvl3pPr>
            <a:lvl4pPr lvl="3" rtl="0">
              <a:lnSpc>
                <a:spcPct val="90000"/>
              </a:lnSpc>
              <a:spcBef>
                <a:spcPts val="0"/>
              </a:spcBef>
              <a:spcAft>
                <a:spcPts val="0"/>
              </a:spcAft>
              <a:buClr>
                <a:schemeClr val="lt1"/>
              </a:buClr>
              <a:buSzPts val="2400"/>
              <a:buNone/>
              <a:defRPr>
                <a:solidFill>
                  <a:schemeClr val="lt1"/>
                </a:solidFill>
              </a:defRPr>
            </a:lvl4pPr>
            <a:lvl5pPr lvl="4" rtl="0">
              <a:lnSpc>
                <a:spcPct val="90000"/>
              </a:lnSpc>
              <a:spcBef>
                <a:spcPts val="0"/>
              </a:spcBef>
              <a:spcAft>
                <a:spcPts val="0"/>
              </a:spcAft>
              <a:buClr>
                <a:schemeClr val="lt1"/>
              </a:buClr>
              <a:buSzPts val="2400"/>
              <a:buNone/>
              <a:defRPr>
                <a:solidFill>
                  <a:schemeClr val="lt1"/>
                </a:solidFill>
              </a:defRPr>
            </a:lvl5pPr>
            <a:lvl6pPr lvl="5" rtl="0">
              <a:lnSpc>
                <a:spcPct val="90000"/>
              </a:lnSpc>
              <a:spcBef>
                <a:spcPts val="0"/>
              </a:spcBef>
              <a:spcAft>
                <a:spcPts val="0"/>
              </a:spcAft>
              <a:buClr>
                <a:schemeClr val="lt1"/>
              </a:buClr>
              <a:buSzPts val="2400"/>
              <a:buNone/>
              <a:defRPr>
                <a:solidFill>
                  <a:schemeClr val="lt1"/>
                </a:solidFill>
              </a:defRPr>
            </a:lvl6pPr>
            <a:lvl7pPr lvl="6" rtl="0">
              <a:lnSpc>
                <a:spcPct val="90000"/>
              </a:lnSpc>
              <a:spcBef>
                <a:spcPts val="0"/>
              </a:spcBef>
              <a:spcAft>
                <a:spcPts val="0"/>
              </a:spcAft>
              <a:buClr>
                <a:schemeClr val="lt1"/>
              </a:buClr>
              <a:buSzPts val="2400"/>
              <a:buNone/>
              <a:defRPr>
                <a:solidFill>
                  <a:schemeClr val="lt1"/>
                </a:solidFill>
              </a:defRPr>
            </a:lvl7pPr>
            <a:lvl8pPr lvl="7" rtl="0">
              <a:lnSpc>
                <a:spcPct val="90000"/>
              </a:lnSpc>
              <a:spcBef>
                <a:spcPts val="0"/>
              </a:spcBef>
              <a:spcAft>
                <a:spcPts val="0"/>
              </a:spcAft>
              <a:buClr>
                <a:schemeClr val="lt1"/>
              </a:buClr>
              <a:buSzPts val="2400"/>
              <a:buNone/>
              <a:defRPr>
                <a:solidFill>
                  <a:schemeClr val="lt1"/>
                </a:solidFill>
              </a:defRPr>
            </a:lvl8pPr>
            <a:lvl9pPr lvl="8" rtl="0">
              <a:lnSpc>
                <a:spcPct val="90000"/>
              </a:lnSpc>
              <a:spcBef>
                <a:spcPts val="0"/>
              </a:spcBef>
              <a:spcAft>
                <a:spcPts val="0"/>
              </a:spcAft>
              <a:buClr>
                <a:schemeClr val="lt1"/>
              </a:buClr>
              <a:buSzPts val="2400"/>
              <a:buNone/>
              <a:defRPr>
                <a:solidFill>
                  <a:schemeClr val="lt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BLANK_1">
    <p:spTree>
      <p:nvGrpSpPr>
        <p:cNvPr id="617" name="Shape 617"/>
        <p:cNvGrpSpPr/>
        <p:nvPr/>
      </p:nvGrpSpPr>
      <p:grpSpPr>
        <a:xfrm>
          <a:off x="0" y="0"/>
          <a:ext cx="0" cy="0"/>
          <a:chOff x="0" y="0"/>
          <a:chExt cx="0" cy="0"/>
        </a:xfrm>
      </p:grpSpPr>
      <p:sp>
        <p:nvSpPr>
          <p:cNvPr id="618" name="Google Shape;618;p55"/>
          <p:cNvSpPr/>
          <p:nvPr>
            <p:ph idx="2" type="pic"/>
          </p:nvPr>
        </p:nvSpPr>
        <p:spPr>
          <a:xfrm>
            <a:off x="0" y="100"/>
            <a:ext cx="9144000" cy="5143500"/>
          </a:xfrm>
          <a:prstGeom prst="rect">
            <a:avLst/>
          </a:prstGeom>
          <a:noFill/>
          <a:ln>
            <a:noFill/>
          </a:ln>
        </p:spPr>
      </p:sp>
      <p:sp>
        <p:nvSpPr>
          <p:cNvPr id="619" name="Google Shape;619;p55"/>
          <p:cNvSpPr txBox="1"/>
          <p:nvPr>
            <p:ph type="title"/>
          </p:nvPr>
        </p:nvSpPr>
        <p:spPr>
          <a:xfrm>
            <a:off x="1066800" y="1113200"/>
            <a:ext cx="5562600" cy="2921400"/>
          </a:xfrm>
          <a:prstGeom prst="rect">
            <a:avLst/>
          </a:prstGeom>
        </p:spPr>
        <p:txBody>
          <a:bodyPr anchorCtr="0" anchor="b" bIns="0" lIns="0" spcFirstLastPara="1" rIns="0" wrap="square" tIns="0">
            <a:noAutofit/>
          </a:bodyPr>
          <a:lstStyle>
            <a:lvl1pPr lvl="0" rtl="0">
              <a:lnSpc>
                <a:spcPct val="80000"/>
              </a:lnSpc>
              <a:spcBef>
                <a:spcPts val="0"/>
              </a:spcBef>
              <a:spcAft>
                <a:spcPts val="0"/>
              </a:spcAft>
              <a:buClr>
                <a:schemeClr val="lt1"/>
              </a:buClr>
              <a:buSzPts val="6500"/>
              <a:buNone/>
              <a:defRPr sz="6500">
                <a:solidFill>
                  <a:schemeClr val="lt1"/>
                </a:solidFill>
              </a:defRPr>
            </a:lvl1pPr>
            <a:lvl2pPr lvl="1" rtl="0">
              <a:lnSpc>
                <a:spcPct val="80000"/>
              </a:lnSpc>
              <a:spcBef>
                <a:spcPts val="0"/>
              </a:spcBef>
              <a:spcAft>
                <a:spcPts val="0"/>
              </a:spcAft>
              <a:buClr>
                <a:schemeClr val="lt1"/>
              </a:buClr>
              <a:buSzPts val="6500"/>
              <a:buNone/>
              <a:defRPr sz="6500">
                <a:solidFill>
                  <a:schemeClr val="lt1"/>
                </a:solidFill>
              </a:defRPr>
            </a:lvl2pPr>
            <a:lvl3pPr lvl="2" rtl="0">
              <a:lnSpc>
                <a:spcPct val="80000"/>
              </a:lnSpc>
              <a:spcBef>
                <a:spcPts val="0"/>
              </a:spcBef>
              <a:spcAft>
                <a:spcPts val="0"/>
              </a:spcAft>
              <a:buClr>
                <a:schemeClr val="lt1"/>
              </a:buClr>
              <a:buSzPts val="6500"/>
              <a:buNone/>
              <a:defRPr sz="6500">
                <a:solidFill>
                  <a:schemeClr val="lt1"/>
                </a:solidFill>
              </a:defRPr>
            </a:lvl3pPr>
            <a:lvl4pPr lvl="3" rtl="0">
              <a:lnSpc>
                <a:spcPct val="80000"/>
              </a:lnSpc>
              <a:spcBef>
                <a:spcPts val="0"/>
              </a:spcBef>
              <a:spcAft>
                <a:spcPts val="0"/>
              </a:spcAft>
              <a:buClr>
                <a:schemeClr val="lt1"/>
              </a:buClr>
              <a:buSzPts val="6500"/>
              <a:buNone/>
              <a:defRPr sz="6500">
                <a:solidFill>
                  <a:schemeClr val="lt1"/>
                </a:solidFill>
              </a:defRPr>
            </a:lvl4pPr>
            <a:lvl5pPr lvl="4" rtl="0">
              <a:lnSpc>
                <a:spcPct val="80000"/>
              </a:lnSpc>
              <a:spcBef>
                <a:spcPts val="0"/>
              </a:spcBef>
              <a:spcAft>
                <a:spcPts val="0"/>
              </a:spcAft>
              <a:buClr>
                <a:schemeClr val="lt1"/>
              </a:buClr>
              <a:buSzPts val="6500"/>
              <a:buNone/>
              <a:defRPr sz="6500">
                <a:solidFill>
                  <a:schemeClr val="lt1"/>
                </a:solidFill>
              </a:defRPr>
            </a:lvl5pPr>
            <a:lvl6pPr lvl="5" rtl="0">
              <a:lnSpc>
                <a:spcPct val="80000"/>
              </a:lnSpc>
              <a:spcBef>
                <a:spcPts val="0"/>
              </a:spcBef>
              <a:spcAft>
                <a:spcPts val="0"/>
              </a:spcAft>
              <a:buClr>
                <a:schemeClr val="lt1"/>
              </a:buClr>
              <a:buSzPts val="6500"/>
              <a:buNone/>
              <a:defRPr sz="6500">
                <a:solidFill>
                  <a:schemeClr val="lt1"/>
                </a:solidFill>
              </a:defRPr>
            </a:lvl6pPr>
            <a:lvl7pPr lvl="6" rtl="0">
              <a:lnSpc>
                <a:spcPct val="80000"/>
              </a:lnSpc>
              <a:spcBef>
                <a:spcPts val="0"/>
              </a:spcBef>
              <a:spcAft>
                <a:spcPts val="0"/>
              </a:spcAft>
              <a:buClr>
                <a:schemeClr val="lt1"/>
              </a:buClr>
              <a:buSzPts val="6500"/>
              <a:buNone/>
              <a:defRPr sz="6500">
                <a:solidFill>
                  <a:schemeClr val="lt1"/>
                </a:solidFill>
              </a:defRPr>
            </a:lvl7pPr>
            <a:lvl8pPr lvl="7" rtl="0">
              <a:lnSpc>
                <a:spcPct val="80000"/>
              </a:lnSpc>
              <a:spcBef>
                <a:spcPts val="0"/>
              </a:spcBef>
              <a:spcAft>
                <a:spcPts val="0"/>
              </a:spcAft>
              <a:buClr>
                <a:schemeClr val="lt1"/>
              </a:buClr>
              <a:buSzPts val="6500"/>
              <a:buNone/>
              <a:defRPr sz="6500">
                <a:solidFill>
                  <a:schemeClr val="lt1"/>
                </a:solidFill>
              </a:defRPr>
            </a:lvl8pPr>
            <a:lvl9pPr lvl="8" rtl="0">
              <a:lnSpc>
                <a:spcPct val="80000"/>
              </a:lnSpc>
              <a:spcBef>
                <a:spcPts val="0"/>
              </a:spcBef>
              <a:spcAft>
                <a:spcPts val="0"/>
              </a:spcAft>
              <a:buClr>
                <a:schemeClr val="lt1"/>
              </a:buClr>
              <a:buSzPts val="6500"/>
              <a:buNone/>
              <a:defRPr sz="6500">
                <a:solidFill>
                  <a:schemeClr val="lt1"/>
                </a:solidFill>
              </a:defRPr>
            </a:lvl9pPr>
          </a:lstStyle>
          <a:p/>
        </p:txBody>
      </p:sp>
      <p:sp>
        <p:nvSpPr>
          <p:cNvPr id="620" name="Google Shape;620;p55"/>
          <p:cNvSpPr txBox="1"/>
          <p:nvPr>
            <p:ph idx="12" type="sldNum"/>
          </p:nvPr>
        </p:nvSpPr>
        <p:spPr>
          <a:xfrm>
            <a:off x="8556784" y="4749851"/>
            <a:ext cx="548700" cy="393600"/>
          </a:xfrm>
          <a:prstGeom prst="rect">
            <a:avLst/>
          </a:prstGeom>
        </p:spPr>
        <p:txBody>
          <a:bodyPr anchorCtr="0" anchor="t" bIns="0" lIns="0" spcFirstLastPara="1" rIns="0" wrap="square" tIns="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 Image Right 2">
  <p:cSld name="BLANK_1_2_1">
    <p:spTree>
      <p:nvGrpSpPr>
        <p:cNvPr id="621" name="Shape 621"/>
        <p:cNvGrpSpPr/>
        <p:nvPr/>
      </p:nvGrpSpPr>
      <p:grpSpPr>
        <a:xfrm>
          <a:off x="0" y="0"/>
          <a:ext cx="0" cy="0"/>
          <a:chOff x="0" y="0"/>
          <a:chExt cx="0" cy="0"/>
        </a:xfrm>
      </p:grpSpPr>
      <p:sp>
        <p:nvSpPr>
          <p:cNvPr id="622" name="Google Shape;622;p56"/>
          <p:cNvSpPr/>
          <p:nvPr/>
        </p:nvSpPr>
        <p:spPr>
          <a:xfrm>
            <a:off x="0" y="0"/>
            <a:ext cx="9144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6"/>
          <p:cNvSpPr/>
          <p:nvPr>
            <p:ph idx="2" type="pic"/>
          </p:nvPr>
        </p:nvSpPr>
        <p:spPr>
          <a:xfrm>
            <a:off x="4707000" y="342900"/>
            <a:ext cx="4094100" cy="4287300"/>
          </a:xfrm>
          <a:prstGeom prst="roundRect">
            <a:avLst>
              <a:gd fmla="val 8103" name="adj"/>
            </a:avLst>
          </a:prstGeom>
          <a:noFill/>
          <a:ln>
            <a:noFill/>
          </a:ln>
        </p:spPr>
      </p:sp>
      <p:sp>
        <p:nvSpPr>
          <p:cNvPr id="624" name="Google Shape;624;p56"/>
          <p:cNvSpPr txBox="1"/>
          <p:nvPr>
            <p:ph type="title"/>
          </p:nvPr>
        </p:nvSpPr>
        <p:spPr>
          <a:xfrm>
            <a:off x="342900" y="342900"/>
            <a:ext cx="4094100" cy="29190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5200"/>
              <a:buNone/>
              <a:defRPr sz="5200"/>
            </a:lvl1pPr>
            <a:lvl2pPr lvl="1" rtl="0">
              <a:lnSpc>
                <a:spcPct val="80000"/>
              </a:lnSpc>
              <a:spcBef>
                <a:spcPts val="0"/>
              </a:spcBef>
              <a:spcAft>
                <a:spcPts val="0"/>
              </a:spcAft>
              <a:buClr>
                <a:schemeClr val="lt1"/>
              </a:buClr>
              <a:buSzPts val="6500"/>
              <a:buNone/>
              <a:defRPr sz="6500">
                <a:solidFill>
                  <a:schemeClr val="lt1"/>
                </a:solidFill>
              </a:defRPr>
            </a:lvl2pPr>
            <a:lvl3pPr lvl="2" rtl="0">
              <a:lnSpc>
                <a:spcPct val="80000"/>
              </a:lnSpc>
              <a:spcBef>
                <a:spcPts val="0"/>
              </a:spcBef>
              <a:spcAft>
                <a:spcPts val="0"/>
              </a:spcAft>
              <a:buClr>
                <a:schemeClr val="lt1"/>
              </a:buClr>
              <a:buSzPts val="6500"/>
              <a:buNone/>
              <a:defRPr sz="6500">
                <a:solidFill>
                  <a:schemeClr val="lt1"/>
                </a:solidFill>
              </a:defRPr>
            </a:lvl3pPr>
            <a:lvl4pPr lvl="3" rtl="0">
              <a:lnSpc>
                <a:spcPct val="80000"/>
              </a:lnSpc>
              <a:spcBef>
                <a:spcPts val="0"/>
              </a:spcBef>
              <a:spcAft>
                <a:spcPts val="0"/>
              </a:spcAft>
              <a:buClr>
                <a:schemeClr val="lt1"/>
              </a:buClr>
              <a:buSzPts val="6500"/>
              <a:buNone/>
              <a:defRPr sz="6500">
                <a:solidFill>
                  <a:schemeClr val="lt1"/>
                </a:solidFill>
              </a:defRPr>
            </a:lvl4pPr>
            <a:lvl5pPr lvl="4" rtl="0">
              <a:lnSpc>
                <a:spcPct val="80000"/>
              </a:lnSpc>
              <a:spcBef>
                <a:spcPts val="0"/>
              </a:spcBef>
              <a:spcAft>
                <a:spcPts val="0"/>
              </a:spcAft>
              <a:buClr>
                <a:schemeClr val="lt1"/>
              </a:buClr>
              <a:buSzPts val="6500"/>
              <a:buNone/>
              <a:defRPr sz="6500">
                <a:solidFill>
                  <a:schemeClr val="lt1"/>
                </a:solidFill>
              </a:defRPr>
            </a:lvl5pPr>
            <a:lvl6pPr lvl="5" rtl="0">
              <a:lnSpc>
                <a:spcPct val="80000"/>
              </a:lnSpc>
              <a:spcBef>
                <a:spcPts val="0"/>
              </a:spcBef>
              <a:spcAft>
                <a:spcPts val="0"/>
              </a:spcAft>
              <a:buClr>
                <a:schemeClr val="lt1"/>
              </a:buClr>
              <a:buSzPts val="6500"/>
              <a:buNone/>
              <a:defRPr sz="6500">
                <a:solidFill>
                  <a:schemeClr val="lt1"/>
                </a:solidFill>
              </a:defRPr>
            </a:lvl6pPr>
            <a:lvl7pPr lvl="6" rtl="0">
              <a:lnSpc>
                <a:spcPct val="80000"/>
              </a:lnSpc>
              <a:spcBef>
                <a:spcPts val="0"/>
              </a:spcBef>
              <a:spcAft>
                <a:spcPts val="0"/>
              </a:spcAft>
              <a:buClr>
                <a:schemeClr val="lt1"/>
              </a:buClr>
              <a:buSzPts val="6500"/>
              <a:buNone/>
              <a:defRPr sz="6500">
                <a:solidFill>
                  <a:schemeClr val="lt1"/>
                </a:solidFill>
              </a:defRPr>
            </a:lvl7pPr>
            <a:lvl8pPr lvl="7" rtl="0">
              <a:lnSpc>
                <a:spcPct val="80000"/>
              </a:lnSpc>
              <a:spcBef>
                <a:spcPts val="0"/>
              </a:spcBef>
              <a:spcAft>
                <a:spcPts val="0"/>
              </a:spcAft>
              <a:buClr>
                <a:schemeClr val="lt1"/>
              </a:buClr>
              <a:buSzPts val="6500"/>
              <a:buNone/>
              <a:defRPr sz="6500">
                <a:solidFill>
                  <a:schemeClr val="lt1"/>
                </a:solidFill>
              </a:defRPr>
            </a:lvl8pPr>
            <a:lvl9pPr lvl="8" rtl="0">
              <a:lnSpc>
                <a:spcPct val="80000"/>
              </a:lnSpc>
              <a:spcBef>
                <a:spcPts val="0"/>
              </a:spcBef>
              <a:spcAft>
                <a:spcPts val="0"/>
              </a:spcAft>
              <a:buClr>
                <a:schemeClr val="lt1"/>
              </a:buClr>
              <a:buSzPts val="6500"/>
              <a:buNone/>
              <a:defRPr sz="6500">
                <a:solidFill>
                  <a:schemeClr val="lt1"/>
                </a:solidFill>
              </a:defRPr>
            </a:lvl9pPr>
          </a:lstStyle>
          <a:p/>
        </p:txBody>
      </p:sp>
      <p:sp>
        <p:nvSpPr>
          <p:cNvPr id="625" name="Google Shape;625;p56"/>
          <p:cNvSpPr txBox="1"/>
          <p:nvPr>
            <p:ph idx="1" type="subTitle"/>
          </p:nvPr>
        </p:nvSpPr>
        <p:spPr>
          <a:xfrm>
            <a:off x="342900" y="3424100"/>
            <a:ext cx="40941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600"/>
              <a:buFont typeface="DS Indigo SemiBold"/>
              <a:buNone/>
              <a:defRPr>
                <a:latin typeface="DS Indigo SemiBold"/>
                <a:ea typeface="DS Indigo SemiBold"/>
                <a:cs typeface="DS Indigo SemiBold"/>
                <a:sym typeface="DS Indigo SemiBold"/>
              </a:defRPr>
            </a:lvl1pPr>
            <a:lvl2pPr lvl="1"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2pPr>
            <a:lvl3pPr lvl="2"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3pPr>
            <a:lvl4pPr lvl="3"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4pPr>
            <a:lvl5pPr lvl="4"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5pPr>
            <a:lvl6pPr lvl="5"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6pPr>
            <a:lvl7pPr lvl="6"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7pPr>
            <a:lvl8pPr lvl="7"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8pPr>
            <a:lvl9pPr lvl="8" rtl="0">
              <a:lnSpc>
                <a:spcPct val="100000"/>
              </a:lnSpc>
              <a:spcBef>
                <a:spcPts val="0"/>
              </a:spcBef>
              <a:spcAft>
                <a:spcPts val="0"/>
              </a:spcAft>
              <a:buSzPts val="1400"/>
              <a:buFont typeface="DS Indigo SemiBold"/>
              <a:buNone/>
              <a:defRPr sz="1400">
                <a:latin typeface="DS Indigo SemiBold"/>
                <a:ea typeface="DS Indigo SemiBold"/>
                <a:cs typeface="DS Indigo SemiBold"/>
                <a:sym typeface="DS Indigo SemiBold"/>
              </a:defRPr>
            </a:lvl9pPr>
          </a:lstStyle>
          <a:p/>
        </p:txBody>
      </p:sp>
      <p:sp>
        <p:nvSpPr>
          <p:cNvPr id="626" name="Google Shape;626;p56"/>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27" name="Google Shape;627;p56"/>
          <p:cNvGrpSpPr/>
          <p:nvPr/>
        </p:nvGrpSpPr>
        <p:grpSpPr>
          <a:xfrm>
            <a:off x="342902" y="4774371"/>
            <a:ext cx="1014484" cy="202964"/>
            <a:chOff x="238125" y="2139750"/>
            <a:chExt cx="7144250" cy="1437425"/>
          </a:xfrm>
        </p:grpSpPr>
        <p:sp>
          <p:nvSpPr>
            <p:cNvPr id="628" name="Google Shape;628;p56"/>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6"/>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6"/>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6"/>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56"/>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56"/>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6"/>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56"/>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6"/>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56"/>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6"/>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56"/>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6"/>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Image Layout">
  <p:cSld name="BLANK_1_1">
    <p:spTree>
      <p:nvGrpSpPr>
        <p:cNvPr id="641" name="Shape 641"/>
        <p:cNvGrpSpPr/>
        <p:nvPr/>
      </p:nvGrpSpPr>
      <p:grpSpPr>
        <a:xfrm>
          <a:off x="0" y="0"/>
          <a:ext cx="0" cy="0"/>
          <a:chOff x="0" y="0"/>
          <a:chExt cx="0" cy="0"/>
        </a:xfrm>
      </p:grpSpPr>
      <p:sp>
        <p:nvSpPr>
          <p:cNvPr id="642" name="Google Shape;642;p57"/>
          <p:cNvSpPr/>
          <p:nvPr/>
        </p:nvSpPr>
        <p:spPr>
          <a:xfrm>
            <a:off x="3643600" y="4773750"/>
            <a:ext cx="1586700" cy="21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57"/>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44" name="Google Shape;644;p57"/>
          <p:cNvSpPr txBox="1"/>
          <p:nvPr>
            <p:ph type="title"/>
          </p:nvPr>
        </p:nvSpPr>
        <p:spPr>
          <a:xfrm>
            <a:off x="4577550" y="4022650"/>
            <a:ext cx="4094100" cy="510900"/>
          </a:xfrm>
          <a:prstGeom prst="rect">
            <a:avLst/>
          </a:prstGeom>
        </p:spPr>
        <p:txBody>
          <a:bodyPr anchorCtr="0" anchor="t" bIns="0" lIns="0" spcFirstLastPara="1" rIns="0" wrap="square" tIns="0">
            <a:noAutofit/>
          </a:bodyPr>
          <a:lstStyle>
            <a:lvl1pPr lvl="0" rtl="0">
              <a:lnSpc>
                <a:spcPct val="90000"/>
              </a:lnSpc>
              <a:spcBef>
                <a:spcPts val="0"/>
              </a:spcBef>
              <a:spcAft>
                <a:spcPts val="0"/>
              </a:spcAft>
              <a:buSzPts val="1600"/>
              <a:buNone/>
              <a:defRPr sz="1600"/>
            </a:lvl1pPr>
            <a:lvl2pPr lvl="1" rtl="0">
              <a:lnSpc>
                <a:spcPct val="90000"/>
              </a:lnSpc>
              <a:spcBef>
                <a:spcPts val="0"/>
              </a:spcBef>
              <a:spcAft>
                <a:spcPts val="0"/>
              </a:spcAft>
              <a:buSzPts val="2200"/>
              <a:buNone/>
              <a:defRPr sz="2200"/>
            </a:lvl2pPr>
            <a:lvl3pPr lvl="2" rtl="0">
              <a:lnSpc>
                <a:spcPct val="90000"/>
              </a:lnSpc>
              <a:spcBef>
                <a:spcPts val="0"/>
              </a:spcBef>
              <a:spcAft>
                <a:spcPts val="0"/>
              </a:spcAft>
              <a:buSzPts val="2200"/>
              <a:buNone/>
              <a:defRPr sz="2200"/>
            </a:lvl3pPr>
            <a:lvl4pPr lvl="3" rtl="0">
              <a:lnSpc>
                <a:spcPct val="90000"/>
              </a:lnSpc>
              <a:spcBef>
                <a:spcPts val="0"/>
              </a:spcBef>
              <a:spcAft>
                <a:spcPts val="0"/>
              </a:spcAft>
              <a:buSzPts val="2200"/>
              <a:buNone/>
              <a:defRPr sz="2200"/>
            </a:lvl4pPr>
            <a:lvl5pPr lvl="4" rtl="0">
              <a:lnSpc>
                <a:spcPct val="90000"/>
              </a:lnSpc>
              <a:spcBef>
                <a:spcPts val="0"/>
              </a:spcBef>
              <a:spcAft>
                <a:spcPts val="0"/>
              </a:spcAft>
              <a:buSzPts val="2200"/>
              <a:buNone/>
              <a:defRPr sz="2200"/>
            </a:lvl5pPr>
            <a:lvl6pPr lvl="5" rtl="0">
              <a:lnSpc>
                <a:spcPct val="90000"/>
              </a:lnSpc>
              <a:spcBef>
                <a:spcPts val="0"/>
              </a:spcBef>
              <a:spcAft>
                <a:spcPts val="0"/>
              </a:spcAft>
              <a:buSzPts val="2200"/>
              <a:buNone/>
              <a:defRPr sz="2200"/>
            </a:lvl6pPr>
            <a:lvl7pPr lvl="6" rtl="0">
              <a:lnSpc>
                <a:spcPct val="90000"/>
              </a:lnSpc>
              <a:spcBef>
                <a:spcPts val="0"/>
              </a:spcBef>
              <a:spcAft>
                <a:spcPts val="0"/>
              </a:spcAft>
              <a:buSzPts val="2200"/>
              <a:buNone/>
              <a:defRPr sz="2200"/>
            </a:lvl7pPr>
            <a:lvl8pPr lvl="7" rtl="0">
              <a:lnSpc>
                <a:spcPct val="90000"/>
              </a:lnSpc>
              <a:spcBef>
                <a:spcPts val="0"/>
              </a:spcBef>
              <a:spcAft>
                <a:spcPts val="0"/>
              </a:spcAft>
              <a:buSzPts val="2200"/>
              <a:buNone/>
              <a:defRPr sz="2200"/>
            </a:lvl8pPr>
            <a:lvl9pPr lvl="8" rtl="0">
              <a:lnSpc>
                <a:spcPct val="90000"/>
              </a:lnSpc>
              <a:spcBef>
                <a:spcPts val="0"/>
              </a:spcBef>
              <a:spcAft>
                <a:spcPts val="0"/>
              </a:spcAft>
              <a:buSzPts val="2200"/>
              <a:buNone/>
              <a:defRPr sz="2200"/>
            </a:lvl9pPr>
          </a:lstStyle>
          <a:p/>
        </p:txBody>
      </p:sp>
      <p:sp>
        <p:nvSpPr>
          <p:cNvPr id="645" name="Google Shape;645;p57"/>
          <p:cNvSpPr/>
          <p:nvPr>
            <p:ph idx="2" type="pic"/>
          </p:nvPr>
        </p:nvSpPr>
        <p:spPr>
          <a:xfrm>
            <a:off x="4577550" y="-200"/>
            <a:ext cx="4566600" cy="3895500"/>
          </a:xfrm>
          <a:prstGeom prst="round2DiagRect">
            <a:avLst>
              <a:gd fmla="val 49749" name="adj1"/>
              <a:gd fmla="val 0" name="adj2"/>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Alt">
  <p:cSld name="SECTION_HEADER_2_1_1_1_2">
    <p:spTree>
      <p:nvGrpSpPr>
        <p:cNvPr id="646" name="Shape 646"/>
        <p:cNvGrpSpPr/>
        <p:nvPr/>
      </p:nvGrpSpPr>
      <p:grpSpPr>
        <a:xfrm>
          <a:off x="0" y="0"/>
          <a:ext cx="0" cy="0"/>
          <a:chOff x="0" y="0"/>
          <a:chExt cx="0" cy="0"/>
        </a:xfrm>
      </p:grpSpPr>
      <p:sp>
        <p:nvSpPr>
          <p:cNvPr id="647" name="Google Shape;647;p58"/>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48" name="Google Shape;648;p58"/>
          <p:cNvSpPr txBox="1"/>
          <p:nvPr>
            <p:ph type="title"/>
          </p:nvPr>
        </p:nvSpPr>
        <p:spPr>
          <a:xfrm>
            <a:off x="339050" y="863075"/>
            <a:ext cx="8462100" cy="377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9" name="Shape 649"/>
        <p:cNvGrpSpPr/>
        <p:nvPr/>
      </p:nvGrpSpPr>
      <p:grpSpPr>
        <a:xfrm>
          <a:off x="0" y="0"/>
          <a:ext cx="0" cy="0"/>
          <a:chOff x="0" y="0"/>
          <a:chExt cx="0" cy="0"/>
        </a:xfrm>
      </p:grpSpPr>
      <p:sp>
        <p:nvSpPr>
          <p:cNvPr id="650" name="Google Shape;650;p59"/>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1">
  <p:cSld name="SECTION_HEADER_1_2_1_1_1_1_1_1_1">
    <p:spTree>
      <p:nvGrpSpPr>
        <p:cNvPr id="651" name="Shape 651"/>
        <p:cNvGrpSpPr/>
        <p:nvPr/>
      </p:nvGrpSpPr>
      <p:grpSpPr>
        <a:xfrm>
          <a:off x="0" y="0"/>
          <a:ext cx="0" cy="0"/>
          <a:chOff x="0" y="0"/>
          <a:chExt cx="0" cy="0"/>
        </a:xfrm>
      </p:grpSpPr>
      <p:sp>
        <p:nvSpPr>
          <p:cNvPr id="652" name="Google Shape;652;p60"/>
          <p:cNvSpPr/>
          <p:nvPr/>
        </p:nvSpPr>
        <p:spPr>
          <a:xfrm>
            <a:off x="0" y="25"/>
            <a:ext cx="9144000" cy="5143500"/>
          </a:xfrm>
          <a:prstGeom prst="rect">
            <a:avLst/>
          </a:prstGeom>
          <a:gradFill>
            <a:gsLst>
              <a:gs pos="0">
                <a:schemeClr val="accent1"/>
              </a:gs>
              <a:gs pos="100000">
                <a:schemeClr val="accent6"/>
              </a:gs>
            </a:gsLst>
            <a:lin ang="2700006"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pic>
        <p:nvPicPr>
          <p:cNvPr id="653" name="Google Shape;653;p60"/>
          <p:cNvPicPr preferRelativeResize="0"/>
          <p:nvPr/>
        </p:nvPicPr>
        <p:blipFill rotWithShape="1">
          <a:blip r:embed="rId2">
            <a:alphaModFix/>
          </a:blip>
          <a:srcRect b="36420" l="0" r="0" t="7626"/>
          <a:stretch/>
        </p:blipFill>
        <p:spPr>
          <a:xfrm>
            <a:off x="0" y="25"/>
            <a:ext cx="8263301" cy="5143501"/>
          </a:xfrm>
          <a:prstGeom prst="rect">
            <a:avLst/>
          </a:prstGeom>
          <a:noFill/>
          <a:ln>
            <a:noFill/>
          </a:ln>
        </p:spPr>
      </p:pic>
      <p:grpSp>
        <p:nvGrpSpPr>
          <p:cNvPr id="654" name="Google Shape;654;p60"/>
          <p:cNvGrpSpPr/>
          <p:nvPr/>
        </p:nvGrpSpPr>
        <p:grpSpPr>
          <a:xfrm>
            <a:off x="3725564" y="2028741"/>
            <a:ext cx="1483009" cy="1085908"/>
            <a:chOff x="3725564" y="2028741"/>
            <a:chExt cx="1483009" cy="1085908"/>
          </a:xfrm>
        </p:grpSpPr>
        <p:grpSp>
          <p:nvGrpSpPr>
            <p:cNvPr id="655" name="Google Shape;655;p60"/>
            <p:cNvGrpSpPr/>
            <p:nvPr/>
          </p:nvGrpSpPr>
          <p:grpSpPr>
            <a:xfrm>
              <a:off x="4150414" y="2028741"/>
              <a:ext cx="653268" cy="653274"/>
              <a:chOff x="2359900" y="249650"/>
              <a:chExt cx="3077100" cy="3077125"/>
            </a:xfrm>
          </p:grpSpPr>
          <p:sp>
            <p:nvSpPr>
              <p:cNvPr id="656" name="Google Shape;656;p60"/>
              <p:cNvSpPr/>
              <p:nvPr/>
            </p:nvSpPr>
            <p:spPr>
              <a:xfrm>
                <a:off x="2359900" y="1111250"/>
                <a:ext cx="2215525" cy="2215525"/>
              </a:xfrm>
              <a:custGeom>
                <a:rect b="b" l="l" r="r" t="t"/>
                <a:pathLst>
                  <a:path extrusionOk="0" h="88621" w="88621">
                    <a:moveTo>
                      <a:pt x="3077" y="0"/>
                    </a:moveTo>
                    <a:lnTo>
                      <a:pt x="1847" y="154"/>
                    </a:lnTo>
                    <a:lnTo>
                      <a:pt x="154" y="1692"/>
                    </a:lnTo>
                    <a:lnTo>
                      <a:pt x="0" y="2923"/>
                    </a:lnTo>
                    <a:lnTo>
                      <a:pt x="0" y="85543"/>
                    </a:lnTo>
                    <a:lnTo>
                      <a:pt x="154" y="86774"/>
                    </a:lnTo>
                    <a:lnTo>
                      <a:pt x="1847" y="88466"/>
                    </a:lnTo>
                    <a:lnTo>
                      <a:pt x="3077" y="88620"/>
                    </a:lnTo>
                    <a:lnTo>
                      <a:pt x="85697" y="88620"/>
                    </a:lnTo>
                    <a:lnTo>
                      <a:pt x="86928" y="88466"/>
                    </a:lnTo>
                    <a:lnTo>
                      <a:pt x="88467" y="86774"/>
                    </a:lnTo>
                    <a:lnTo>
                      <a:pt x="88621" y="85543"/>
                    </a:lnTo>
                    <a:lnTo>
                      <a:pt x="88621" y="54157"/>
                    </a:lnTo>
                    <a:lnTo>
                      <a:pt x="37541" y="54157"/>
                    </a:lnTo>
                    <a:lnTo>
                      <a:pt x="36310" y="54003"/>
                    </a:lnTo>
                    <a:lnTo>
                      <a:pt x="34618" y="52311"/>
                    </a:lnTo>
                    <a:lnTo>
                      <a:pt x="34464" y="51080"/>
                    </a:lnTo>
                    <a:lnTo>
                      <a:pt x="344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0"/>
              <p:cNvSpPr/>
              <p:nvPr/>
            </p:nvSpPr>
            <p:spPr>
              <a:xfrm>
                <a:off x="3221475" y="249650"/>
                <a:ext cx="2215525" cy="2215525"/>
              </a:xfrm>
              <a:custGeom>
                <a:rect b="b" l="l" r="r" t="t"/>
                <a:pathLst>
                  <a:path extrusionOk="0" h="88621" w="88621">
                    <a:moveTo>
                      <a:pt x="3078" y="1"/>
                    </a:moveTo>
                    <a:lnTo>
                      <a:pt x="1847" y="154"/>
                    </a:lnTo>
                    <a:lnTo>
                      <a:pt x="155" y="1847"/>
                    </a:lnTo>
                    <a:lnTo>
                      <a:pt x="1" y="3078"/>
                    </a:lnTo>
                    <a:lnTo>
                      <a:pt x="1" y="34464"/>
                    </a:lnTo>
                    <a:lnTo>
                      <a:pt x="33387" y="34464"/>
                    </a:lnTo>
                    <a:lnTo>
                      <a:pt x="34772" y="34618"/>
                    </a:lnTo>
                    <a:lnTo>
                      <a:pt x="35849" y="35541"/>
                    </a:lnTo>
                    <a:lnTo>
                      <a:pt x="53081" y="52773"/>
                    </a:lnTo>
                    <a:lnTo>
                      <a:pt x="54004" y="53850"/>
                    </a:lnTo>
                    <a:lnTo>
                      <a:pt x="54158" y="55388"/>
                    </a:lnTo>
                    <a:lnTo>
                      <a:pt x="54158" y="88621"/>
                    </a:lnTo>
                    <a:lnTo>
                      <a:pt x="57696" y="88467"/>
                    </a:lnTo>
                    <a:lnTo>
                      <a:pt x="64466" y="86775"/>
                    </a:lnTo>
                    <a:lnTo>
                      <a:pt x="70620" y="83697"/>
                    </a:lnTo>
                    <a:lnTo>
                      <a:pt x="76159" y="79236"/>
                    </a:lnTo>
                    <a:lnTo>
                      <a:pt x="80774" y="73389"/>
                    </a:lnTo>
                    <a:lnTo>
                      <a:pt x="84621" y="66312"/>
                    </a:lnTo>
                    <a:lnTo>
                      <a:pt x="87236" y="58311"/>
                    </a:lnTo>
                    <a:lnTo>
                      <a:pt x="88467" y="49234"/>
                    </a:lnTo>
                    <a:lnTo>
                      <a:pt x="88621" y="44311"/>
                    </a:lnTo>
                    <a:lnTo>
                      <a:pt x="88467" y="39387"/>
                    </a:lnTo>
                    <a:lnTo>
                      <a:pt x="87082" y="30310"/>
                    </a:lnTo>
                    <a:lnTo>
                      <a:pt x="84159" y="22309"/>
                    </a:lnTo>
                    <a:lnTo>
                      <a:pt x="80005" y="15232"/>
                    </a:lnTo>
                    <a:lnTo>
                      <a:pt x="74774" y="9386"/>
                    </a:lnTo>
                    <a:lnTo>
                      <a:pt x="68466" y="4924"/>
                    </a:lnTo>
                    <a:lnTo>
                      <a:pt x="61389" y="1693"/>
                    </a:lnTo>
                    <a:lnTo>
                      <a:pt x="53696" y="154"/>
                    </a:lnTo>
                    <a:lnTo>
                      <a:pt x="4969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 name="Google Shape;658;p60"/>
            <p:cNvGrpSpPr/>
            <p:nvPr/>
          </p:nvGrpSpPr>
          <p:grpSpPr>
            <a:xfrm>
              <a:off x="3725564" y="2753888"/>
              <a:ext cx="1483009" cy="360761"/>
              <a:chOff x="3725564" y="2753888"/>
              <a:chExt cx="1483009" cy="360761"/>
            </a:xfrm>
          </p:grpSpPr>
          <p:grpSp>
            <p:nvGrpSpPr>
              <p:cNvPr id="659" name="Google Shape;659;p60"/>
              <p:cNvGrpSpPr/>
              <p:nvPr/>
            </p:nvGrpSpPr>
            <p:grpSpPr>
              <a:xfrm>
                <a:off x="3725564" y="2753888"/>
                <a:ext cx="1422389" cy="360761"/>
                <a:chOff x="1653625" y="2170700"/>
                <a:chExt cx="5545375" cy="1406475"/>
              </a:xfrm>
            </p:grpSpPr>
            <p:sp>
              <p:nvSpPr>
                <p:cNvPr id="660" name="Google Shape;660;p60"/>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0"/>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0"/>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0"/>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0"/>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0"/>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0"/>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60"/>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60"/>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9" name="Google Shape;669;p60"/>
              <p:cNvSpPr/>
              <p:nvPr/>
            </p:nvSpPr>
            <p:spPr>
              <a:xfrm>
                <a:off x="5168367" y="3011750"/>
                <a:ext cx="40206" cy="20829"/>
              </a:xfrm>
              <a:custGeom>
                <a:rect b="b" l="l" r="r" t="t"/>
                <a:pathLst>
                  <a:path extrusionOk="0" h="2496" w="4818">
                    <a:moveTo>
                      <a:pt x="1" y="0"/>
                    </a:moveTo>
                    <a:lnTo>
                      <a:pt x="1" y="349"/>
                    </a:lnTo>
                    <a:lnTo>
                      <a:pt x="813" y="349"/>
                    </a:lnTo>
                    <a:lnTo>
                      <a:pt x="813" y="2496"/>
                    </a:lnTo>
                    <a:lnTo>
                      <a:pt x="1219" y="2496"/>
                    </a:lnTo>
                    <a:lnTo>
                      <a:pt x="1219" y="349"/>
                    </a:lnTo>
                    <a:lnTo>
                      <a:pt x="2032" y="349"/>
                    </a:lnTo>
                    <a:lnTo>
                      <a:pt x="2032" y="0"/>
                    </a:lnTo>
                    <a:close/>
                    <a:moveTo>
                      <a:pt x="2264" y="0"/>
                    </a:moveTo>
                    <a:lnTo>
                      <a:pt x="2264" y="2496"/>
                    </a:lnTo>
                    <a:lnTo>
                      <a:pt x="2670" y="2496"/>
                    </a:lnTo>
                    <a:lnTo>
                      <a:pt x="2670" y="581"/>
                    </a:lnTo>
                    <a:lnTo>
                      <a:pt x="3425" y="2031"/>
                    </a:lnTo>
                    <a:lnTo>
                      <a:pt x="3657" y="2031"/>
                    </a:lnTo>
                    <a:lnTo>
                      <a:pt x="4411" y="523"/>
                    </a:lnTo>
                    <a:lnTo>
                      <a:pt x="4411" y="2496"/>
                    </a:lnTo>
                    <a:lnTo>
                      <a:pt x="4817" y="2496"/>
                    </a:lnTo>
                    <a:lnTo>
                      <a:pt x="4817" y="0"/>
                    </a:lnTo>
                    <a:lnTo>
                      <a:pt x="4295" y="0"/>
                    </a:lnTo>
                    <a:lnTo>
                      <a:pt x="3541" y="1451"/>
                    </a:lnTo>
                    <a:lnTo>
                      <a:pt x="278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2">
  <p:cSld name="SECTION_HEADER_1_2_1_1_1_1">
    <p:spTree>
      <p:nvGrpSpPr>
        <p:cNvPr id="670" name="Shape 670"/>
        <p:cNvGrpSpPr/>
        <p:nvPr/>
      </p:nvGrpSpPr>
      <p:grpSpPr>
        <a:xfrm>
          <a:off x="0" y="0"/>
          <a:ext cx="0" cy="0"/>
          <a:chOff x="0" y="0"/>
          <a:chExt cx="0" cy="0"/>
        </a:xfrm>
      </p:grpSpPr>
      <p:sp>
        <p:nvSpPr>
          <p:cNvPr id="671" name="Google Shape;671;p61"/>
          <p:cNvSpPr/>
          <p:nvPr/>
        </p:nvSpPr>
        <p:spPr>
          <a:xfrm>
            <a:off x="0" y="4769550"/>
            <a:ext cx="9144000" cy="368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1"/>
          <p:cNvSpPr/>
          <p:nvPr/>
        </p:nvSpPr>
        <p:spPr>
          <a:xfrm>
            <a:off x="0" y="0"/>
            <a:ext cx="1883100" cy="59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1"/>
          <p:cNvSpPr/>
          <p:nvPr/>
        </p:nvSpPr>
        <p:spPr>
          <a:xfrm>
            <a:off x="0" y="25"/>
            <a:ext cx="9144000" cy="5143500"/>
          </a:xfrm>
          <a:prstGeom prst="rect">
            <a:avLst/>
          </a:prstGeom>
          <a:gradFill>
            <a:gsLst>
              <a:gs pos="0">
                <a:srgbClr val="3F0A9B"/>
              </a:gs>
              <a:gs pos="100000">
                <a:srgbClr val="0E041F"/>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grpSp>
        <p:nvGrpSpPr>
          <p:cNvPr id="674" name="Google Shape;674;p61"/>
          <p:cNvGrpSpPr/>
          <p:nvPr/>
        </p:nvGrpSpPr>
        <p:grpSpPr>
          <a:xfrm>
            <a:off x="-1829450" y="-1737900"/>
            <a:ext cx="11898174" cy="11653458"/>
            <a:chOff x="-1829450" y="-1737900"/>
            <a:chExt cx="11898174" cy="11653458"/>
          </a:xfrm>
        </p:grpSpPr>
        <p:sp>
          <p:nvSpPr>
            <p:cNvPr id="675" name="Google Shape;675;p61"/>
            <p:cNvSpPr/>
            <p:nvPr/>
          </p:nvSpPr>
          <p:spPr>
            <a:xfrm>
              <a:off x="-1119625" y="-1737900"/>
              <a:ext cx="4244400" cy="4244400"/>
            </a:xfrm>
            <a:prstGeom prst="ellipse">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76" name="Google Shape;676;p61"/>
            <p:cNvSpPr/>
            <p:nvPr/>
          </p:nvSpPr>
          <p:spPr>
            <a:xfrm rot="10800000">
              <a:off x="6442650" y="-1043175"/>
              <a:ext cx="3269100" cy="3392400"/>
            </a:xfrm>
            <a:prstGeom prst="snip1Rect">
              <a:avLst>
                <a:gd fmla="val 40871" name="adj"/>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77" name="Google Shape;677;p61"/>
            <p:cNvSpPr/>
            <p:nvPr/>
          </p:nvSpPr>
          <p:spPr>
            <a:xfrm rot="-1358181">
              <a:off x="-418181" y="3021996"/>
              <a:ext cx="9867208" cy="5194823"/>
            </a:xfrm>
            <a:prstGeom prst="round2SameRect">
              <a:avLst>
                <a:gd fmla="val 13137" name="adj1"/>
                <a:gd fmla="val 0" name="adj2"/>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78" name="Google Shape;678;p61"/>
            <p:cNvSpPr/>
            <p:nvPr/>
          </p:nvSpPr>
          <p:spPr>
            <a:xfrm>
              <a:off x="-1829450" y="1629975"/>
              <a:ext cx="3151200" cy="5631900"/>
            </a:xfrm>
            <a:prstGeom prst="roundRect">
              <a:avLst>
                <a:gd fmla="val 50000" name="adj"/>
              </a:avLst>
            </a:prstGeom>
            <a:noFill/>
            <a:ln cap="flat" cmpd="sng" w="762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grpSp>
      <p:sp>
        <p:nvSpPr>
          <p:cNvPr id="679" name="Google Shape;679;p61"/>
          <p:cNvSpPr/>
          <p:nvPr/>
        </p:nvSpPr>
        <p:spPr>
          <a:xfrm>
            <a:off x="9145300" y="-3218100"/>
            <a:ext cx="3218100" cy="13143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80" name="Google Shape;680;p61"/>
          <p:cNvSpPr/>
          <p:nvPr/>
        </p:nvSpPr>
        <p:spPr>
          <a:xfrm>
            <a:off x="-3219400" y="-3218100"/>
            <a:ext cx="3218100" cy="131433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81" name="Google Shape;681;p61"/>
          <p:cNvSpPr/>
          <p:nvPr/>
        </p:nvSpPr>
        <p:spPr>
          <a:xfrm rot="-5400000">
            <a:off x="2656438" y="-6868950"/>
            <a:ext cx="32181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682" name="Google Shape;682;p61"/>
          <p:cNvSpPr/>
          <p:nvPr/>
        </p:nvSpPr>
        <p:spPr>
          <a:xfrm rot="-5400000">
            <a:off x="1874800" y="2274450"/>
            <a:ext cx="4781400" cy="10519800"/>
          </a:xfrm>
          <a:prstGeom prst="rect">
            <a:avLst/>
          </a:prstGeom>
          <a:solidFill>
            <a:srgbClr val="F9FA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grpSp>
        <p:nvGrpSpPr>
          <p:cNvPr id="683" name="Google Shape;683;p61"/>
          <p:cNvGrpSpPr/>
          <p:nvPr/>
        </p:nvGrpSpPr>
        <p:grpSpPr>
          <a:xfrm>
            <a:off x="3283954" y="2322906"/>
            <a:ext cx="2436688" cy="491546"/>
            <a:chOff x="248275" y="1995000"/>
            <a:chExt cx="7299844" cy="1472575"/>
          </a:xfrm>
        </p:grpSpPr>
        <p:sp>
          <p:nvSpPr>
            <p:cNvPr id="684" name="Google Shape;684;p61"/>
            <p:cNvSpPr/>
            <p:nvPr/>
          </p:nvSpPr>
          <p:spPr>
            <a:xfrm>
              <a:off x="6717400" y="2364950"/>
              <a:ext cx="664475" cy="779100"/>
            </a:xfrm>
            <a:custGeom>
              <a:rect b="b" l="l" r="r" t="t"/>
              <a:pathLst>
                <a:path extrusionOk="0" h="31164" w="26579">
                  <a:moveTo>
                    <a:pt x="16249" y="0"/>
                  </a:moveTo>
                  <a:lnTo>
                    <a:pt x="14799" y="116"/>
                  </a:lnTo>
                  <a:lnTo>
                    <a:pt x="12187" y="697"/>
                  </a:lnTo>
                  <a:lnTo>
                    <a:pt x="9924" y="1799"/>
                  </a:lnTo>
                  <a:lnTo>
                    <a:pt x="7835" y="3250"/>
                  </a:lnTo>
                  <a:lnTo>
                    <a:pt x="6848" y="4004"/>
                  </a:lnTo>
                  <a:lnTo>
                    <a:pt x="6674" y="4062"/>
                  </a:lnTo>
                  <a:lnTo>
                    <a:pt x="6442" y="3946"/>
                  </a:lnTo>
                  <a:lnTo>
                    <a:pt x="6384" y="3772"/>
                  </a:lnTo>
                  <a:lnTo>
                    <a:pt x="6326" y="2263"/>
                  </a:lnTo>
                  <a:lnTo>
                    <a:pt x="6210" y="639"/>
                  </a:lnTo>
                  <a:lnTo>
                    <a:pt x="0" y="639"/>
                  </a:lnTo>
                  <a:lnTo>
                    <a:pt x="0" y="31163"/>
                  </a:lnTo>
                  <a:lnTo>
                    <a:pt x="7022" y="31163"/>
                  </a:lnTo>
                  <a:lnTo>
                    <a:pt x="7022" y="19209"/>
                  </a:lnTo>
                  <a:lnTo>
                    <a:pt x="7022" y="15088"/>
                  </a:lnTo>
                  <a:lnTo>
                    <a:pt x="7254" y="13290"/>
                  </a:lnTo>
                  <a:lnTo>
                    <a:pt x="7544" y="11723"/>
                  </a:lnTo>
                  <a:lnTo>
                    <a:pt x="8705" y="9169"/>
                  </a:lnTo>
                  <a:lnTo>
                    <a:pt x="10446" y="7428"/>
                  </a:lnTo>
                  <a:lnTo>
                    <a:pt x="12651" y="6500"/>
                  </a:lnTo>
                  <a:lnTo>
                    <a:pt x="13986" y="6384"/>
                  </a:lnTo>
                  <a:lnTo>
                    <a:pt x="15321" y="6500"/>
                  </a:lnTo>
                  <a:lnTo>
                    <a:pt x="17410" y="7370"/>
                  </a:lnTo>
                  <a:lnTo>
                    <a:pt x="18803" y="9111"/>
                  </a:lnTo>
                  <a:lnTo>
                    <a:pt x="19499" y="11665"/>
                  </a:lnTo>
                  <a:lnTo>
                    <a:pt x="19557" y="13231"/>
                  </a:lnTo>
                  <a:lnTo>
                    <a:pt x="19557" y="31163"/>
                  </a:lnTo>
                  <a:lnTo>
                    <a:pt x="26579" y="31163"/>
                  </a:lnTo>
                  <a:lnTo>
                    <a:pt x="26579" y="11955"/>
                  </a:lnTo>
                  <a:lnTo>
                    <a:pt x="26579" y="10562"/>
                  </a:lnTo>
                  <a:lnTo>
                    <a:pt x="26231" y="8067"/>
                  </a:lnTo>
                  <a:lnTo>
                    <a:pt x="25534" y="5861"/>
                  </a:lnTo>
                  <a:lnTo>
                    <a:pt x="24490" y="4004"/>
                  </a:lnTo>
                  <a:lnTo>
                    <a:pt x="23155" y="2438"/>
                  </a:lnTo>
                  <a:lnTo>
                    <a:pt x="21530" y="1277"/>
                  </a:lnTo>
                  <a:lnTo>
                    <a:pt x="19615" y="464"/>
                  </a:lnTo>
                  <a:lnTo>
                    <a:pt x="17468" y="58"/>
                  </a:lnTo>
                  <a:lnTo>
                    <a:pt x="162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1"/>
            <p:cNvSpPr/>
            <p:nvPr/>
          </p:nvSpPr>
          <p:spPr>
            <a:xfrm>
              <a:off x="5848375" y="2366400"/>
              <a:ext cx="741375" cy="1101175"/>
            </a:xfrm>
            <a:custGeom>
              <a:rect b="b" l="l" r="r" t="t"/>
              <a:pathLst>
                <a:path extrusionOk="0" h="44047" w="29655">
                  <a:moveTo>
                    <a:pt x="14856" y="6326"/>
                  </a:moveTo>
                  <a:lnTo>
                    <a:pt x="15669" y="6384"/>
                  </a:lnTo>
                  <a:lnTo>
                    <a:pt x="17236" y="6732"/>
                  </a:lnTo>
                  <a:lnTo>
                    <a:pt x="18686" y="7370"/>
                  </a:lnTo>
                  <a:lnTo>
                    <a:pt x="19905" y="8357"/>
                  </a:lnTo>
                  <a:lnTo>
                    <a:pt x="20950" y="9576"/>
                  </a:lnTo>
                  <a:lnTo>
                    <a:pt x="21762" y="11026"/>
                  </a:lnTo>
                  <a:lnTo>
                    <a:pt x="22284" y="12709"/>
                  </a:lnTo>
                  <a:lnTo>
                    <a:pt x="22575" y="14566"/>
                  </a:lnTo>
                  <a:lnTo>
                    <a:pt x="22633" y="15611"/>
                  </a:lnTo>
                  <a:lnTo>
                    <a:pt x="22575" y="16597"/>
                  </a:lnTo>
                  <a:lnTo>
                    <a:pt x="22284" y="18454"/>
                  </a:lnTo>
                  <a:lnTo>
                    <a:pt x="21762" y="20195"/>
                  </a:lnTo>
                  <a:lnTo>
                    <a:pt x="20950" y="21646"/>
                  </a:lnTo>
                  <a:lnTo>
                    <a:pt x="19905" y="22923"/>
                  </a:lnTo>
                  <a:lnTo>
                    <a:pt x="18686" y="23909"/>
                  </a:lnTo>
                  <a:lnTo>
                    <a:pt x="17236" y="24548"/>
                  </a:lnTo>
                  <a:lnTo>
                    <a:pt x="15669" y="24896"/>
                  </a:lnTo>
                  <a:lnTo>
                    <a:pt x="14856" y="24954"/>
                  </a:lnTo>
                  <a:lnTo>
                    <a:pt x="13986" y="24896"/>
                  </a:lnTo>
                  <a:lnTo>
                    <a:pt x="12419" y="24548"/>
                  </a:lnTo>
                  <a:lnTo>
                    <a:pt x="11026" y="23909"/>
                  </a:lnTo>
                  <a:lnTo>
                    <a:pt x="9749" y="22923"/>
                  </a:lnTo>
                  <a:lnTo>
                    <a:pt x="8763" y="21646"/>
                  </a:lnTo>
                  <a:lnTo>
                    <a:pt x="7950" y="20195"/>
                  </a:lnTo>
                  <a:lnTo>
                    <a:pt x="7370" y="18454"/>
                  </a:lnTo>
                  <a:lnTo>
                    <a:pt x="7080" y="16597"/>
                  </a:lnTo>
                  <a:lnTo>
                    <a:pt x="7080" y="15611"/>
                  </a:lnTo>
                  <a:lnTo>
                    <a:pt x="7080" y="14566"/>
                  </a:lnTo>
                  <a:lnTo>
                    <a:pt x="7370" y="12709"/>
                  </a:lnTo>
                  <a:lnTo>
                    <a:pt x="7950" y="11026"/>
                  </a:lnTo>
                  <a:lnTo>
                    <a:pt x="8763" y="9576"/>
                  </a:lnTo>
                  <a:lnTo>
                    <a:pt x="9749" y="8357"/>
                  </a:lnTo>
                  <a:lnTo>
                    <a:pt x="11026" y="7370"/>
                  </a:lnTo>
                  <a:lnTo>
                    <a:pt x="12419" y="6732"/>
                  </a:lnTo>
                  <a:lnTo>
                    <a:pt x="13986" y="6384"/>
                  </a:lnTo>
                  <a:lnTo>
                    <a:pt x="14856" y="6326"/>
                  </a:lnTo>
                  <a:close/>
                  <a:moveTo>
                    <a:pt x="13289" y="0"/>
                  </a:moveTo>
                  <a:lnTo>
                    <a:pt x="11897" y="58"/>
                  </a:lnTo>
                  <a:lnTo>
                    <a:pt x="9227" y="639"/>
                  </a:lnTo>
                  <a:lnTo>
                    <a:pt x="6790" y="1741"/>
                  </a:lnTo>
                  <a:lnTo>
                    <a:pt x="4701" y="3424"/>
                  </a:lnTo>
                  <a:lnTo>
                    <a:pt x="2902" y="5513"/>
                  </a:lnTo>
                  <a:lnTo>
                    <a:pt x="1509" y="7951"/>
                  </a:lnTo>
                  <a:lnTo>
                    <a:pt x="580" y="10794"/>
                  </a:lnTo>
                  <a:lnTo>
                    <a:pt x="58" y="13928"/>
                  </a:lnTo>
                  <a:lnTo>
                    <a:pt x="0" y="15611"/>
                  </a:lnTo>
                  <a:lnTo>
                    <a:pt x="58" y="17294"/>
                  </a:lnTo>
                  <a:lnTo>
                    <a:pt x="522" y="20427"/>
                  </a:lnTo>
                  <a:lnTo>
                    <a:pt x="1509" y="23271"/>
                  </a:lnTo>
                  <a:lnTo>
                    <a:pt x="2902" y="25766"/>
                  </a:lnTo>
                  <a:lnTo>
                    <a:pt x="4643" y="27855"/>
                  </a:lnTo>
                  <a:lnTo>
                    <a:pt x="6790" y="29538"/>
                  </a:lnTo>
                  <a:lnTo>
                    <a:pt x="9169" y="30699"/>
                  </a:lnTo>
                  <a:lnTo>
                    <a:pt x="11897" y="31279"/>
                  </a:lnTo>
                  <a:lnTo>
                    <a:pt x="13289" y="31337"/>
                  </a:lnTo>
                  <a:lnTo>
                    <a:pt x="15146" y="31221"/>
                  </a:lnTo>
                  <a:lnTo>
                    <a:pt x="18280" y="30235"/>
                  </a:lnTo>
                  <a:lnTo>
                    <a:pt x="20543" y="28842"/>
                  </a:lnTo>
                  <a:lnTo>
                    <a:pt x="21878" y="27623"/>
                  </a:lnTo>
                  <a:lnTo>
                    <a:pt x="22168" y="27217"/>
                  </a:lnTo>
                  <a:lnTo>
                    <a:pt x="22342" y="27101"/>
                  </a:lnTo>
                  <a:lnTo>
                    <a:pt x="22633" y="27217"/>
                  </a:lnTo>
                  <a:lnTo>
                    <a:pt x="22691" y="27391"/>
                  </a:lnTo>
                  <a:lnTo>
                    <a:pt x="22633" y="28262"/>
                  </a:lnTo>
                  <a:lnTo>
                    <a:pt x="22168" y="31105"/>
                  </a:lnTo>
                  <a:lnTo>
                    <a:pt x="21704" y="32672"/>
                  </a:lnTo>
                  <a:lnTo>
                    <a:pt x="21298" y="33601"/>
                  </a:lnTo>
                  <a:lnTo>
                    <a:pt x="20079" y="35284"/>
                  </a:lnTo>
                  <a:lnTo>
                    <a:pt x="18222" y="36618"/>
                  </a:lnTo>
                  <a:lnTo>
                    <a:pt x="15669" y="37373"/>
                  </a:lnTo>
                  <a:lnTo>
                    <a:pt x="14102" y="37489"/>
                  </a:lnTo>
                  <a:lnTo>
                    <a:pt x="12767" y="37431"/>
                  </a:lnTo>
                  <a:lnTo>
                    <a:pt x="10156" y="36908"/>
                  </a:lnTo>
                  <a:lnTo>
                    <a:pt x="7718" y="35806"/>
                  </a:lnTo>
                  <a:lnTo>
                    <a:pt x="5339" y="34181"/>
                  </a:lnTo>
                  <a:lnTo>
                    <a:pt x="4178" y="33078"/>
                  </a:lnTo>
                  <a:lnTo>
                    <a:pt x="522" y="38127"/>
                  </a:lnTo>
                  <a:lnTo>
                    <a:pt x="1857" y="39520"/>
                  </a:lnTo>
                  <a:lnTo>
                    <a:pt x="5049" y="41667"/>
                  </a:lnTo>
                  <a:lnTo>
                    <a:pt x="8705" y="43176"/>
                  </a:lnTo>
                  <a:lnTo>
                    <a:pt x="12767" y="43988"/>
                  </a:lnTo>
                  <a:lnTo>
                    <a:pt x="14914" y="44046"/>
                  </a:lnTo>
                  <a:lnTo>
                    <a:pt x="16597" y="43988"/>
                  </a:lnTo>
                  <a:lnTo>
                    <a:pt x="19673" y="43408"/>
                  </a:lnTo>
                  <a:lnTo>
                    <a:pt x="22400" y="42305"/>
                  </a:lnTo>
                  <a:lnTo>
                    <a:pt x="24722" y="40622"/>
                  </a:lnTo>
                  <a:lnTo>
                    <a:pt x="26637" y="38475"/>
                  </a:lnTo>
                  <a:lnTo>
                    <a:pt x="28088" y="35864"/>
                  </a:lnTo>
                  <a:lnTo>
                    <a:pt x="29132" y="32788"/>
                  </a:lnTo>
                  <a:lnTo>
                    <a:pt x="29596" y="29306"/>
                  </a:lnTo>
                  <a:lnTo>
                    <a:pt x="29654" y="27391"/>
                  </a:lnTo>
                  <a:lnTo>
                    <a:pt x="29654" y="581"/>
                  </a:lnTo>
                  <a:lnTo>
                    <a:pt x="23329" y="581"/>
                  </a:lnTo>
                  <a:lnTo>
                    <a:pt x="23097" y="4062"/>
                  </a:lnTo>
                  <a:lnTo>
                    <a:pt x="23039" y="4237"/>
                  </a:lnTo>
                  <a:lnTo>
                    <a:pt x="22807" y="4353"/>
                  </a:lnTo>
                  <a:lnTo>
                    <a:pt x="22633" y="4237"/>
                  </a:lnTo>
                  <a:lnTo>
                    <a:pt x="21762" y="3308"/>
                  </a:lnTo>
                  <a:lnTo>
                    <a:pt x="18454" y="1103"/>
                  </a:lnTo>
                  <a:lnTo>
                    <a:pt x="16075" y="290"/>
                  </a:lnTo>
                  <a:lnTo>
                    <a:pt x="1427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1"/>
            <p:cNvSpPr/>
            <p:nvPr/>
          </p:nvSpPr>
          <p:spPr>
            <a:xfrm>
              <a:off x="4842950" y="2366400"/>
              <a:ext cx="638375" cy="792150"/>
            </a:xfrm>
            <a:custGeom>
              <a:rect b="b" l="l" r="r" t="t"/>
              <a:pathLst>
                <a:path extrusionOk="0" h="31686" w="25535">
                  <a:moveTo>
                    <a:pt x="11259" y="0"/>
                  </a:moveTo>
                  <a:lnTo>
                    <a:pt x="8996" y="348"/>
                  </a:lnTo>
                  <a:lnTo>
                    <a:pt x="6965" y="1045"/>
                  </a:lnTo>
                  <a:lnTo>
                    <a:pt x="5224" y="1973"/>
                  </a:lnTo>
                  <a:lnTo>
                    <a:pt x="3773" y="3250"/>
                  </a:lnTo>
                  <a:lnTo>
                    <a:pt x="2612" y="4701"/>
                  </a:lnTo>
                  <a:lnTo>
                    <a:pt x="1858" y="6384"/>
                  </a:lnTo>
                  <a:lnTo>
                    <a:pt x="1394" y="8299"/>
                  </a:lnTo>
                  <a:lnTo>
                    <a:pt x="1394" y="9343"/>
                  </a:lnTo>
                  <a:lnTo>
                    <a:pt x="1452" y="10562"/>
                  </a:lnTo>
                  <a:lnTo>
                    <a:pt x="1974" y="12593"/>
                  </a:lnTo>
                  <a:lnTo>
                    <a:pt x="3019" y="14218"/>
                  </a:lnTo>
                  <a:lnTo>
                    <a:pt x="4411" y="15553"/>
                  </a:lnTo>
                  <a:lnTo>
                    <a:pt x="6965" y="17004"/>
                  </a:lnTo>
                  <a:lnTo>
                    <a:pt x="10795" y="18222"/>
                  </a:lnTo>
                  <a:lnTo>
                    <a:pt x="12710" y="18628"/>
                  </a:lnTo>
                  <a:lnTo>
                    <a:pt x="15147" y="19151"/>
                  </a:lnTo>
                  <a:lnTo>
                    <a:pt x="17875" y="20253"/>
                  </a:lnTo>
                  <a:lnTo>
                    <a:pt x="18687" y="21066"/>
                  </a:lnTo>
                  <a:lnTo>
                    <a:pt x="18919" y="21820"/>
                  </a:lnTo>
                  <a:lnTo>
                    <a:pt x="18977" y="22226"/>
                  </a:lnTo>
                  <a:lnTo>
                    <a:pt x="18861" y="22981"/>
                  </a:lnTo>
                  <a:lnTo>
                    <a:pt x="18165" y="24258"/>
                  </a:lnTo>
                  <a:lnTo>
                    <a:pt x="16714" y="25244"/>
                  </a:lnTo>
                  <a:lnTo>
                    <a:pt x="14567" y="25766"/>
                  </a:lnTo>
                  <a:lnTo>
                    <a:pt x="13290" y="25824"/>
                  </a:lnTo>
                  <a:lnTo>
                    <a:pt x="11433" y="25708"/>
                  </a:lnTo>
                  <a:lnTo>
                    <a:pt x="8125" y="24838"/>
                  </a:lnTo>
                  <a:lnTo>
                    <a:pt x="5398" y="23329"/>
                  </a:lnTo>
                  <a:lnTo>
                    <a:pt x="3193" y="21704"/>
                  </a:lnTo>
                  <a:lnTo>
                    <a:pt x="2322" y="20892"/>
                  </a:lnTo>
                  <a:lnTo>
                    <a:pt x="1" y="26405"/>
                  </a:lnTo>
                  <a:lnTo>
                    <a:pt x="1161" y="27565"/>
                  </a:lnTo>
                  <a:lnTo>
                    <a:pt x="4063" y="29480"/>
                  </a:lnTo>
                  <a:lnTo>
                    <a:pt x="7545" y="30873"/>
                  </a:lnTo>
                  <a:lnTo>
                    <a:pt x="11433" y="31628"/>
                  </a:lnTo>
                  <a:lnTo>
                    <a:pt x="13522" y="31686"/>
                  </a:lnTo>
                  <a:lnTo>
                    <a:pt x="14857" y="31686"/>
                  </a:lnTo>
                  <a:lnTo>
                    <a:pt x="17294" y="31337"/>
                  </a:lnTo>
                  <a:lnTo>
                    <a:pt x="19500" y="30641"/>
                  </a:lnTo>
                  <a:lnTo>
                    <a:pt x="21357" y="29654"/>
                  </a:lnTo>
                  <a:lnTo>
                    <a:pt x="22924" y="28378"/>
                  </a:lnTo>
                  <a:lnTo>
                    <a:pt x="24200" y="26869"/>
                  </a:lnTo>
                  <a:lnTo>
                    <a:pt x="25013" y="25070"/>
                  </a:lnTo>
                  <a:lnTo>
                    <a:pt x="25477" y="23097"/>
                  </a:lnTo>
                  <a:lnTo>
                    <a:pt x="25535" y="22052"/>
                  </a:lnTo>
                  <a:lnTo>
                    <a:pt x="25477" y="20892"/>
                  </a:lnTo>
                  <a:lnTo>
                    <a:pt x="24955" y="18919"/>
                  </a:lnTo>
                  <a:lnTo>
                    <a:pt x="24026" y="17294"/>
                  </a:lnTo>
                  <a:lnTo>
                    <a:pt x="22691" y="16017"/>
                  </a:lnTo>
                  <a:lnTo>
                    <a:pt x="20138" y="14508"/>
                  </a:lnTo>
                  <a:lnTo>
                    <a:pt x="15902" y="13173"/>
                  </a:lnTo>
                  <a:lnTo>
                    <a:pt x="13638" y="12709"/>
                  </a:lnTo>
                  <a:lnTo>
                    <a:pt x="11723" y="12303"/>
                  </a:lnTo>
                  <a:lnTo>
                    <a:pt x="9054" y="11142"/>
                  </a:lnTo>
                  <a:lnTo>
                    <a:pt x="8241" y="10214"/>
                  </a:lnTo>
                  <a:lnTo>
                    <a:pt x="7951" y="9459"/>
                  </a:lnTo>
                  <a:lnTo>
                    <a:pt x="7951" y="8995"/>
                  </a:lnTo>
                  <a:lnTo>
                    <a:pt x="8009" y="8299"/>
                  </a:lnTo>
                  <a:lnTo>
                    <a:pt x="8532" y="7196"/>
                  </a:lnTo>
                  <a:lnTo>
                    <a:pt x="9692" y="6384"/>
                  </a:lnTo>
                  <a:lnTo>
                    <a:pt x="11375" y="5920"/>
                  </a:lnTo>
                  <a:lnTo>
                    <a:pt x="12478" y="5861"/>
                  </a:lnTo>
                  <a:lnTo>
                    <a:pt x="13638" y="5920"/>
                  </a:lnTo>
                  <a:lnTo>
                    <a:pt x="15902" y="6326"/>
                  </a:lnTo>
                  <a:lnTo>
                    <a:pt x="18223" y="7196"/>
                  </a:lnTo>
                  <a:lnTo>
                    <a:pt x="20428" y="8531"/>
                  </a:lnTo>
                  <a:lnTo>
                    <a:pt x="21531" y="9343"/>
                  </a:lnTo>
                  <a:lnTo>
                    <a:pt x="25013" y="4469"/>
                  </a:lnTo>
                  <a:lnTo>
                    <a:pt x="23852" y="3540"/>
                  </a:lnTo>
                  <a:lnTo>
                    <a:pt x="21067" y="1915"/>
                  </a:lnTo>
                  <a:lnTo>
                    <a:pt x="17933" y="697"/>
                  </a:lnTo>
                  <a:lnTo>
                    <a:pt x="14393" y="58"/>
                  </a:lnTo>
                  <a:lnTo>
                    <a:pt x="125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1"/>
            <p:cNvSpPr/>
            <p:nvPr/>
          </p:nvSpPr>
          <p:spPr>
            <a:xfrm>
              <a:off x="2531825" y="2364950"/>
              <a:ext cx="741400" cy="793600"/>
            </a:xfrm>
            <a:custGeom>
              <a:rect b="b" l="l" r="r" t="t"/>
              <a:pathLst>
                <a:path extrusionOk="0" h="31744" w="29656">
                  <a:moveTo>
                    <a:pt x="14799" y="6384"/>
                  </a:moveTo>
                  <a:lnTo>
                    <a:pt x="15669" y="6442"/>
                  </a:lnTo>
                  <a:lnTo>
                    <a:pt x="17236" y="6790"/>
                  </a:lnTo>
                  <a:lnTo>
                    <a:pt x="18687" y="7486"/>
                  </a:lnTo>
                  <a:lnTo>
                    <a:pt x="19906" y="8473"/>
                  </a:lnTo>
                  <a:lnTo>
                    <a:pt x="20950" y="9692"/>
                  </a:lnTo>
                  <a:lnTo>
                    <a:pt x="21705" y="11200"/>
                  </a:lnTo>
                  <a:lnTo>
                    <a:pt x="22285" y="12941"/>
                  </a:lnTo>
                  <a:lnTo>
                    <a:pt x="22575" y="14856"/>
                  </a:lnTo>
                  <a:lnTo>
                    <a:pt x="22575" y="15901"/>
                  </a:lnTo>
                  <a:lnTo>
                    <a:pt x="22575" y="16945"/>
                  </a:lnTo>
                  <a:lnTo>
                    <a:pt x="22285" y="18861"/>
                  </a:lnTo>
                  <a:lnTo>
                    <a:pt x="21705" y="20601"/>
                  </a:lnTo>
                  <a:lnTo>
                    <a:pt x="20892" y="22052"/>
                  </a:lnTo>
                  <a:lnTo>
                    <a:pt x="19906" y="23329"/>
                  </a:lnTo>
                  <a:lnTo>
                    <a:pt x="18629" y="24316"/>
                  </a:lnTo>
                  <a:lnTo>
                    <a:pt x="17236" y="25012"/>
                  </a:lnTo>
                  <a:lnTo>
                    <a:pt x="15669" y="25360"/>
                  </a:lnTo>
                  <a:lnTo>
                    <a:pt x="13986" y="25360"/>
                  </a:lnTo>
                  <a:lnTo>
                    <a:pt x="12420" y="25012"/>
                  </a:lnTo>
                  <a:lnTo>
                    <a:pt x="10969" y="24316"/>
                  </a:lnTo>
                  <a:lnTo>
                    <a:pt x="9750" y="23329"/>
                  </a:lnTo>
                  <a:lnTo>
                    <a:pt x="8706" y="22110"/>
                  </a:lnTo>
                  <a:lnTo>
                    <a:pt x="7893" y="20601"/>
                  </a:lnTo>
                  <a:lnTo>
                    <a:pt x="7371" y="18861"/>
                  </a:lnTo>
                  <a:lnTo>
                    <a:pt x="7081" y="16945"/>
                  </a:lnTo>
                  <a:lnTo>
                    <a:pt x="7023" y="15901"/>
                  </a:lnTo>
                  <a:lnTo>
                    <a:pt x="7081" y="14856"/>
                  </a:lnTo>
                  <a:lnTo>
                    <a:pt x="7371" y="12941"/>
                  </a:lnTo>
                  <a:lnTo>
                    <a:pt x="7893" y="11200"/>
                  </a:lnTo>
                  <a:lnTo>
                    <a:pt x="8706" y="9692"/>
                  </a:lnTo>
                  <a:lnTo>
                    <a:pt x="9750" y="8473"/>
                  </a:lnTo>
                  <a:lnTo>
                    <a:pt x="10969" y="7486"/>
                  </a:lnTo>
                  <a:lnTo>
                    <a:pt x="12362" y="6790"/>
                  </a:lnTo>
                  <a:lnTo>
                    <a:pt x="13986" y="6442"/>
                  </a:lnTo>
                  <a:lnTo>
                    <a:pt x="14799" y="6384"/>
                  </a:lnTo>
                  <a:close/>
                  <a:moveTo>
                    <a:pt x="14799" y="0"/>
                  </a:moveTo>
                  <a:lnTo>
                    <a:pt x="13232" y="58"/>
                  </a:lnTo>
                  <a:lnTo>
                    <a:pt x="10214" y="697"/>
                  </a:lnTo>
                  <a:lnTo>
                    <a:pt x="7545" y="1857"/>
                  </a:lnTo>
                  <a:lnTo>
                    <a:pt x="5166" y="3482"/>
                  </a:lnTo>
                  <a:lnTo>
                    <a:pt x="3192" y="5629"/>
                  </a:lnTo>
                  <a:lnTo>
                    <a:pt x="1684" y="8125"/>
                  </a:lnTo>
                  <a:lnTo>
                    <a:pt x="581" y="11026"/>
                  </a:lnTo>
                  <a:lnTo>
                    <a:pt x="59" y="14218"/>
                  </a:lnTo>
                  <a:lnTo>
                    <a:pt x="1" y="15901"/>
                  </a:lnTo>
                  <a:lnTo>
                    <a:pt x="59" y="17584"/>
                  </a:lnTo>
                  <a:lnTo>
                    <a:pt x="581" y="20776"/>
                  </a:lnTo>
                  <a:lnTo>
                    <a:pt x="1684" y="23677"/>
                  </a:lnTo>
                  <a:lnTo>
                    <a:pt x="3192" y="26173"/>
                  </a:lnTo>
                  <a:lnTo>
                    <a:pt x="5166" y="28262"/>
                  </a:lnTo>
                  <a:lnTo>
                    <a:pt x="7545" y="29945"/>
                  </a:lnTo>
                  <a:lnTo>
                    <a:pt x="10214" y="31105"/>
                  </a:lnTo>
                  <a:lnTo>
                    <a:pt x="13232" y="31686"/>
                  </a:lnTo>
                  <a:lnTo>
                    <a:pt x="14799" y="31744"/>
                  </a:lnTo>
                  <a:lnTo>
                    <a:pt x="16424" y="31686"/>
                  </a:lnTo>
                  <a:lnTo>
                    <a:pt x="19383" y="31105"/>
                  </a:lnTo>
                  <a:lnTo>
                    <a:pt x="22111" y="29945"/>
                  </a:lnTo>
                  <a:lnTo>
                    <a:pt x="24432" y="28262"/>
                  </a:lnTo>
                  <a:lnTo>
                    <a:pt x="26405" y="26173"/>
                  </a:lnTo>
                  <a:lnTo>
                    <a:pt x="27972" y="23677"/>
                  </a:lnTo>
                  <a:lnTo>
                    <a:pt x="29017" y="20776"/>
                  </a:lnTo>
                  <a:lnTo>
                    <a:pt x="29597" y="17584"/>
                  </a:lnTo>
                  <a:lnTo>
                    <a:pt x="29655" y="15901"/>
                  </a:lnTo>
                  <a:lnTo>
                    <a:pt x="29597" y="14218"/>
                  </a:lnTo>
                  <a:lnTo>
                    <a:pt x="29017" y="11026"/>
                  </a:lnTo>
                  <a:lnTo>
                    <a:pt x="27972" y="8125"/>
                  </a:lnTo>
                  <a:lnTo>
                    <a:pt x="26405" y="5629"/>
                  </a:lnTo>
                  <a:lnTo>
                    <a:pt x="24432" y="3482"/>
                  </a:lnTo>
                  <a:lnTo>
                    <a:pt x="22111" y="1857"/>
                  </a:lnTo>
                  <a:lnTo>
                    <a:pt x="19383" y="697"/>
                  </a:lnTo>
                  <a:lnTo>
                    <a:pt x="16424" y="58"/>
                  </a:lnTo>
                  <a:lnTo>
                    <a:pt x="1479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1"/>
            <p:cNvSpPr/>
            <p:nvPr/>
          </p:nvSpPr>
          <p:spPr>
            <a:xfrm>
              <a:off x="3335575" y="2364950"/>
              <a:ext cx="700750" cy="793600"/>
            </a:xfrm>
            <a:custGeom>
              <a:rect b="b" l="l" r="r" t="t"/>
              <a:pathLst>
                <a:path extrusionOk="0" h="31744" w="28030">
                  <a:moveTo>
                    <a:pt x="14451" y="0"/>
                  </a:moveTo>
                  <a:lnTo>
                    <a:pt x="12884" y="58"/>
                  </a:lnTo>
                  <a:lnTo>
                    <a:pt x="10040" y="697"/>
                  </a:lnTo>
                  <a:lnTo>
                    <a:pt x="7429" y="1857"/>
                  </a:lnTo>
                  <a:lnTo>
                    <a:pt x="5107" y="3540"/>
                  </a:lnTo>
                  <a:lnTo>
                    <a:pt x="3192" y="5687"/>
                  </a:lnTo>
                  <a:lnTo>
                    <a:pt x="1625" y="8183"/>
                  </a:lnTo>
                  <a:lnTo>
                    <a:pt x="581" y="11026"/>
                  </a:lnTo>
                  <a:lnTo>
                    <a:pt x="1" y="14218"/>
                  </a:lnTo>
                  <a:lnTo>
                    <a:pt x="1" y="15901"/>
                  </a:lnTo>
                  <a:lnTo>
                    <a:pt x="1" y="17584"/>
                  </a:lnTo>
                  <a:lnTo>
                    <a:pt x="581" y="20718"/>
                  </a:lnTo>
                  <a:lnTo>
                    <a:pt x="1625" y="23619"/>
                  </a:lnTo>
                  <a:lnTo>
                    <a:pt x="3192" y="26115"/>
                  </a:lnTo>
                  <a:lnTo>
                    <a:pt x="5107" y="28262"/>
                  </a:lnTo>
                  <a:lnTo>
                    <a:pt x="7429" y="29945"/>
                  </a:lnTo>
                  <a:lnTo>
                    <a:pt x="10040" y="31105"/>
                  </a:lnTo>
                  <a:lnTo>
                    <a:pt x="12884" y="31686"/>
                  </a:lnTo>
                  <a:lnTo>
                    <a:pt x="14451" y="31744"/>
                  </a:lnTo>
                  <a:lnTo>
                    <a:pt x="15669" y="31744"/>
                  </a:lnTo>
                  <a:lnTo>
                    <a:pt x="17932" y="31453"/>
                  </a:lnTo>
                  <a:lnTo>
                    <a:pt x="20080" y="30815"/>
                  </a:lnTo>
                  <a:lnTo>
                    <a:pt x="21995" y="29945"/>
                  </a:lnTo>
                  <a:lnTo>
                    <a:pt x="23736" y="28726"/>
                  </a:lnTo>
                  <a:lnTo>
                    <a:pt x="25244" y="27217"/>
                  </a:lnTo>
                  <a:lnTo>
                    <a:pt x="26521" y="25476"/>
                  </a:lnTo>
                  <a:lnTo>
                    <a:pt x="27624" y="23445"/>
                  </a:lnTo>
                  <a:lnTo>
                    <a:pt x="28030" y="22284"/>
                  </a:lnTo>
                  <a:lnTo>
                    <a:pt x="21821" y="19905"/>
                  </a:lnTo>
                  <a:lnTo>
                    <a:pt x="21124" y="21298"/>
                  </a:lnTo>
                  <a:lnTo>
                    <a:pt x="19615" y="23329"/>
                  </a:lnTo>
                  <a:lnTo>
                    <a:pt x="17816" y="24664"/>
                  </a:lnTo>
                  <a:lnTo>
                    <a:pt x="15669" y="25302"/>
                  </a:lnTo>
                  <a:lnTo>
                    <a:pt x="14451" y="25360"/>
                  </a:lnTo>
                  <a:lnTo>
                    <a:pt x="13638" y="25360"/>
                  </a:lnTo>
                  <a:lnTo>
                    <a:pt x="12187" y="25012"/>
                  </a:lnTo>
                  <a:lnTo>
                    <a:pt x="10853" y="24316"/>
                  </a:lnTo>
                  <a:lnTo>
                    <a:pt x="9634" y="23271"/>
                  </a:lnTo>
                  <a:lnTo>
                    <a:pt x="8647" y="22052"/>
                  </a:lnTo>
                  <a:lnTo>
                    <a:pt x="7893" y="20543"/>
                  </a:lnTo>
                  <a:lnTo>
                    <a:pt x="7313" y="18803"/>
                  </a:lnTo>
                  <a:lnTo>
                    <a:pt x="7022" y="16887"/>
                  </a:lnTo>
                  <a:lnTo>
                    <a:pt x="7022" y="15901"/>
                  </a:lnTo>
                  <a:lnTo>
                    <a:pt x="7080" y="14856"/>
                  </a:lnTo>
                  <a:lnTo>
                    <a:pt x="7313" y="12999"/>
                  </a:lnTo>
                  <a:lnTo>
                    <a:pt x="7893" y="11258"/>
                  </a:lnTo>
                  <a:lnTo>
                    <a:pt x="8647" y="9750"/>
                  </a:lnTo>
                  <a:lnTo>
                    <a:pt x="9634" y="8473"/>
                  </a:lnTo>
                  <a:lnTo>
                    <a:pt x="10853" y="7486"/>
                  </a:lnTo>
                  <a:lnTo>
                    <a:pt x="12187" y="6790"/>
                  </a:lnTo>
                  <a:lnTo>
                    <a:pt x="13638" y="6442"/>
                  </a:lnTo>
                  <a:lnTo>
                    <a:pt x="14451" y="6384"/>
                  </a:lnTo>
                  <a:lnTo>
                    <a:pt x="15669" y="6442"/>
                  </a:lnTo>
                  <a:lnTo>
                    <a:pt x="17816" y="7080"/>
                  </a:lnTo>
                  <a:lnTo>
                    <a:pt x="19615" y="8415"/>
                  </a:lnTo>
                  <a:lnTo>
                    <a:pt x="21124" y="10504"/>
                  </a:lnTo>
                  <a:lnTo>
                    <a:pt x="21821" y="11897"/>
                  </a:lnTo>
                  <a:lnTo>
                    <a:pt x="28030" y="9517"/>
                  </a:lnTo>
                  <a:lnTo>
                    <a:pt x="27624" y="8357"/>
                  </a:lnTo>
                  <a:lnTo>
                    <a:pt x="26521" y="6326"/>
                  </a:lnTo>
                  <a:lnTo>
                    <a:pt x="25244" y="4527"/>
                  </a:lnTo>
                  <a:lnTo>
                    <a:pt x="23736" y="3076"/>
                  </a:lnTo>
                  <a:lnTo>
                    <a:pt x="21995" y="1857"/>
                  </a:lnTo>
                  <a:lnTo>
                    <a:pt x="20080" y="987"/>
                  </a:lnTo>
                  <a:lnTo>
                    <a:pt x="17932" y="348"/>
                  </a:lnTo>
                  <a:lnTo>
                    <a:pt x="15669" y="58"/>
                  </a:lnTo>
                  <a:lnTo>
                    <a:pt x="144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1"/>
            <p:cNvSpPr/>
            <p:nvPr/>
          </p:nvSpPr>
          <p:spPr>
            <a:xfrm>
              <a:off x="1699075" y="2026900"/>
              <a:ext cx="741375" cy="1131650"/>
            </a:xfrm>
            <a:custGeom>
              <a:rect b="b" l="l" r="r" t="t"/>
              <a:pathLst>
                <a:path extrusionOk="0" h="45266" w="29655">
                  <a:moveTo>
                    <a:pt x="14857" y="19906"/>
                  </a:moveTo>
                  <a:lnTo>
                    <a:pt x="15669" y="19964"/>
                  </a:lnTo>
                  <a:lnTo>
                    <a:pt x="17236" y="20312"/>
                  </a:lnTo>
                  <a:lnTo>
                    <a:pt x="18687" y="21008"/>
                  </a:lnTo>
                  <a:lnTo>
                    <a:pt x="19905" y="21995"/>
                  </a:lnTo>
                  <a:lnTo>
                    <a:pt x="20950" y="23214"/>
                  </a:lnTo>
                  <a:lnTo>
                    <a:pt x="21704" y="24722"/>
                  </a:lnTo>
                  <a:lnTo>
                    <a:pt x="22285" y="26463"/>
                  </a:lnTo>
                  <a:lnTo>
                    <a:pt x="22575" y="28378"/>
                  </a:lnTo>
                  <a:lnTo>
                    <a:pt x="22633" y="29423"/>
                  </a:lnTo>
                  <a:lnTo>
                    <a:pt x="22575" y="30467"/>
                  </a:lnTo>
                  <a:lnTo>
                    <a:pt x="22285" y="32383"/>
                  </a:lnTo>
                  <a:lnTo>
                    <a:pt x="21762" y="34123"/>
                  </a:lnTo>
                  <a:lnTo>
                    <a:pt x="20950" y="35574"/>
                  </a:lnTo>
                  <a:lnTo>
                    <a:pt x="19905" y="36851"/>
                  </a:lnTo>
                  <a:lnTo>
                    <a:pt x="18687" y="37838"/>
                  </a:lnTo>
                  <a:lnTo>
                    <a:pt x="17294" y="38534"/>
                  </a:lnTo>
                  <a:lnTo>
                    <a:pt x="15669" y="38882"/>
                  </a:lnTo>
                  <a:lnTo>
                    <a:pt x="13986" y="38882"/>
                  </a:lnTo>
                  <a:lnTo>
                    <a:pt x="12419" y="38534"/>
                  </a:lnTo>
                  <a:lnTo>
                    <a:pt x="10968" y="37838"/>
                  </a:lnTo>
                  <a:lnTo>
                    <a:pt x="9750" y="36851"/>
                  </a:lnTo>
                  <a:lnTo>
                    <a:pt x="8705" y="35632"/>
                  </a:lnTo>
                  <a:lnTo>
                    <a:pt x="7893" y="34123"/>
                  </a:lnTo>
                  <a:lnTo>
                    <a:pt x="7370" y="32383"/>
                  </a:lnTo>
                  <a:lnTo>
                    <a:pt x="7080" y="30467"/>
                  </a:lnTo>
                  <a:lnTo>
                    <a:pt x="7080" y="29423"/>
                  </a:lnTo>
                  <a:lnTo>
                    <a:pt x="7080" y="28378"/>
                  </a:lnTo>
                  <a:lnTo>
                    <a:pt x="7370" y="26463"/>
                  </a:lnTo>
                  <a:lnTo>
                    <a:pt x="7951" y="24722"/>
                  </a:lnTo>
                  <a:lnTo>
                    <a:pt x="8763" y="23214"/>
                  </a:lnTo>
                  <a:lnTo>
                    <a:pt x="9750" y="21995"/>
                  </a:lnTo>
                  <a:lnTo>
                    <a:pt x="11026" y="21008"/>
                  </a:lnTo>
                  <a:lnTo>
                    <a:pt x="12419" y="20312"/>
                  </a:lnTo>
                  <a:lnTo>
                    <a:pt x="13986" y="19964"/>
                  </a:lnTo>
                  <a:lnTo>
                    <a:pt x="14857" y="19906"/>
                  </a:lnTo>
                  <a:close/>
                  <a:moveTo>
                    <a:pt x="27566" y="1"/>
                  </a:moveTo>
                  <a:lnTo>
                    <a:pt x="27333" y="117"/>
                  </a:lnTo>
                  <a:lnTo>
                    <a:pt x="22749" y="2496"/>
                  </a:lnTo>
                  <a:lnTo>
                    <a:pt x="22633" y="2612"/>
                  </a:lnTo>
                  <a:lnTo>
                    <a:pt x="22633" y="2786"/>
                  </a:lnTo>
                  <a:lnTo>
                    <a:pt x="22633" y="17294"/>
                  </a:lnTo>
                  <a:lnTo>
                    <a:pt x="22575" y="17468"/>
                  </a:lnTo>
                  <a:lnTo>
                    <a:pt x="22285" y="17584"/>
                  </a:lnTo>
                  <a:lnTo>
                    <a:pt x="22169" y="17468"/>
                  </a:lnTo>
                  <a:lnTo>
                    <a:pt x="21530" y="16946"/>
                  </a:lnTo>
                  <a:lnTo>
                    <a:pt x="19267" y="15205"/>
                  </a:lnTo>
                  <a:lnTo>
                    <a:pt x="17700" y="14393"/>
                  </a:lnTo>
                  <a:lnTo>
                    <a:pt x="16772" y="14045"/>
                  </a:lnTo>
                  <a:lnTo>
                    <a:pt x="14450" y="13580"/>
                  </a:lnTo>
                  <a:lnTo>
                    <a:pt x="11897" y="13580"/>
                  </a:lnTo>
                  <a:lnTo>
                    <a:pt x="9227" y="14219"/>
                  </a:lnTo>
                  <a:lnTo>
                    <a:pt x="6790" y="15379"/>
                  </a:lnTo>
                  <a:lnTo>
                    <a:pt x="4701" y="17004"/>
                  </a:lnTo>
                  <a:lnTo>
                    <a:pt x="2902" y="19151"/>
                  </a:lnTo>
                  <a:lnTo>
                    <a:pt x="1509" y="21647"/>
                  </a:lnTo>
                  <a:lnTo>
                    <a:pt x="523" y="24548"/>
                  </a:lnTo>
                  <a:lnTo>
                    <a:pt x="58" y="27740"/>
                  </a:lnTo>
                  <a:lnTo>
                    <a:pt x="0" y="29423"/>
                  </a:lnTo>
                  <a:lnTo>
                    <a:pt x="58" y="31106"/>
                  </a:lnTo>
                  <a:lnTo>
                    <a:pt x="523" y="34298"/>
                  </a:lnTo>
                  <a:lnTo>
                    <a:pt x="1509" y="37199"/>
                  </a:lnTo>
                  <a:lnTo>
                    <a:pt x="2902" y="39695"/>
                  </a:lnTo>
                  <a:lnTo>
                    <a:pt x="4701" y="41784"/>
                  </a:lnTo>
                  <a:lnTo>
                    <a:pt x="6790" y="43467"/>
                  </a:lnTo>
                  <a:lnTo>
                    <a:pt x="9227" y="44627"/>
                  </a:lnTo>
                  <a:lnTo>
                    <a:pt x="11897" y="45208"/>
                  </a:lnTo>
                  <a:lnTo>
                    <a:pt x="13290" y="45266"/>
                  </a:lnTo>
                  <a:lnTo>
                    <a:pt x="14798" y="45208"/>
                  </a:lnTo>
                  <a:lnTo>
                    <a:pt x="17468" y="44511"/>
                  </a:lnTo>
                  <a:lnTo>
                    <a:pt x="19673" y="43351"/>
                  </a:lnTo>
                  <a:lnTo>
                    <a:pt x="21530" y="41958"/>
                  </a:lnTo>
                  <a:lnTo>
                    <a:pt x="22285" y="41261"/>
                  </a:lnTo>
                  <a:lnTo>
                    <a:pt x="22401" y="41087"/>
                  </a:lnTo>
                  <a:lnTo>
                    <a:pt x="22575" y="40913"/>
                  </a:lnTo>
                  <a:lnTo>
                    <a:pt x="22691" y="40855"/>
                  </a:lnTo>
                  <a:lnTo>
                    <a:pt x="22981" y="40913"/>
                  </a:lnTo>
                  <a:lnTo>
                    <a:pt x="23039" y="41087"/>
                  </a:lnTo>
                  <a:lnTo>
                    <a:pt x="23271" y="44685"/>
                  </a:lnTo>
                  <a:lnTo>
                    <a:pt x="29655" y="44685"/>
                  </a:lnTo>
                  <a:lnTo>
                    <a:pt x="29655" y="175"/>
                  </a:lnTo>
                  <a:lnTo>
                    <a:pt x="29597" y="59"/>
                  </a:lnTo>
                  <a:lnTo>
                    <a:pt x="2948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61"/>
            <p:cNvSpPr/>
            <p:nvPr/>
          </p:nvSpPr>
          <p:spPr>
            <a:xfrm>
              <a:off x="5574175" y="2380900"/>
              <a:ext cx="175550" cy="763150"/>
            </a:xfrm>
            <a:custGeom>
              <a:rect b="b" l="l" r="r" t="t"/>
              <a:pathLst>
                <a:path extrusionOk="0" h="30526" w="7022">
                  <a:moveTo>
                    <a:pt x="4759" y="1"/>
                  </a:moveTo>
                  <a:lnTo>
                    <a:pt x="4585" y="117"/>
                  </a:lnTo>
                  <a:lnTo>
                    <a:pt x="116" y="2438"/>
                  </a:lnTo>
                  <a:lnTo>
                    <a:pt x="0" y="2554"/>
                  </a:lnTo>
                  <a:lnTo>
                    <a:pt x="0" y="2670"/>
                  </a:lnTo>
                  <a:lnTo>
                    <a:pt x="0" y="30525"/>
                  </a:lnTo>
                  <a:lnTo>
                    <a:pt x="7022" y="30525"/>
                  </a:lnTo>
                  <a:lnTo>
                    <a:pt x="7022" y="175"/>
                  </a:lnTo>
                  <a:lnTo>
                    <a:pt x="7022" y="59"/>
                  </a:lnTo>
                  <a:lnTo>
                    <a:pt x="684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1"/>
            <p:cNvSpPr/>
            <p:nvPr/>
          </p:nvSpPr>
          <p:spPr>
            <a:xfrm>
              <a:off x="5555300" y="2044325"/>
              <a:ext cx="213300" cy="213275"/>
            </a:xfrm>
            <a:custGeom>
              <a:rect b="b" l="l" r="r" t="t"/>
              <a:pathLst>
                <a:path extrusionOk="0" h="8531" w="8532">
                  <a:moveTo>
                    <a:pt x="4295" y="0"/>
                  </a:moveTo>
                  <a:lnTo>
                    <a:pt x="3425" y="58"/>
                  </a:lnTo>
                  <a:lnTo>
                    <a:pt x="1858" y="697"/>
                  </a:lnTo>
                  <a:lnTo>
                    <a:pt x="697" y="1857"/>
                  </a:lnTo>
                  <a:lnTo>
                    <a:pt x="59" y="3424"/>
                  </a:lnTo>
                  <a:lnTo>
                    <a:pt x="1" y="4295"/>
                  </a:lnTo>
                  <a:lnTo>
                    <a:pt x="59" y="5107"/>
                  </a:lnTo>
                  <a:lnTo>
                    <a:pt x="697" y="6674"/>
                  </a:lnTo>
                  <a:lnTo>
                    <a:pt x="1858" y="7835"/>
                  </a:lnTo>
                  <a:lnTo>
                    <a:pt x="3425" y="8473"/>
                  </a:lnTo>
                  <a:lnTo>
                    <a:pt x="4295" y="8531"/>
                  </a:lnTo>
                  <a:lnTo>
                    <a:pt x="5107" y="8473"/>
                  </a:lnTo>
                  <a:lnTo>
                    <a:pt x="6674" y="7835"/>
                  </a:lnTo>
                  <a:lnTo>
                    <a:pt x="7835" y="6674"/>
                  </a:lnTo>
                  <a:lnTo>
                    <a:pt x="8473" y="5107"/>
                  </a:lnTo>
                  <a:lnTo>
                    <a:pt x="8531" y="4295"/>
                  </a:lnTo>
                  <a:lnTo>
                    <a:pt x="8473" y="3424"/>
                  </a:lnTo>
                  <a:lnTo>
                    <a:pt x="7835" y="1857"/>
                  </a:lnTo>
                  <a:lnTo>
                    <a:pt x="6674" y="697"/>
                  </a:lnTo>
                  <a:lnTo>
                    <a:pt x="5107" y="58"/>
                  </a:lnTo>
                  <a:lnTo>
                    <a:pt x="429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1"/>
            <p:cNvSpPr/>
            <p:nvPr/>
          </p:nvSpPr>
          <p:spPr>
            <a:xfrm>
              <a:off x="248275" y="2324325"/>
              <a:ext cx="851650" cy="851625"/>
            </a:xfrm>
            <a:custGeom>
              <a:rect b="b" l="l" r="r" t="t"/>
              <a:pathLst>
                <a:path extrusionOk="0" h="34065" w="34066">
                  <a:moveTo>
                    <a:pt x="1161" y="0"/>
                  </a:moveTo>
                  <a:lnTo>
                    <a:pt x="697" y="116"/>
                  </a:lnTo>
                  <a:lnTo>
                    <a:pt x="58" y="697"/>
                  </a:lnTo>
                  <a:lnTo>
                    <a:pt x="0" y="1161"/>
                  </a:lnTo>
                  <a:lnTo>
                    <a:pt x="0" y="32904"/>
                  </a:lnTo>
                  <a:lnTo>
                    <a:pt x="58" y="33369"/>
                  </a:lnTo>
                  <a:lnTo>
                    <a:pt x="697" y="34007"/>
                  </a:lnTo>
                  <a:lnTo>
                    <a:pt x="1161" y="34065"/>
                  </a:lnTo>
                  <a:lnTo>
                    <a:pt x="32904" y="34065"/>
                  </a:lnTo>
                  <a:lnTo>
                    <a:pt x="33369" y="34007"/>
                  </a:lnTo>
                  <a:lnTo>
                    <a:pt x="33949" y="33369"/>
                  </a:lnTo>
                  <a:lnTo>
                    <a:pt x="34065" y="32904"/>
                  </a:lnTo>
                  <a:lnTo>
                    <a:pt x="34065" y="20834"/>
                  </a:lnTo>
                  <a:lnTo>
                    <a:pt x="14392" y="20834"/>
                  </a:lnTo>
                  <a:lnTo>
                    <a:pt x="13928" y="20776"/>
                  </a:lnTo>
                  <a:lnTo>
                    <a:pt x="13290" y="20137"/>
                  </a:lnTo>
                  <a:lnTo>
                    <a:pt x="13232" y="19673"/>
                  </a:lnTo>
                  <a:lnTo>
                    <a:pt x="13232" y="0"/>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1"/>
            <p:cNvSpPr/>
            <p:nvPr/>
          </p:nvSpPr>
          <p:spPr>
            <a:xfrm>
              <a:off x="579050" y="1995000"/>
              <a:ext cx="851650" cy="850175"/>
            </a:xfrm>
            <a:custGeom>
              <a:rect b="b" l="l" r="r" t="t"/>
              <a:pathLst>
                <a:path extrusionOk="0" h="34007" w="34066">
                  <a:moveTo>
                    <a:pt x="1161" y="0"/>
                  </a:moveTo>
                  <a:lnTo>
                    <a:pt x="697" y="58"/>
                  </a:lnTo>
                  <a:lnTo>
                    <a:pt x="59" y="639"/>
                  </a:lnTo>
                  <a:lnTo>
                    <a:pt x="1" y="1103"/>
                  </a:lnTo>
                  <a:lnTo>
                    <a:pt x="1" y="13173"/>
                  </a:lnTo>
                  <a:lnTo>
                    <a:pt x="12768" y="13173"/>
                  </a:lnTo>
                  <a:lnTo>
                    <a:pt x="13348" y="13289"/>
                  </a:lnTo>
                  <a:lnTo>
                    <a:pt x="13754" y="13580"/>
                  </a:lnTo>
                  <a:lnTo>
                    <a:pt x="20428" y="20253"/>
                  </a:lnTo>
                  <a:lnTo>
                    <a:pt x="20718" y="20659"/>
                  </a:lnTo>
                  <a:lnTo>
                    <a:pt x="20834" y="21240"/>
                  </a:lnTo>
                  <a:lnTo>
                    <a:pt x="20834" y="34007"/>
                  </a:lnTo>
                  <a:lnTo>
                    <a:pt x="22169" y="33949"/>
                  </a:lnTo>
                  <a:lnTo>
                    <a:pt x="24780" y="33310"/>
                  </a:lnTo>
                  <a:lnTo>
                    <a:pt x="27102" y="32150"/>
                  </a:lnTo>
                  <a:lnTo>
                    <a:pt x="29249" y="30409"/>
                  </a:lnTo>
                  <a:lnTo>
                    <a:pt x="31048" y="28146"/>
                  </a:lnTo>
                  <a:lnTo>
                    <a:pt x="32440" y="25476"/>
                  </a:lnTo>
                  <a:lnTo>
                    <a:pt x="33485" y="22342"/>
                  </a:lnTo>
                  <a:lnTo>
                    <a:pt x="34007" y="18860"/>
                  </a:lnTo>
                  <a:lnTo>
                    <a:pt x="34065" y="17003"/>
                  </a:lnTo>
                  <a:lnTo>
                    <a:pt x="34007" y="15088"/>
                  </a:lnTo>
                  <a:lnTo>
                    <a:pt x="33427" y="11607"/>
                  </a:lnTo>
                  <a:lnTo>
                    <a:pt x="32266" y="8531"/>
                  </a:lnTo>
                  <a:lnTo>
                    <a:pt x="30700" y="5803"/>
                  </a:lnTo>
                  <a:lnTo>
                    <a:pt x="28668" y="3598"/>
                  </a:lnTo>
                  <a:lnTo>
                    <a:pt x="26289" y="1857"/>
                  </a:lnTo>
                  <a:lnTo>
                    <a:pt x="23620" y="639"/>
                  </a:lnTo>
                  <a:lnTo>
                    <a:pt x="20602"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1"/>
            <p:cNvSpPr/>
            <p:nvPr/>
          </p:nvSpPr>
          <p:spPr>
            <a:xfrm>
              <a:off x="579050" y="2324325"/>
              <a:ext cx="520875" cy="520850"/>
            </a:xfrm>
            <a:custGeom>
              <a:rect b="b" l="l" r="r" t="t"/>
              <a:pathLst>
                <a:path extrusionOk="0" h="20834" w="20835">
                  <a:moveTo>
                    <a:pt x="1" y="0"/>
                  </a:moveTo>
                  <a:lnTo>
                    <a:pt x="1" y="19673"/>
                  </a:lnTo>
                  <a:lnTo>
                    <a:pt x="59" y="20137"/>
                  </a:lnTo>
                  <a:lnTo>
                    <a:pt x="697" y="20776"/>
                  </a:lnTo>
                  <a:lnTo>
                    <a:pt x="1161" y="20834"/>
                  </a:lnTo>
                  <a:lnTo>
                    <a:pt x="20834" y="20834"/>
                  </a:lnTo>
                  <a:lnTo>
                    <a:pt x="20834" y="8067"/>
                  </a:lnTo>
                  <a:lnTo>
                    <a:pt x="20718" y="7486"/>
                  </a:lnTo>
                  <a:lnTo>
                    <a:pt x="20428" y="7080"/>
                  </a:lnTo>
                  <a:lnTo>
                    <a:pt x="13754" y="407"/>
                  </a:lnTo>
                  <a:lnTo>
                    <a:pt x="13348" y="116"/>
                  </a:lnTo>
                  <a:lnTo>
                    <a:pt x="1276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1"/>
            <p:cNvSpPr/>
            <p:nvPr/>
          </p:nvSpPr>
          <p:spPr>
            <a:xfrm>
              <a:off x="4113200" y="2380900"/>
              <a:ext cx="665950" cy="777650"/>
            </a:xfrm>
            <a:custGeom>
              <a:rect b="b" l="l" r="r" t="t"/>
              <a:pathLst>
                <a:path extrusionOk="0" h="31106" w="26638">
                  <a:moveTo>
                    <a:pt x="1" y="1"/>
                  </a:moveTo>
                  <a:lnTo>
                    <a:pt x="1" y="16540"/>
                  </a:lnTo>
                  <a:lnTo>
                    <a:pt x="59" y="18861"/>
                  </a:lnTo>
                  <a:lnTo>
                    <a:pt x="639" y="22633"/>
                  </a:lnTo>
                  <a:lnTo>
                    <a:pt x="1800" y="25535"/>
                  </a:lnTo>
                  <a:lnTo>
                    <a:pt x="3367" y="27740"/>
                  </a:lnTo>
                  <a:lnTo>
                    <a:pt x="5282" y="29307"/>
                  </a:lnTo>
                  <a:lnTo>
                    <a:pt x="7429" y="30293"/>
                  </a:lnTo>
                  <a:lnTo>
                    <a:pt x="9750" y="30873"/>
                  </a:lnTo>
                  <a:lnTo>
                    <a:pt x="12129" y="31106"/>
                  </a:lnTo>
                  <a:lnTo>
                    <a:pt x="14509" y="31106"/>
                  </a:lnTo>
                  <a:lnTo>
                    <a:pt x="16888" y="30873"/>
                  </a:lnTo>
                  <a:lnTo>
                    <a:pt x="19151" y="30293"/>
                  </a:lnTo>
                  <a:lnTo>
                    <a:pt x="21357" y="29307"/>
                  </a:lnTo>
                  <a:lnTo>
                    <a:pt x="23214" y="27740"/>
                  </a:lnTo>
                  <a:lnTo>
                    <a:pt x="24780" y="25535"/>
                  </a:lnTo>
                  <a:lnTo>
                    <a:pt x="25941" y="22633"/>
                  </a:lnTo>
                  <a:lnTo>
                    <a:pt x="26579" y="18861"/>
                  </a:lnTo>
                  <a:lnTo>
                    <a:pt x="26637" y="16540"/>
                  </a:lnTo>
                  <a:lnTo>
                    <a:pt x="26637" y="1"/>
                  </a:lnTo>
                  <a:lnTo>
                    <a:pt x="19558" y="1"/>
                  </a:lnTo>
                  <a:lnTo>
                    <a:pt x="19558" y="18339"/>
                  </a:lnTo>
                  <a:lnTo>
                    <a:pt x="19558" y="19093"/>
                  </a:lnTo>
                  <a:lnTo>
                    <a:pt x="19151" y="21124"/>
                  </a:lnTo>
                  <a:lnTo>
                    <a:pt x="18281" y="22691"/>
                  </a:lnTo>
                  <a:lnTo>
                    <a:pt x="17352" y="23619"/>
                  </a:lnTo>
                  <a:lnTo>
                    <a:pt x="16076" y="24316"/>
                  </a:lnTo>
                  <a:lnTo>
                    <a:pt x="14335" y="24722"/>
                  </a:lnTo>
                  <a:lnTo>
                    <a:pt x="12245" y="24722"/>
                  </a:lnTo>
                  <a:lnTo>
                    <a:pt x="10563" y="24316"/>
                  </a:lnTo>
                  <a:lnTo>
                    <a:pt x="9228" y="23619"/>
                  </a:lnTo>
                  <a:lnTo>
                    <a:pt x="8299" y="22691"/>
                  </a:lnTo>
                  <a:lnTo>
                    <a:pt x="7429" y="21124"/>
                  </a:lnTo>
                  <a:lnTo>
                    <a:pt x="7023" y="19093"/>
                  </a:lnTo>
                  <a:lnTo>
                    <a:pt x="7023" y="18339"/>
                  </a:lnTo>
                  <a:lnTo>
                    <a:pt x="70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1"/>
            <p:cNvSpPr/>
            <p:nvPr/>
          </p:nvSpPr>
          <p:spPr>
            <a:xfrm>
              <a:off x="7427669" y="3081604"/>
              <a:ext cx="120450" cy="62400"/>
            </a:xfrm>
            <a:custGeom>
              <a:rect b="b" l="l" r="r" t="t"/>
              <a:pathLst>
                <a:path extrusionOk="0" h="2496" w="4818">
                  <a:moveTo>
                    <a:pt x="1" y="0"/>
                  </a:moveTo>
                  <a:lnTo>
                    <a:pt x="1" y="349"/>
                  </a:lnTo>
                  <a:lnTo>
                    <a:pt x="813" y="349"/>
                  </a:lnTo>
                  <a:lnTo>
                    <a:pt x="813" y="2496"/>
                  </a:lnTo>
                  <a:lnTo>
                    <a:pt x="1219" y="2496"/>
                  </a:lnTo>
                  <a:lnTo>
                    <a:pt x="1219" y="349"/>
                  </a:lnTo>
                  <a:lnTo>
                    <a:pt x="2032" y="349"/>
                  </a:lnTo>
                  <a:lnTo>
                    <a:pt x="2032" y="0"/>
                  </a:lnTo>
                  <a:close/>
                  <a:moveTo>
                    <a:pt x="2264" y="0"/>
                  </a:moveTo>
                  <a:lnTo>
                    <a:pt x="2264" y="2496"/>
                  </a:lnTo>
                  <a:lnTo>
                    <a:pt x="2670" y="2496"/>
                  </a:lnTo>
                  <a:lnTo>
                    <a:pt x="2670" y="581"/>
                  </a:lnTo>
                  <a:lnTo>
                    <a:pt x="3425" y="2031"/>
                  </a:lnTo>
                  <a:lnTo>
                    <a:pt x="3657" y="2031"/>
                  </a:lnTo>
                  <a:lnTo>
                    <a:pt x="4411" y="523"/>
                  </a:lnTo>
                  <a:lnTo>
                    <a:pt x="4411" y="2496"/>
                  </a:lnTo>
                  <a:lnTo>
                    <a:pt x="4817" y="2496"/>
                  </a:lnTo>
                  <a:lnTo>
                    <a:pt x="4817" y="0"/>
                  </a:lnTo>
                  <a:lnTo>
                    <a:pt x="4295" y="0"/>
                  </a:lnTo>
                  <a:lnTo>
                    <a:pt x="3541" y="1451"/>
                  </a:lnTo>
                  <a:lnTo>
                    <a:pt x="278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3">
  <p:cSld name="SECTION_HEADER_1_2_1_1_1_1_1">
    <p:spTree>
      <p:nvGrpSpPr>
        <p:cNvPr id="697" name="Shape 697"/>
        <p:cNvGrpSpPr/>
        <p:nvPr/>
      </p:nvGrpSpPr>
      <p:grpSpPr>
        <a:xfrm>
          <a:off x="0" y="0"/>
          <a:ext cx="0" cy="0"/>
          <a:chOff x="0" y="0"/>
          <a:chExt cx="0" cy="0"/>
        </a:xfrm>
      </p:grpSpPr>
      <p:sp>
        <p:nvSpPr>
          <p:cNvPr id="698" name="Google Shape;698;p62"/>
          <p:cNvSpPr/>
          <p:nvPr/>
        </p:nvSpPr>
        <p:spPr>
          <a:xfrm>
            <a:off x="0" y="4548000"/>
            <a:ext cx="9144000" cy="595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2"/>
          <p:cNvSpPr/>
          <p:nvPr/>
        </p:nvSpPr>
        <p:spPr>
          <a:xfrm>
            <a:off x="0" y="0"/>
            <a:ext cx="1883100" cy="592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0" name="Google Shape;700;p62"/>
          <p:cNvGrpSpPr/>
          <p:nvPr/>
        </p:nvGrpSpPr>
        <p:grpSpPr>
          <a:xfrm>
            <a:off x="5712265" y="2325789"/>
            <a:ext cx="2030936" cy="491933"/>
            <a:chOff x="248275" y="1995000"/>
            <a:chExt cx="7133600" cy="1727900"/>
          </a:xfrm>
        </p:grpSpPr>
        <p:sp>
          <p:nvSpPr>
            <p:cNvPr id="701" name="Google Shape;701;p62"/>
            <p:cNvSpPr/>
            <p:nvPr/>
          </p:nvSpPr>
          <p:spPr>
            <a:xfrm>
              <a:off x="6717400" y="2364950"/>
              <a:ext cx="664475" cy="779100"/>
            </a:xfrm>
            <a:custGeom>
              <a:rect b="b" l="l" r="r" t="t"/>
              <a:pathLst>
                <a:path extrusionOk="0" h="31164" w="26579">
                  <a:moveTo>
                    <a:pt x="16249" y="0"/>
                  </a:moveTo>
                  <a:lnTo>
                    <a:pt x="14799" y="116"/>
                  </a:lnTo>
                  <a:lnTo>
                    <a:pt x="12187" y="697"/>
                  </a:lnTo>
                  <a:lnTo>
                    <a:pt x="9924" y="1799"/>
                  </a:lnTo>
                  <a:lnTo>
                    <a:pt x="7835" y="3250"/>
                  </a:lnTo>
                  <a:lnTo>
                    <a:pt x="6848" y="4004"/>
                  </a:lnTo>
                  <a:lnTo>
                    <a:pt x="6674" y="4062"/>
                  </a:lnTo>
                  <a:lnTo>
                    <a:pt x="6442" y="3946"/>
                  </a:lnTo>
                  <a:lnTo>
                    <a:pt x="6384" y="3772"/>
                  </a:lnTo>
                  <a:lnTo>
                    <a:pt x="6326" y="2263"/>
                  </a:lnTo>
                  <a:lnTo>
                    <a:pt x="6210" y="639"/>
                  </a:lnTo>
                  <a:lnTo>
                    <a:pt x="0" y="639"/>
                  </a:lnTo>
                  <a:lnTo>
                    <a:pt x="0" y="31163"/>
                  </a:lnTo>
                  <a:lnTo>
                    <a:pt x="7022" y="31163"/>
                  </a:lnTo>
                  <a:lnTo>
                    <a:pt x="7022" y="19209"/>
                  </a:lnTo>
                  <a:lnTo>
                    <a:pt x="7022" y="15088"/>
                  </a:lnTo>
                  <a:lnTo>
                    <a:pt x="7254" y="13290"/>
                  </a:lnTo>
                  <a:lnTo>
                    <a:pt x="7544" y="11723"/>
                  </a:lnTo>
                  <a:lnTo>
                    <a:pt x="8705" y="9169"/>
                  </a:lnTo>
                  <a:lnTo>
                    <a:pt x="10446" y="7428"/>
                  </a:lnTo>
                  <a:lnTo>
                    <a:pt x="12651" y="6500"/>
                  </a:lnTo>
                  <a:lnTo>
                    <a:pt x="13986" y="6384"/>
                  </a:lnTo>
                  <a:lnTo>
                    <a:pt x="15321" y="6500"/>
                  </a:lnTo>
                  <a:lnTo>
                    <a:pt x="17410" y="7370"/>
                  </a:lnTo>
                  <a:lnTo>
                    <a:pt x="18803" y="9111"/>
                  </a:lnTo>
                  <a:lnTo>
                    <a:pt x="19499" y="11665"/>
                  </a:lnTo>
                  <a:lnTo>
                    <a:pt x="19557" y="13231"/>
                  </a:lnTo>
                  <a:lnTo>
                    <a:pt x="19557" y="31163"/>
                  </a:lnTo>
                  <a:lnTo>
                    <a:pt x="26579" y="31163"/>
                  </a:lnTo>
                  <a:lnTo>
                    <a:pt x="26579" y="11955"/>
                  </a:lnTo>
                  <a:lnTo>
                    <a:pt x="26579" y="10562"/>
                  </a:lnTo>
                  <a:lnTo>
                    <a:pt x="26231" y="8067"/>
                  </a:lnTo>
                  <a:lnTo>
                    <a:pt x="25534" y="5861"/>
                  </a:lnTo>
                  <a:lnTo>
                    <a:pt x="24490" y="4004"/>
                  </a:lnTo>
                  <a:lnTo>
                    <a:pt x="23155" y="2438"/>
                  </a:lnTo>
                  <a:lnTo>
                    <a:pt x="21530" y="1277"/>
                  </a:lnTo>
                  <a:lnTo>
                    <a:pt x="19615" y="464"/>
                  </a:lnTo>
                  <a:lnTo>
                    <a:pt x="17468" y="58"/>
                  </a:lnTo>
                  <a:lnTo>
                    <a:pt x="162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2"/>
            <p:cNvSpPr/>
            <p:nvPr/>
          </p:nvSpPr>
          <p:spPr>
            <a:xfrm>
              <a:off x="5848375" y="2366400"/>
              <a:ext cx="741375" cy="1101175"/>
            </a:xfrm>
            <a:custGeom>
              <a:rect b="b" l="l" r="r" t="t"/>
              <a:pathLst>
                <a:path extrusionOk="0" h="44047" w="29655">
                  <a:moveTo>
                    <a:pt x="14856" y="6326"/>
                  </a:moveTo>
                  <a:lnTo>
                    <a:pt x="15669" y="6384"/>
                  </a:lnTo>
                  <a:lnTo>
                    <a:pt x="17236" y="6732"/>
                  </a:lnTo>
                  <a:lnTo>
                    <a:pt x="18686" y="7370"/>
                  </a:lnTo>
                  <a:lnTo>
                    <a:pt x="19905" y="8357"/>
                  </a:lnTo>
                  <a:lnTo>
                    <a:pt x="20950" y="9576"/>
                  </a:lnTo>
                  <a:lnTo>
                    <a:pt x="21762" y="11026"/>
                  </a:lnTo>
                  <a:lnTo>
                    <a:pt x="22284" y="12709"/>
                  </a:lnTo>
                  <a:lnTo>
                    <a:pt x="22575" y="14566"/>
                  </a:lnTo>
                  <a:lnTo>
                    <a:pt x="22633" y="15611"/>
                  </a:lnTo>
                  <a:lnTo>
                    <a:pt x="22575" y="16597"/>
                  </a:lnTo>
                  <a:lnTo>
                    <a:pt x="22284" y="18454"/>
                  </a:lnTo>
                  <a:lnTo>
                    <a:pt x="21762" y="20195"/>
                  </a:lnTo>
                  <a:lnTo>
                    <a:pt x="20950" y="21646"/>
                  </a:lnTo>
                  <a:lnTo>
                    <a:pt x="19905" y="22923"/>
                  </a:lnTo>
                  <a:lnTo>
                    <a:pt x="18686" y="23909"/>
                  </a:lnTo>
                  <a:lnTo>
                    <a:pt x="17236" y="24548"/>
                  </a:lnTo>
                  <a:lnTo>
                    <a:pt x="15669" y="24896"/>
                  </a:lnTo>
                  <a:lnTo>
                    <a:pt x="14856" y="24954"/>
                  </a:lnTo>
                  <a:lnTo>
                    <a:pt x="13986" y="24896"/>
                  </a:lnTo>
                  <a:lnTo>
                    <a:pt x="12419" y="24548"/>
                  </a:lnTo>
                  <a:lnTo>
                    <a:pt x="11026" y="23909"/>
                  </a:lnTo>
                  <a:lnTo>
                    <a:pt x="9749" y="22923"/>
                  </a:lnTo>
                  <a:lnTo>
                    <a:pt x="8763" y="21646"/>
                  </a:lnTo>
                  <a:lnTo>
                    <a:pt x="7950" y="20195"/>
                  </a:lnTo>
                  <a:lnTo>
                    <a:pt x="7370" y="18454"/>
                  </a:lnTo>
                  <a:lnTo>
                    <a:pt x="7080" y="16597"/>
                  </a:lnTo>
                  <a:lnTo>
                    <a:pt x="7080" y="15611"/>
                  </a:lnTo>
                  <a:lnTo>
                    <a:pt x="7080" y="14566"/>
                  </a:lnTo>
                  <a:lnTo>
                    <a:pt x="7370" y="12709"/>
                  </a:lnTo>
                  <a:lnTo>
                    <a:pt x="7950" y="11026"/>
                  </a:lnTo>
                  <a:lnTo>
                    <a:pt x="8763" y="9576"/>
                  </a:lnTo>
                  <a:lnTo>
                    <a:pt x="9749" y="8357"/>
                  </a:lnTo>
                  <a:lnTo>
                    <a:pt x="11026" y="7370"/>
                  </a:lnTo>
                  <a:lnTo>
                    <a:pt x="12419" y="6732"/>
                  </a:lnTo>
                  <a:lnTo>
                    <a:pt x="13986" y="6384"/>
                  </a:lnTo>
                  <a:lnTo>
                    <a:pt x="14856" y="6326"/>
                  </a:lnTo>
                  <a:close/>
                  <a:moveTo>
                    <a:pt x="13289" y="0"/>
                  </a:moveTo>
                  <a:lnTo>
                    <a:pt x="11897" y="58"/>
                  </a:lnTo>
                  <a:lnTo>
                    <a:pt x="9227" y="639"/>
                  </a:lnTo>
                  <a:lnTo>
                    <a:pt x="6790" y="1741"/>
                  </a:lnTo>
                  <a:lnTo>
                    <a:pt x="4701" y="3424"/>
                  </a:lnTo>
                  <a:lnTo>
                    <a:pt x="2902" y="5513"/>
                  </a:lnTo>
                  <a:lnTo>
                    <a:pt x="1509" y="7951"/>
                  </a:lnTo>
                  <a:lnTo>
                    <a:pt x="580" y="10794"/>
                  </a:lnTo>
                  <a:lnTo>
                    <a:pt x="58" y="13928"/>
                  </a:lnTo>
                  <a:lnTo>
                    <a:pt x="0" y="15611"/>
                  </a:lnTo>
                  <a:lnTo>
                    <a:pt x="58" y="17294"/>
                  </a:lnTo>
                  <a:lnTo>
                    <a:pt x="522" y="20427"/>
                  </a:lnTo>
                  <a:lnTo>
                    <a:pt x="1509" y="23271"/>
                  </a:lnTo>
                  <a:lnTo>
                    <a:pt x="2902" y="25766"/>
                  </a:lnTo>
                  <a:lnTo>
                    <a:pt x="4643" y="27855"/>
                  </a:lnTo>
                  <a:lnTo>
                    <a:pt x="6790" y="29538"/>
                  </a:lnTo>
                  <a:lnTo>
                    <a:pt x="9169" y="30699"/>
                  </a:lnTo>
                  <a:lnTo>
                    <a:pt x="11897" y="31279"/>
                  </a:lnTo>
                  <a:lnTo>
                    <a:pt x="13289" y="31337"/>
                  </a:lnTo>
                  <a:lnTo>
                    <a:pt x="15146" y="31221"/>
                  </a:lnTo>
                  <a:lnTo>
                    <a:pt x="18280" y="30235"/>
                  </a:lnTo>
                  <a:lnTo>
                    <a:pt x="20543" y="28842"/>
                  </a:lnTo>
                  <a:lnTo>
                    <a:pt x="21878" y="27623"/>
                  </a:lnTo>
                  <a:lnTo>
                    <a:pt x="22168" y="27217"/>
                  </a:lnTo>
                  <a:lnTo>
                    <a:pt x="22342" y="27101"/>
                  </a:lnTo>
                  <a:lnTo>
                    <a:pt x="22633" y="27217"/>
                  </a:lnTo>
                  <a:lnTo>
                    <a:pt x="22691" y="27391"/>
                  </a:lnTo>
                  <a:lnTo>
                    <a:pt x="22633" y="28262"/>
                  </a:lnTo>
                  <a:lnTo>
                    <a:pt x="22168" y="31105"/>
                  </a:lnTo>
                  <a:lnTo>
                    <a:pt x="21704" y="32672"/>
                  </a:lnTo>
                  <a:lnTo>
                    <a:pt x="21298" y="33601"/>
                  </a:lnTo>
                  <a:lnTo>
                    <a:pt x="20079" y="35284"/>
                  </a:lnTo>
                  <a:lnTo>
                    <a:pt x="18222" y="36618"/>
                  </a:lnTo>
                  <a:lnTo>
                    <a:pt x="15669" y="37373"/>
                  </a:lnTo>
                  <a:lnTo>
                    <a:pt x="14102" y="37489"/>
                  </a:lnTo>
                  <a:lnTo>
                    <a:pt x="12767" y="37431"/>
                  </a:lnTo>
                  <a:lnTo>
                    <a:pt x="10156" y="36908"/>
                  </a:lnTo>
                  <a:lnTo>
                    <a:pt x="7718" y="35806"/>
                  </a:lnTo>
                  <a:lnTo>
                    <a:pt x="5339" y="34181"/>
                  </a:lnTo>
                  <a:lnTo>
                    <a:pt x="4178" y="33078"/>
                  </a:lnTo>
                  <a:lnTo>
                    <a:pt x="522" y="38127"/>
                  </a:lnTo>
                  <a:lnTo>
                    <a:pt x="1857" y="39520"/>
                  </a:lnTo>
                  <a:lnTo>
                    <a:pt x="5049" y="41667"/>
                  </a:lnTo>
                  <a:lnTo>
                    <a:pt x="8705" y="43176"/>
                  </a:lnTo>
                  <a:lnTo>
                    <a:pt x="12767" y="43988"/>
                  </a:lnTo>
                  <a:lnTo>
                    <a:pt x="14914" y="44046"/>
                  </a:lnTo>
                  <a:lnTo>
                    <a:pt x="16597" y="43988"/>
                  </a:lnTo>
                  <a:lnTo>
                    <a:pt x="19673" y="43408"/>
                  </a:lnTo>
                  <a:lnTo>
                    <a:pt x="22400" y="42305"/>
                  </a:lnTo>
                  <a:lnTo>
                    <a:pt x="24722" y="40622"/>
                  </a:lnTo>
                  <a:lnTo>
                    <a:pt x="26637" y="38475"/>
                  </a:lnTo>
                  <a:lnTo>
                    <a:pt x="28088" y="35864"/>
                  </a:lnTo>
                  <a:lnTo>
                    <a:pt x="29132" y="32788"/>
                  </a:lnTo>
                  <a:lnTo>
                    <a:pt x="29596" y="29306"/>
                  </a:lnTo>
                  <a:lnTo>
                    <a:pt x="29654" y="27391"/>
                  </a:lnTo>
                  <a:lnTo>
                    <a:pt x="29654" y="581"/>
                  </a:lnTo>
                  <a:lnTo>
                    <a:pt x="23329" y="581"/>
                  </a:lnTo>
                  <a:lnTo>
                    <a:pt x="23097" y="4062"/>
                  </a:lnTo>
                  <a:lnTo>
                    <a:pt x="23039" y="4237"/>
                  </a:lnTo>
                  <a:lnTo>
                    <a:pt x="22807" y="4353"/>
                  </a:lnTo>
                  <a:lnTo>
                    <a:pt x="22633" y="4237"/>
                  </a:lnTo>
                  <a:lnTo>
                    <a:pt x="21762" y="3308"/>
                  </a:lnTo>
                  <a:lnTo>
                    <a:pt x="18454" y="1103"/>
                  </a:lnTo>
                  <a:lnTo>
                    <a:pt x="16075" y="290"/>
                  </a:lnTo>
                  <a:lnTo>
                    <a:pt x="1427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2"/>
            <p:cNvSpPr/>
            <p:nvPr/>
          </p:nvSpPr>
          <p:spPr>
            <a:xfrm>
              <a:off x="4842950" y="2366400"/>
              <a:ext cx="638375" cy="792150"/>
            </a:xfrm>
            <a:custGeom>
              <a:rect b="b" l="l" r="r" t="t"/>
              <a:pathLst>
                <a:path extrusionOk="0" h="31686" w="25535">
                  <a:moveTo>
                    <a:pt x="11259" y="0"/>
                  </a:moveTo>
                  <a:lnTo>
                    <a:pt x="8996" y="348"/>
                  </a:lnTo>
                  <a:lnTo>
                    <a:pt x="6965" y="1045"/>
                  </a:lnTo>
                  <a:lnTo>
                    <a:pt x="5224" y="1973"/>
                  </a:lnTo>
                  <a:lnTo>
                    <a:pt x="3773" y="3250"/>
                  </a:lnTo>
                  <a:lnTo>
                    <a:pt x="2612" y="4701"/>
                  </a:lnTo>
                  <a:lnTo>
                    <a:pt x="1858" y="6384"/>
                  </a:lnTo>
                  <a:lnTo>
                    <a:pt x="1394" y="8299"/>
                  </a:lnTo>
                  <a:lnTo>
                    <a:pt x="1394" y="9343"/>
                  </a:lnTo>
                  <a:lnTo>
                    <a:pt x="1452" y="10562"/>
                  </a:lnTo>
                  <a:lnTo>
                    <a:pt x="1974" y="12593"/>
                  </a:lnTo>
                  <a:lnTo>
                    <a:pt x="3019" y="14218"/>
                  </a:lnTo>
                  <a:lnTo>
                    <a:pt x="4411" y="15553"/>
                  </a:lnTo>
                  <a:lnTo>
                    <a:pt x="6965" y="17004"/>
                  </a:lnTo>
                  <a:lnTo>
                    <a:pt x="10795" y="18222"/>
                  </a:lnTo>
                  <a:lnTo>
                    <a:pt x="12710" y="18628"/>
                  </a:lnTo>
                  <a:lnTo>
                    <a:pt x="15147" y="19151"/>
                  </a:lnTo>
                  <a:lnTo>
                    <a:pt x="17875" y="20253"/>
                  </a:lnTo>
                  <a:lnTo>
                    <a:pt x="18687" y="21066"/>
                  </a:lnTo>
                  <a:lnTo>
                    <a:pt x="18919" y="21820"/>
                  </a:lnTo>
                  <a:lnTo>
                    <a:pt x="18977" y="22226"/>
                  </a:lnTo>
                  <a:lnTo>
                    <a:pt x="18861" y="22981"/>
                  </a:lnTo>
                  <a:lnTo>
                    <a:pt x="18165" y="24258"/>
                  </a:lnTo>
                  <a:lnTo>
                    <a:pt x="16714" y="25244"/>
                  </a:lnTo>
                  <a:lnTo>
                    <a:pt x="14567" y="25766"/>
                  </a:lnTo>
                  <a:lnTo>
                    <a:pt x="13290" y="25824"/>
                  </a:lnTo>
                  <a:lnTo>
                    <a:pt x="11433" y="25708"/>
                  </a:lnTo>
                  <a:lnTo>
                    <a:pt x="8125" y="24838"/>
                  </a:lnTo>
                  <a:lnTo>
                    <a:pt x="5398" y="23329"/>
                  </a:lnTo>
                  <a:lnTo>
                    <a:pt x="3193" y="21704"/>
                  </a:lnTo>
                  <a:lnTo>
                    <a:pt x="2322" y="20892"/>
                  </a:lnTo>
                  <a:lnTo>
                    <a:pt x="1" y="26405"/>
                  </a:lnTo>
                  <a:lnTo>
                    <a:pt x="1161" y="27565"/>
                  </a:lnTo>
                  <a:lnTo>
                    <a:pt x="4063" y="29480"/>
                  </a:lnTo>
                  <a:lnTo>
                    <a:pt x="7545" y="30873"/>
                  </a:lnTo>
                  <a:lnTo>
                    <a:pt x="11433" y="31628"/>
                  </a:lnTo>
                  <a:lnTo>
                    <a:pt x="13522" y="31686"/>
                  </a:lnTo>
                  <a:lnTo>
                    <a:pt x="14857" y="31686"/>
                  </a:lnTo>
                  <a:lnTo>
                    <a:pt x="17294" y="31337"/>
                  </a:lnTo>
                  <a:lnTo>
                    <a:pt x="19500" y="30641"/>
                  </a:lnTo>
                  <a:lnTo>
                    <a:pt x="21357" y="29654"/>
                  </a:lnTo>
                  <a:lnTo>
                    <a:pt x="22924" y="28378"/>
                  </a:lnTo>
                  <a:lnTo>
                    <a:pt x="24200" y="26869"/>
                  </a:lnTo>
                  <a:lnTo>
                    <a:pt x="25013" y="25070"/>
                  </a:lnTo>
                  <a:lnTo>
                    <a:pt x="25477" y="23097"/>
                  </a:lnTo>
                  <a:lnTo>
                    <a:pt x="25535" y="22052"/>
                  </a:lnTo>
                  <a:lnTo>
                    <a:pt x="25477" y="20892"/>
                  </a:lnTo>
                  <a:lnTo>
                    <a:pt x="24955" y="18919"/>
                  </a:lnTo>
                  <a:lnTo>
                    <a:pt x="24026" y="17294"/>
                  </a:lnTo>
                  <a:lnTo>
                    <a:pt x="22691" y="16017"/>
                  </a:lnTo>
                  <a:lnTo>
                    <a:pt x="20138" y="14508"/>
                  </a:lnTo>
                  <a:lnTo>
                    <a:pt x="15902" y="13173"/>
                  </a:lnTo>
                  <a:lnTo>
                    <a:pt x="13638" y="12709"/>
                  </a:lnTo>
                  <a:lnTo>
                    <a:pt x="11723" y="12303"/>
                  </a:lnTo>
                  <a:lnTo>
                    <a:pt x="9054" y="11142"/>
                  </a:lnTo>
                  <a:lnTo>
                    <a:pt x="8241" y="10214"/>
                  </a:lnTo>
                  <a:lnTo>
                    <a:pt x="7951" y="9459"/>
                  </a:lnTo>
                  <a:lnTo>
                    <a:pt x="7951" y="8995"/>
                  </a:lnTo>
                  <a:lnTo>
                    <a:pt x="8009" y="8299"/>
                  </a:lnTo>
                  <a:lnTo>
                    <a:pt x="8532" y="7196"/>
                  </a:lnTo>
                  <a:lnTo>
                    <a:pt x="9692" y="6384"/>
                  </a:lnTo>
                  <a:lnTo>
                    <a:pt x="11375" y="5920"/>
                  </a:lnTo>
                  <a:lnTo>
                    <a:pt x="12478" y="5861"/>
                  </a:lnTo>
                  <a:lnTo>
                    <a:pt x="13638" y="5920"/>
                  </a:lnTo>
                  <a:lnTo>
                    <a:pt x="15902" y="6326"/>
                  </a:lnTo>
                  <a:lnTo>
                    <a:pt x="18223" y="7196"/>
                  </a:lnTo>
                  <a:lnTo>
                    <a:pt x="20428" y="8531"/>
                  </a:lnTo>
                  <a:lnTo>
                    <a:pt x="21531" y="9343"/>
                  </a:lnTo>
                  <a:lnTo>
                    <a:pt x="25013" y="4469"/>
                  </a:lnTo>
                  <a:lnTo>
                    <a:pt x="23852" y="3540"/>
                  </a:lnTo>
                  <a:lnTo>
                    <a:pt x="21067" y="1915"/>
                  </a:lnTo>
                  <a:lnTo>
                    <a:pt x="17933" y="697"/>
                  </a:lnTo>
                  <a:lnTo>
                    <a:pt x="14393" y="58"/>
                  </a:lnTo>
                  <a:lnTo>
                    <a:pt x="1253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2"/>
            <p:cNvSpPr/>
            <p:nvPr/>
          </p:nvSpPr>
          <p:spPr>
            <a:xfrm>
              <a:off x="2531825" y="2364950"/>
              <a:ext cx="741400" cy="793600"/>
            </a:xfrm>
            <a:custGeom>
              <a:rect b="b" l="l" r="r" t="t"/>
              <a:pathLst>
                <a:path extrusionOk="0" h="31744" w="29656">
                  <a:moveTo>
                    <a:pt x="14799" y="6384"/>
                  </a:moveTo>
                  <a:lnTo>
                    <a:pt x="15669" y="6442"/>
                  </a:lnTo>
                  <a:lnTo>
                    <a:pt x="17236" y="6790"/>
                  </a:lnTo>
                  <a:lnTo>
                    <a:pt x="18687" y="7486"/>
                  </a:lnTo>
                  <a:lnTo>
                    <a:pt x="19906" y="8473"/>
                  </a:lnTo>
                  <a:lnTo>
                    <a:pt x="20950" y="9692"/>
                  </a:lnTo>
                  <a:lnTo>
                    <a:pt x="21705" y="11200"/>
                  </a:lnTo>
                  <a:lnTo>
                    <a:pt x="22285" y="12941"/>
                  </a:lnTo>
                  <a:lnTo>
                    <a:pt x="22575" y="14856"/>
                  </a:lnTo>
                  <a:lnTo>
                    <a:pt x="22575" y="15901"/>
                  </a:lnTo>
                  <a:lnTo>
                    <a:pt x="22575" y="16945"/>
                  </a:lnTo>
                  <a:lnTo>
                    <a:pt x="22285" y="18861"/>
                  </a:lnTo>
                  <a:lnTo>
                    <a:pt x="21705" y="20601"/>
                  </a:lnTo>
                  <a:lnTo>
                    <a:pt x="20892" y="22052"/>
                  </a:lnTo>
                  <a:lnTo>
                    <a:pt x="19906" y="23329"/>
                  </a:lnTo>
                  <a:lnTo>
                    <a:pt x="18629" y="24316"/>
                  </a:lnTo>
                  <a:lnTo>
                    <a:pt x="17236" y="25012"/>
                  </a:lnTo>
                  <a:lnTo>
                    <a:pt x="15669" y="25360"/>
                  </a:lnTo>
                  <a:lnTo>
                    <a:pt x="13986" y="25360"/>
                  </a:lnTo>
                  <a:lnTo>
                    <a:pt x="12420" y="25012"/>
                  </a:lnTo>
                  <a:lnTo>
                    <a:pt x="10969" y="24316"/>
                  </a:lnTo>
                  <a:lnTo>
                    <a:pt x="9750" y="23329"/>
                  </a:lnTo>
                  <a:lnTo>
                    <a:pt x="8706" y="22110"/>
                  </a:lnTo>
                  <a:lnTo>
                    <a:pt x="7893" y="20601"/>
                  </a:lnTo>
                  <a:lnTo>
                    <a:pt x="7371" y="18861"/>
                  </a:lnTo>
                  <a:lnTo>
                    <a:pt x="7081" y="16945"/>
                  </a:lnTo>
                  <a:lnTo>
                    <a:pt x="7023" y="15901"/>
                  </a:lnTo>
                  <a:lnTo>
                    <a:pt x="7081" y="14856"/>
                  </a:lnTo>
                  <a:lnTo>
                    <a:pt x="7371" y="12941"/>
                  </a:lnTo>
                  <a:lnTo>
                    <a:pt x="7893" y="11200"/>
                  </a:lnTo>
                  <a:lnTo>
                    <a:pt x="8706" y="9692"/>
                  </a:lnTo>
                  <a:lnTo>
                    <a:pt x="9750" y="8473"/>
                  </a:lnTo>
                  <a:lnTo>
                    <a:pt x="10969" y="7486"/>
                  </a:lnTo>
                  <a:lnTo>
                    <a:pt x="12362" y="6790"/>
                  </a:lnTo>
                  <a:lnTo>
                    <a:pt x="13986" y="6442"/>
                  </a:lnTo>
                  <a:lnTo>
                    <a:pt x="14799" y="6384"/>
                  </a:lnTo>
                  <a:close/>
                  <a:moveTo>
                    <a:pt x="14799" y="0"/>
                  </a:moveTo>
                  <a:lnTo>
                    <a:pt x="13232" y="58"/>
                  </a:lnTo>
                  <a:lnTo>
                    <a:pt x="10214" y="697"/>
                  </a:lnTo>
                  <a:lnTo>
                    <a:pt x="7545" y="1857"/>
                  </a:lnTo>
                  <a:lnTo>
                    <a:pt x="5166" y="3482"/>
                  </a:lnTo>
                  <a:lnTo>
                    <a:pt x="3192" y="5629"/>
                  </a:lnTo>
                  <a:lnTo>
                    <a:pt x="1684" y="8125"/>
                  </a:lnTo>
                  <a:lnTo>
                    <a:pt x="581" y="11026"/>
                  </a:lnTo>
                  <a:lnTo>
                    <a:pt x="59" y="14218"/>
                  </a:lnTo>
                  <a:lnTo>
                    <a:pt x="1" y="15901"/>
                  </a:lnTo>
                  <a:lnTo>
                    <a:pt x="59" y="17584"/>
                  </a:lnTo>
                  <a:lnTo>
                    <a:pt x="581" y="20776"/>
                  </a:lnTo>
                  <a:lnTo>
                    <a:pt x="1684" y="23677"/>
                  </a:lnTo>
                  <a:lnTo>
                    <a:pt x="3192" y="26173"/>
                  </a:lnTo>
                  <a:lnTo>
                    <a:pt x="5166" y="28262"/>
                  </a:lnTo>
                  <a:lnTo>
                    <a:pt x="7545" y="29945"/>
                  </a:lnTo>
                  <a:lnTo>
                    <a:pt x="10214" y="31105"/>
                  </a:lnTo>
                  <a:lnTo>
                    <a:pt x="13232" y="31686"/>
                  </a:lnTo>
                  <a:lnTo>
                    <a:pt x="14799" y="31744"/>
                  </a:lnTo>
                  <a:lnTo>
                    <a:pt x="16424" y="31686"/>
                  </a:lnTo>
                  <a:lnTo>
                    <a:pt x="19383" y="31105"/>
                  </a:lnTo>
                  <a:lnTo>
                    <a:pt x="22111" y="29945"/>
                  </a:lnTo>
                  <a:lnTo>
                    <a:pt x="24432" y="28262"/>
                  </a:lnTo>
                  <a:lnTo>
                    <a:pt x="26405" y="26173"/>
                  </a:lnTo>
                  <a:lnTo>
                    <a:pt x="27972" y="23677"/>
                  </a:lnTo>
                  <a:lnTo>
                    <a:pt x="29017" y="20776"/>
                  </a:lnTo>
                  <a:lnTo>
                    <a:pt x="29597" y="17584"/>
                  </a:lnTo>
                  <a:lnTo>
                    <a:pt x="29655" y="15901"/>
                  </a:lnTo>
                  <a:lnTo>
                    <a:pt x="29597" y="14218"/>
                  </a:lnTo>
                  <a:lnTo>
                    <a:pt x="29017" y="11026"/>
                  </a:lnTo>
                  <a:lnTo>
                    <a:pt x="27972" y="8125"/>
                  </a:lnTo>
                  <a:lnTo>
                    <a:pt x="26405" y="5629"/>
                  </a:lnTo>
                  <a:lnTo>
                    <a:pt x="24432" y="3482"/>
                  </a:lnTo>
                  <a:lnTo>
                    <a:pt x="22111" y="1857"/>
                  </a:lnTo>
                  <a:lnTo>
                    <a:pt x="19383" y="697"/>
                  </a:lnTo>
                  <a:lnTo>
                    <a:pt x="16424" y="58"/>
                  </a:lnTo>
                  <a:lnTo>
                    <a:pt x="1479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2"/>
            <p:cNvSpPr/>
            <p:nvPr/>
          </p:nvSpPr>
          <p:spPr>
            <a:xfrm>
              <a:off x="3335575" y="2364950"/>
              <a:ext cx="700750" cy="793600"/>
            </a:xfrm>
            <a:custGeom>
              <a:rect b="b" l="l" r="r" t="t"/>
              <a:pathLst>
                <a:path extrusionOk="0" h="31744" w="28030">
                  <a:moveTo>
                    <a:pt x="14451" y="0"/>
                  </a:moveTo>
                  <a:lnTo>
                    <a:pt x="12884" y="58"/>
                  </a:lnTo>
                  <a:lnTo>
                    <a:pt x="10040" y="697"/>
                  </a:lnTo>
                  <a:lnTo>
                    <a:pt x="7429" y="1857"/>
                  </a:lnTo>
                  <a:lnTo>
                    <a:pt x="5107" y="3540"/>
                  </a:lnTo>
                  <a:lnTo>
                    <a:pt x="3192" y="5687"/>
                  </a:lnTo>
                  <a:lnTo>
                    <a:pt x="1625" y="8183"/>
                  </a:lnTo>
                  <a:lnTo>
                    <a:pt x="581" y="11026"/>
                  </a:lnTo>
                  <a:lnTo>
                    <a:pt x="1" y="14218"/>
                  </a:lnTo>
                  <a:lnTo>
                    <a:pt x="1" y="15901"/>
                  </a:lnTo>
                  <a:lnTo>
                    <a:pt x="1" y="17584"/>
                  </a:lnTo>
                  <a:lnTo>
                    <a:pt x="581" y="20718"/>
                  </a:lnTo>
                  <a:lnTo>
                    <a:pt x="1625" y="23619"/>
                  </a:lnTo>
                  <a:lnTo>
                    <a:pt x="3192" y="26115"/>
                  </a:lnTo>
                  <a:lnTo>
                    <a:pt x="5107" y="28262"/>
                  </a:lnTo>
                  <a:lnTo>
                    <a:pt x="7429" y="29945"/>
                  </a:lnTo>
                  <a:lnTo>
                    <a:pt x="10040" y="31105"/>
                  </a:lnTo>
                  <a:lnTo>
                    <a:pt x="12884" y="31686"/>
                  </a:lnTo>
                  <a:lnTo>
                    <a:pt x="14451" y="31744"/>
                  </a:lnTo>
                  <a:lnTo>
                    <a:pt x="15669" y="31744"/>
                  </a:lnTo>
                  <a:lnTo>
                    <a:pt x="17932" y="31453"/>
                  </a:lnTo>
                  <a:lnTo>
                    <a:pt x="20080" y="30815"/>
                  </a:lnTo>
                  <a:lnTo>
                    <a:pt x="21995" y="29945"/>
                  </a:lnTo>
                  <a:lnTo>
                    <a:pt x="23736" y="28726"/>
                  </a:lnTo>
                  <a:lnTo>
                    <a:pt x="25244" y="27217"/>
                  </a:lnTo>
                  <a:lnTo>
                    <a:pt x="26521" y="25476"/>
                  </a:lnTo>
                  <a:lnTo>
                    <a:pt x="27624" y="23445"/>
                  </a:lnTo>
                  <a:lnTo>
                    <a:pt x="28030" y="22284"/>
                  </a:lnTo>
                  <a:lnTo>
                    <a:pt x="21821" y="19905"/>
                  </a:lnTo>
                  <a:lnTo>
                    <a:pt x="21124" y="21298"/>
                  </a:lnTo>
                  <a:lnTo>
                    <a:pt x="19615" y="23329"/>
                  </a:lnTo>
                  <a:lnTo>
                    <a:pt x="17816" y="24664"/>
                  </a:lnTo>
                  <a:lnTo>
                    <a:pt x="15669" y="25302"/>
                  </a:lnTo>
                  <a:lnTo>
                    <a:pt x="14451" y="25360"/>
                  </a:lnTo>
                  <a:lnTo>
                    <a:pt x="13638" y="25360"/>
                  </a:lnTo>
                  <a:lnTo>
                    <a:pt x="12187" y="25012"/>
                  </a:lnTo>
                  <a:lnTo>
                    <a:pt x="10853" y="24316"/>
                  </a:lnTo>
                  <a:lnTo>
                    <a:pt x="9634" y="23271"/>
                  </a:lnTo>
                  <a:lnTo>
                    <a:pt x="8647" y="22052"/>
                  </a:lnTo>
                  <a:lnTo>
                    <a:pt x="7893" y="20543"/>
                  </a:lnTo>
                  <a:lnTo>
                    <a:pt x="7313" y="18803"/>
                  </a:lnTo>
                  <a:lnTo>
                    <a:pt x="7022" y="16887"/>
                  </a:lnTo>
                  <a:lnTo>
                    <a:pt x="7022" y="15901"/>
                  </a:lnTo>
                  <a:lnTo>
                    <a:pt x="7080" y="14856"/>
                  </a:lnTo>
                  <a:lnTo>
                    <a:pt x="7313" y="12999"/>
                  </a:lnTo>
                  <a:lnTo>
                    <a:pt x="7893" y="11258"/>
                  </a:lnTo>
                  <a:lnTo>
                    <a:pt x="8647" y="9750"/>
                  </a:lnTo>
                  <a:lnTo>
                    <a:pt x="9634" y="8473"/>
                  </a:lnTo>
                  <a:lnTo>
                    <a:pt x="10853" y="7486"/>
                  </a:lnTo>
                  <a:lnTo>
                    <a:pt x="12187" y="6790"/>
                  </a:lnTo>
                  <a:lnTo>
                    <a:pt x="13638" y="6442"/>
                  </a:lnTo>
                  <a:lnTo>
                    <a:pt x="14451" y="6384"/>
                  </a:lnTo>
                  <a:lnTo>
                    <a:pt x="15669" y="6442"/>
                  </a:lnTo>
                  <a:lnTo>
                    <a:pt x="17816" y="7080"/>
                  </a:lnTo>
                  <a:lnTo>
                    <a:pt x="19615" y="8415"/>
                  </a:lnTo>
                  <a:lnTo>
                    <a:pt x="21124" y="10504"/>
                  </a:lnTo>
                  <a:lnTo>
                    <a:pt x="21821" y="11897"/>
                  </a:lnTo>
                  <a:lnTo>
                    <a:pt x="28030" y="9517"/>
                  </a:lnTo>
                  <a:lnTo>
                    <a:pt x="27624" y="8357"/>
                  </a:lnTo>
                  <a:lnTo>
                    <a:pt x="26521" y="6326"/>
                  </a:lnTo>
                  <a:lnTo>
                    <a:pt x="25244" y="4527"/>
                  </a:lnTo>
                  <a:lnTo>
                    <a:pt x="23736" y="3076"/>
                  </a:lnTo>
                  <a:lnTo>
                    <a:pt x="21995" y="1857"/>
                  </a:lnTo>
                  <a:lnTo>
                    <a:pt x="20080" y="987"/>
                  </a:lnTo>
                  <a:lnTo>
                    <a:pt x="17932" y="348"/>
                  </a:lnTo>
                  <a:lnTo>
                    <a:pt x="15669" y="58"/>
                  </a:lnTo>
                  <a:lnTo>
                    <a:pt x="1445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2"/>
            <p:cNvSpPr/>
            <p:nvPr/>
          </p:nvSpPr>
          <p:spPr>
            <a:xfrm>
              <a:off x="1699075" y="2026900"/>
              <a:ext cx="741375" cy="1131650"/>
            </a:xfrm>
            <a:custGeom>
              <a:rect b="b" l="l" r="r" t="t"/>
              <a:pathLst>
                <a:path extrusionOk="0" h="45266" w="29655">
                  <a:moveTo>
                    <a:pt x="14857" y="19906"/>
                  </a:moveTo>
                  <a:lnTo>
                    <a:pt x="15669" y="19964"/>
                  </a:lnTo>
                  <a:lnTo>
                    <a:pt x="17236" y="20312"/>
                  </a:lnTo>
                  <a:lnTo>
                    <a:pt x="18687" y="21008"/>
                  </a:lnTo>
                  <a:lnTo>
                    <a:pt x="19905" y="21995"/>
                  </a:lnTo>
                  <a:lnTo>
                    <a:pt x="20950" y="23214"/>
                  </a:lnTo>
                  <a:lnTo>
                    <a:pt x="21704" y="24722"/>
                  </a:lnTo>
                  <a:lnTo>
                    <a:pt x="22285" y="26463"/>
                  </a:lnTo>
                  <a:lnTo>
                    <a:pt x="22575" y="28378"/>
                  </a:lnTo>
                  <a:lnTo>
                    <a:pt x="22633" y="29423"/>
                  </a:lnTo>
                  <a:lnTo>
                    <a:pt x="22575" y="30467"/>
                  </a:lnTo>
                  <a:lnTo>
                    <a:pt x="22285" y="32383"/>
                  </a:lnTo>
                  <a:lnTo>
                    <a:pt x="21762" y="34123"/>
                  </a:lnTo>
                  <a:lnTo>
                    <a:pt x="20950" y="35574"/>
                  </a:lnTo>
                  <a:lnTo>
                    <a:pt x="19905" y="36851"/>
                  </a:lnTo>
                  <a:lnTo>
                    <a:pt x="18687" y="37838"/>
                  </a:lnTo>
                  <a:lnTo>
                    <a:pt x="17294" y="38534"/>
                  </a:lnTo>
                  <a:lnTo>
                    <a:pt x="15669" y="38882"/>
                  </a:lnTo>
                  <a:lnTo>
                    <a:pt x="13986" y="38882"/>
                  </a:lnTo>
                  <a:lnTo>
                    <a:pt x="12419" y="38534"/>
                  </a:lnTo>
                  <a:lnTo>
                    <a:pt x="10968" y="37838"/>
                  </a:lnTo>
                  <a:lnTo>
                    <a:pt x="9750" y="36851"/>
                  </a:lnTo>
                  <a:lnTo>
                    <a:pt x="8705" y="35632"/>
                  </a:lnTo>
                  <a:lnTo>
                    <a:pt x="7893" y="34123"/>
                  </a:lnTo>
                  <a:lnTo>
                    <a:pt x="7370" y="32383"/>
                  </a:lnTo>
                  <a:lnTo>
                    <a:pt x="7080" y="30467"/>
                  </a:lnTo>
                  <a:lnTo>
                    <a:pt x="7080" y="29423"/>
                  </a:lnTo>
                  <a:lnTo>
                    <a:pt x="7080" y="28378"/>
                  </a:lnTo>
                  <a:lnTo>
                    <a:pt x="7370" y="26463"/>
                  </a:lnTo>
                  <a:lnTo>
                    <a:pt x="7951" y="24722"/>
                  </a:lnTo>
                  <a:lnTo>
                    <a:pt x="8763" y="23214"/>
                  </a:lnTo>
                  <a:lnTo>
                    <a:pt x="9750" y="21995"/>
                  </a:lnTo>
                  <a:lnTo>
                    <a:pt x="11026" y="21008"/>
                  </a:lnTo>
                  <a:lnTo>
                    <a:pt x="12419" y="20312"/>
                  </a:lnTo>
                  <a:lnTo>
                    <a:pt x="13986" y="19964"/>
                  </a:lnTo>
                  <a:lnTo>
                    <a:pt x="14857" y="19906"/>
                  </a:lnTo>
                  <a:close/>
                  <a:moveTo>
                    <a:pt x="27566" y="1"/>
                  </a:moveTo>
                  <a:lnTo>
                    <a:pt x="27333" y="117"/>
                  </a:lnTo>
                  <a:lnTo>
                    <a:pt x="22749" y="2496"/>
                  </a:lnTo>
                  <a:lnTo>
                    <a:pt x="22633" y="2612"/>
                  </a:lnTo>
                  <a:lnTo>
                    <a:pt x="22633" y="2786"/>
                  </a:lnTo>
                  <a:lnTo>
                    <a:pt x="22633" y="17294"/>
                  </a:lnTo>
                  <a:lnTo>
                    <a:pt x="22575" y="17468"/>
                  </a:lnTo>
                  <a:lnTo>
                    <a:pt x="22285" y="17584"/>
                  </a:lnTo>
                  <a:lnTo>
                    <a:pt x="22169" y="17468"/>
                  </a:lnTo>
                  <a:lnTo>
                    <a:pt x="21530" y="16946"/>
                  </a:lnTo>
                  <a:lnTo>
                    <a:pt x="19267" y="15205"/>
                  </a:lnTo>
                  <a:lnTo>
                    <a:pt x="17700" y="14393"/>
                  </a:lnTo>
                  <a:lnTo>
                    <a:pt x="16772" y="14045"/>
                  </a:lnTo>
                  <a:lnTo>
                    <a:pt x="14450" y="13580"/>
                  </a:lnTo>
                  <a:lnTo>
                    <a:pt x="11897" y="13580"/>
                  </a:lnTo>
                  <a:lnTo>
                    <a:pt x="9227" y="14219"/>
                  </a:lnTo>
                  <a:lnTo>
                    <a:pt x="6790" y="15379"/>
                  </a:lnTo>
                  <a:lnTo>
                    <a:pt x="4701" y="17004"/>
                  </a:lnTo>
                  <a:lnTo>
                    <a:pt x="2902" y="19151"/>
                  </a:lnTo>
                  <a:lnTo>
                    <a:pt x="1509" y="21647"/>
                  </a:lnTo>
                  <a:lnTo>
                    <a:pt x="523" y="24548"/>
                  </a:lnTo>
                  <a:lnTo>
                    <a:pt x="58" y="27740"/>
                  </a:lnTo>
                  <a:lnTo>
                    <a:pt x="0" y="29423"/>
                  </a:lnTo>
                  <a:lnTo>
                    <a:pt x="58" y="31106"/>
                  </a:lnTo>
                  <a:lnTo>
                    <a:pt x="523" y="34298"/>
                  </a:lnTo>
                  <a:lnTo>
                    <a:pt x="1509" y="37199"/>
                  </a:lnTo>
                  <a:lnTo>
                    <a:pt x="2902" y="39695"/>
                  </a:lnTo>
                  <a:lnTo>
                    <a:pt x="4701" y="41784"/>
                  </a:lnTo>
                  <a:lnTo>
                    <a:pt x="6790" y="43467"/>
                  </a:lnTo>
                  <a:lnTo>
                    <a:pt x="9227" y="44627"/>
                  </a:lnTo>
                  <a:lnTo>
                    <a:pt x="11897" y="45208"/>
                  </a:lnTo>
                  <a:lnTo>
                    <a:pt x="13290" y="45266"/>
                  </a:lnTo>
                  <a:lnTo>
                    <a:pt x="14798" y="45208"/>
                  </a:lnTo>
                  <a:lnTo>
                    <a:pt x="17468" y="44511"/>
                  </a:lnTo>
                  <a:lnTo>
                    <a:pt x="19673" y="43351"/>
                  </a:lnTo>
                  <a:lnTo>
                    <a:pt x="21530" y="41958"/>
                  </a:lnTo>
                  <a:lnTo>
                    <a:pt x="22285" y="41261"/>
                  </a:lnTo>
                  <a:lnTo>
                    <a:pt x="22401" y="41087"/>
                  </a:lnTo>
                  <a:lnTo>
                    <a:pt x="22575" y="40913"/>
                  </a:lnTo>
                  <a:lnTo>
                    <a:pt x="22691" y="40855"/>
                  </a:lnTo>
                  <a:lnTo>
                    <a:pt x="22981" y="40913"/>
                  </a:lnTo>
                  <a:lnTo>
                    <a:pt x="23039" y="41087"/>
                  </a:lnTo>
                  <a:lnTo>
                    <a:pt x="23271" y="44685"/>
                  </a:lnTo>
                  <a:lnTo>
                    <a:pt x="29655" y="44685"/>
                  </a:lnTo>
                  <a:lnTo>
                    <a:pt x="29655" y="175"/>
                  </a:lnTo>
                  <a:lnTo>
                    <a:pt x="29597" y="59"/>
                  </a:lnTo>
                  <a:lnTo>
                    <a:pt x="29481"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2"/>
            <p:cNvSpPr/>
            <p:nvPr/>
          </p:nvSpPr>
          <p:spPr>
            <a:xfrm>
              <a:off x="5574175" y="2380900"/>
              <a:ext cx="175550" cy="763150"/>
            </a:xfrm>
            <a:custGeom>
              <a:rect b="b" l="l" r="r" t="t"/>
              <a:pathLst>
                <a:path extrusionOk="0" h="30526" w="7022">
                  <a:moveTo>
                    <a:pt x="4759" y="1"/>
                  </a:moveTo>
                  <a:lnTo>
                    <a:pt x="4585" y="117"/>
                  </a:lnTo>
                  <a:lnTo>
                    <a:pt x="116" y="2438"/>
                  </a:lnTo>
                  <a:lnTo>
                    <a:pt x="0" y="2554"/>
                  </a:lnTo>
                  <a:lnTo>
                    <a:pt x="0" y="2670"/>
                  </a:lnTo>
                  <a:lnTo>
                    <a:pt x="0" y="30525"/>
                  </a:lnTo>
                  <a:lnTo>
                    <a:pt x="7022" y="30525"/>
                  </a:lnTo>
                  <a:lnTo>
                    <a:pt x="7022" y="175"/>
                  </a:lnTo>
                  <a:lnTo>
                    <a:pt x="7022" y="59"/>
                  </a:lnTo>
                  <a:lnTo>
                    <a:pt x="6848"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2"/>
            <p:cNvSpPr/>
            <p:nvPr/>
          </p:nvSpPr>
          <p:spPr>
            <a:xfrm>
              <a:off x="5555300" y="2044325"/>
              <a:ext cx="213300" cy="213275"/>
            </a:xfrm>
            <a:custGeom>
              <a:rect b="b" l="l" r="r" t="t"/>
              <a:pathLst>
                <a:path extrusionOk="0" h="8531" w="8532">
                  <a:moveTo>
                    <a:pt x="4295" y="0"/>
                  </a:moveTo>
                  <a:lnTo>
                    <a:pt x="3425" y="58"/>
                  </a:lnTo>
                  <a:lnTo>
                    <a:pt x="1858" y="697"/>
                  </a:lnTo>
                  <a:lnTo>
                    <a:pt x="697" y="1857"/>
                  </a:lnTo>
                  <a:lnTo>
                    <a:pt x="59" y="3424"/>
                  </a:lnTo>
                  <a:lnTo>
                    <a:pt x="1" y="4295"/>
                  </a:lnTo>
                  <a:lnTo>
                    <a:pt x="59" y="5107"/>
                  </a:lnTo>
                  <a:lnTo>
                    <a:pt x="697" y="6674"/>
                  </a:lnTo>
                  <a:lnTo>
                    <a:pt x="1858" y="7835"/>
                  </a:lnTo>
                  <a:lnTo>
                    <a:pt x="3425" y="8473"/>
                  </a:lnTo>
                  <a:lnTo>
                    <a:pt x="4295" y="8531"/>
                  </a:lnTo>
                  <a:lnTo>
                    <a:pt x="5107" y="8473"/>
                  </a:lnTo>
                  <a:lnTo>
                    <a:pt x="6674" y="7835"/>
                  </a:lnTo>
                  <a:lnTo>
                    <a:pt x="7835" y="6674"/>
                  </a:lnTo>
                  <a:lnTo>
                    <a:pt x="8473" y="5107"/>
                  </a:lnTo>
                  <a:lnTo>
                    <a:pt x="8531" y="4295"/>
                  </a:lnTo>
                  <a:lnTo>
                    <a:pt x="8473" y="3424"/>
                  </a:lnTo>
                  <a:lnTo>
                    <a:pt x="7835" y="1857"/>
                  </a:lnTo>
                  <a:lnTo>
                    <a:pt x="6674" y="697"/>
                  </a:lnTo>
                  <a:lnTo>
                    <a:pt x="5107" y="58"/>
                  </a:lnTo>
                  <a:lnTo>
                    <a:pt x="429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2"/>
            <p:cNvSpPr/>
            <p:nvPr/>
          </p:nvSpPr>
          <p:spPr>
            <a:xfrm>
              <a:off x="248275" y="2324325"/>
              <a:ext cx="851650" cy="851625"/>
            </a:xfrm>
            <a:custGeom>
              <a:rect b="b" l="l" r="r" t="t"/>
              <a:pathLst>
                <a:path extrusionOk="0" h="34065" w="34066">
                  <a:moveTo>
                    <a:pt x="1161" y="0"/>
                  </a:moveTo>
                  <a:lnTo>
                    <a:pt x="697" y="116"/>
                  </a:lnTo>
                  <a:lnTo>
                    <a:pt x="58" y="697"/>
                  </a:lnTo>
                  <a:lnTo>
                    <a:pt x="0" y="1161"/>
                  </a:lnTo>
                  <a:lnTo>
                    <a:pt x="0" y="32904"/>
                  </a:lnTo>
                  <a:lnTo>
                    <a:pt x="58" y="33369"/>
                  </a:lnTo>
                  <a:lnTo>
                    <a:pt x="697" y="34007"/>
                  </a:lnTo>
                  <a:lnTo>
                    <a:pt x="1161" y="34065"/>
                  </a:lnTo>
                  <a:lnTo>
                    <a:pt x="32904" y="34065"/>
                  </a:lnTo>
                  <a:lnTo>
                    <a:pt x="33369" y="34007"/>
                  </a:lnTo>
                  <a:lnTo>
                    <a:pt x="33949" y="33369"/>
                  </a:lnTo>
                  <a:lnTo>
                    <a:pt x="34065" y="32904"/>
                  </a:lnTo>
                  <a:lnTo>
                    <a:pt x="34065" y="20834"/>
                  </a:lnTo>
                  <a:lnTo>
                    <a:pt x="14392" y="20834"/>
                  </a:lnTo>
                  <a:lnTo>
                    <a:pt x="13928" y="20776"/>
                  </a:lnTo>
                  <a:lnTo>
                    <a:pt x="13290" y="20137"/>
                  </a:lnTo>
                  <a:lnTo>
                    <a:pt x="13232" y="19673"/>
                  </a:lnTo>
                  <a:lnTo>
                    <a:pt x="13232" y="0"/>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62"/>
            <p:cNvSpPr/>
            <p:nvPr/>
          </p:nvSpPr>
          <p:spPr>
            <a:xfrm>
              <a:off x="579050" y="1995000"/>
              <a:ext cx="851650" cy="850175"/>
            </a:xfrm>
            <a:custGeom>
              <a:rect b="b" l="l" r="r" t="t"/>
              <a:pathLst>
                <a:path extrusionOk="0" h="34007" w="34066">
                  <a:moveTo>
                    <a:pt x="1161" y="0"/>
                  </a:moveTo>
                  <a:lnTo>
                    <a:pt x="697" y="58"/>
                  </a:lnTo>
                  <a:lnTo>
                    <a:pt x="59" y="639"/>
                  </a:lnTo>
                  <a:lnTo>
                    <a:pt x="1" y="1103"/>
                  </a:lnTo>
                  <a:lnTo>
                    <a:pt x="1" y="13173"/>
                  </a:lnTo>
                  <a:lnTo>
                    <a:pt x="12768" y="13173"/>
                  </a:lnTo>
                  <a:lnTo>
                    <a:pt x="13348" y="13289"/>
                  </a:lnTo>
                  <a:lnTo>
                    <a:pt x="13754" y="13580"/>
                  </a:lnTo>
                  <a:lnTo>
                    <a:pt x="20428" y="20253"/>
                  </a:lnTo>
                  <a:lnTo>
                    <a:pt x="20718" y="20659"/>
                  </a:lnTo>
                  <a:lnTo>
                    <a:pt x="20834" y="21240"/>
                  </a:lnTo>
                  <a:lnTo>
                    <a:pt x="20834" y="34007"/>
                  </a:lnTo>
                  <a:lnTo>
                    <a:pt x="22169" y="33949"/>
                  </a:lnTo>
                  <a:lnTo>
                    <a:pt x="24780" y="33310"/>
                  </a:lnTo>
                  <a:lnTo>
                    <a:pt x="27102" y="32150"/>
                  </a:lnTo>
                  <a:lnTo>
                    <a:pt x="29249" y="30409"/>
                  </a:lnTo>
                  <a:lnTo>
                    <a:pt x="31048" y="28146"/>
                  </a:lnTo>
                  <a:lnTo>
                    <a:pt x="32440" y="25476"/>
                  </a:lnTo>
                  <a:lnTo>
                    <a:pt x="33485" y="22342"/>
                  </a:lnTo>
                  <a:lnTo>
                    <a:pt x="34007" y="18860"/>
                  </a:lnTo>
                  <a:lnTo>
                    <a:pt x="34065" y="17003"/>
                  </a:lnTo>
                  <a:lnTo>
                    <a:pt x="34007" y="15088"/>
                  </a:lnTo>
                  <a:lnTo>
                    <a:pt x="33427" y="11607"/>
                  </a:lnTo>
                  <a:lnTo>
                    <a:pt x="32266" y="8531"/>
                  </a:lnTo>
                  <a:lnTo>
                    <a:pt x="30700" y="5803"/>
                  </a:lnTo>
                  <a:lnTo>
                    <a:pt x="28668" y="3598"/>
                  </a:lnTo>
                  <a:lnTo>
                    <a:pt x="26289" y="1857"/>
                  </a:lnTo>
                  <a:lnTo>
                    <a:pt x="23620" y="639"/>
                  </a:lnTo>
                  <a:lnTo>
                    <a:pt x="20602"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2"/>
            <p:cNvSpPr/>
            <p:nvPr/>
          </p:nvSpPr>
          <p:spPr>
            <a:xfrm>
              <a:off x="579050" y="2324325"/>
              <a:ext cx="520875" cy="520850"/>
            </a:xfrm>
            <a:custGeom>
              <a:rect b="b" l="l" r="r" t="t"/>
              <a:pathLst>
                <a:path extrusionOk="0" h="20834" w="20835">
                  <a:moveTo>
                    <a:pt x="1" y="0"/>
                  </a:moveTo>
                  <a:lnTo>
                    <a:pt x="1" y="19673"/>
                  </a:lnTo>
                  <a:lnTo>
                    <a:pt x="59" y="20137"/>
                  </a:lnTo>
                  <a:lnTo>
                    <a:pt x="697" y="20776"/>
                  </a:lnTo>
                  <a:lnTo>
                    <a:pt x="1161" y="20834"/>
                  </a:lnTo>
                  <a:lnTo>
                    <a:pt x="20834" y="20834"/>
                  </a:lnTo>
                  <a:lnTo>
                    <a:pt x="20834" y="8067"/>
                  </a:lnTo>
                  <a:lnTo>
                    <a:pt x="20718" y="7486"/>
                  </a:lnTo>
                  <a:lnTo>
                    <a:pt x="20428" y="7080"/>
                  </a:lnTo>
                  <a:lnTo>
                    <a:pt x="13754" y="407"/>
                  </a:lnTo>
                  <a:lnTo>
                    <a:pt x="13348" y="116"/>
                  </a:lnTo>
                  <a:lnTo>
                    <a:pt x="1276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2"/>
            <p:cNvSpPr/>
            <p:nvPr/>
          </p:nvSpPr>
          <p:spPr>
            <a:xfrm>
              <a:off x="4113200" y="2380900"/>
              <a:ext cx="665950" cy="777650"/>
            </a:xfrm>
            <a:custGeom>
              <a:rect b="b" l="l" r="r" t="t"/>
              <a:pathLst>
                <a:path extrusionOk="0" h="31106" w="26638">
                  <a:moveTo>
                    <a:pt x="1" y="1"/>
                  </a:moveTo>
                  <a:lnTo>
                    <a:pt x="1" y="16540"/>
                  </a:lnTo>
                  <a:lnTo>
                    <a:pt x="59" y="18861"/>
                  </a:lnTo>
                  <a:lnTo>
                    <a:pt x="639" y="22633"/>
                  </a:lnTo>
                  <a:lnTo>
                    <a:pt x="1800" y="25535"/>
                  </a:lnTo>
                  <a:lnTo>
                    <a:pt x="3367" y="27740"/>
                  </a:lnTo>
                  <a:lnTo>
                    <a:pt x="5282" y="29307"/>
                  </a:lnTo>
                  <a:lnTo>
                    <a:pt x="7429" y="30293"/>
                  </a:lnTo>
                  <a:lnTo>
                    <a:pt x="9750" y="30873"/>
                  </a:lnTo>
                  <a:lnTo>
                    <a:pt x="12129" y="31106"/>
                  </a:lnTo>
                  <a:lnTo>
                    <a:pt x="14509" y="31106"/>
                  </a:lnTo>
                  <a:lnTo>
                    <a:pt x="16888" y="30873"/>
                  </a:lnTo>
                  <a:lnTo>
                    <a:pt x="19151" y="30293"/>
                  </a:lnTo>
                  <a:lnTo>
                    <a:pt x="21357" y="29307"/>
                  </a:lnTo>
                  <a:lnTo>
                    <a:pt x="23214" y="27740"/>
                  </a:lnTo>
                  <a:lnTo>
                    <a:pt x="24780" y="25535"/>
                  </a:lnTo>
                  <a:lnTo>
                    <a:pt x="25941" y="22633"/>
                  </a:lnTo>
                  <a:lnTo>
                    <a:pt x="26579" y="18861"/>
                  </a:lnTo>
                  <a:lnTo>
                    <a:pt x="26637" y="16540"/>
                  </a:lnTo>
                  <a:lnTo>
                    <a:pt x="26637" y="1"/>
                  </a:lnTo>
                  <a:lnTo>
                    <a:pt x="19558" y="1"/>
                  </a:lnTo>
                  <a:lnTo>
                    <a:pt x="19558" y="18339"/>
                  </a:lnTo>
                  <a:lnTo>
                    <a:pt x="19558" y="19093"/>
                  </a:lnTo>
                  <a:lnTo>
                    <a:pt x="19151" y="21124"/>
                  </a:lnTo>
                  <a:lnTo>
                    <a:pt x="18281" y="22691"/>
                  </a:lnTo>
                  <a:lnTo>
                    <a:pt x="17352" y="23619"/>
                  </a:lnTo>
                  <a:lnTo>
                    <a:pt x="16076" y="24316"/>
                  </a:lnTo>
                  <a:lnTo>
                    <a:pt x="14335" y="24722"/>
                  </a:lnTo>
                  <a:lnTo>
                    <a:pt x="12245" y="24722"/>
                  </a:lnTo>
                  <a:lnTo>
                    <a:pt x="10563" y="24316"/>
                  </a:lnTo>
                  <a:lnTo>
                    <a:pt x="9228" y="23619"/>
                  </a:lnTo>
                  <a:lnTo>
                    <a:pt x="8299" y="22691"/>
                  </a:lnTo>
                  <a:lnTo>
                    <a:pt x="7429" y="21124"/>
                  </a:lnTo>
                  <a:lnTo>
                    <a:pt x="7023" y="19093"/>
                  </a:lnTo>
                  <a:lnTo>
                    <a:pt x="7023" y="18339"/>
                  </a:lnTo>
                  <a:lnTo>
                    <a:pt x="7023"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2"/>
            <p:cNvSpPr/>
            <p:nvPr/>
          </p:nvSpPr>
          <p:spPr>
            <a:xfrm>
              <a:off x="1751300" y="3410975"/>
              <a:ext cx="3862050" cy="311925"/>
            </a:xfrm>
            <a:custGeom>
              <a:rect b="b" l="l" r="r" t="t"/>
              <a:pathLst>
                <a:path extrusionOk="0" h="12477" w="154482">
                  <a:moveTo>
                    <a:pt x="12245" y="464"/>
                  </a:moveTo>
                  <a:lnTo>
                    <a:pt x="12245" y="1973"/>
                  </a:lnTo>
                  <a:lnTo>
                    <a:pt x="13580" y="1973"/>
                  </a:lnTo>
                  <a:lnTo>
                    <a:pt x="13580" y="464"/>
                  </a:lnTo>
                  <a:close/>
                  <a:moveTo>
                    <a:pt x="29075" y="464"/>
                  </a:moveTo>
                  <a:lnTo>
                    <a:pt x="29075" y="1973"/>
                  </a:lnTo>
                  <a:lnTo>
                    <a:pt x="30409" y="1973"/>
                  </a:lnTo>
                  <a:lnTo>
                    <a:pt x="30409" y="464"/>
                  </a:lnTo>
                  <a:close/>
                  <a:moveTo>
                    <a:pt x="141657" y="464"/>
                  </a:moveTo>
                  <a:lnTo>
                    <a:pt x="141657" y="1973"/>
                  </a:lnTo>
                  <a:lnTo>
                    <a:pt x="143050" y="1973"/>
                  </a:lnTo>
                  <a:lnTo>
                    <a:pt x="143050" y="464"/>
                  </a:lnTo>
                  <a:close/>
                  <a:moveTo>
                    <a:pt x="3018" y="1683"/>
                  </a:moveTo>
                  <a:lnTo>
                    <a:pt x="3889" y="1741"/>
                  </a:lnTo>
                  <a:lnTo>
                    <a:pt x="4643" y="2147"/>
                  </a:lnTo>
                  <a:lnTo>
                    <a:pt x="4875" y="2670"/>
                  </a:lnTo>
                  <a:lnTo>
                    <a:pt x="4875" y="2960"/>
                  </a:lnTo>
                  <a:lnTo>
                    <a:pt x="4875" y="3250"/>
                  </a:lnTo>
                  <a:lnTo>
                    <a:pt x="4643" y="3772"/>
                  </a:lnTo>
                  <a:lnTo>
                    <a:pt x="3889" y="4236"/>
                  </a:lnTo>
                  <a:lnTo>
                    <a:pt x="3018" y="4294"/>
                  </a:lnTo>
                  <a:lnTo>
                    <a:pt x="1393" y="4294"/>
                  </a:lnTo>
                  <a:lnTo>
                    <a:pt x="1393" y="1683"/>
                  </a:lnTo>
                  <a:close/>
                  <a:moveTo>
                    <a:pt x="71438" y="4294"/>
                  </a:moveTo>
                  <a:lnTo>
                    <a:pt x="72134" y="4352"/>
                  </a:lnTo>
                  <a:lnTo>
                    <a:pt x="73005" y="5223"/>
                  </a:lnTo>
                  <a:lnTo>
                    <a:pt x="73179" y="5977"/>
                  </a:lnTo>
                  <a:lnTo>
                    <a:pt x="69697" y="5977"/>
                  </a:lnTo>
                  <a:lnTo>
                    <a:pt x="69871" y="5223"/>
                  </a:lnTo>
                  <a:lnTo>
                    <a:pt x="70800" y="4352"/>
                  </a:lnTo>
                  <a:lnTo>
                    <a:pt x="71438" y="4294"/>
                  </a:lnTo>
                  <a:close/>
                  <a:moveTo>
                    <a:pt x="78460" y="4294"/>
                  </a:moveTo>
                  <a:lnTo>
                    <a:pt x="79156" y="4352"/>
                  </a:lnTo>
                  <a:lnTo>
                    <a:pt x="80027" y="5223"/>
                  </a:lnTo>
                  <a:lnTo>
                    <a:pt x="80201" y="5977"/>
                  </a:lnTo>
                  <a:lnTo>
                    <a:pt x="76719" y="5977"/>
                  </a:lnTo>
                  <a:lnTo>
                    <a:pt x="76893" y="5223"/>
                  </a:lnTo>
                  <a:lnTo>
                    <a:pt x="77822" y="4352"/>
                  </a:lnTo>
                  <a:lnTo>
                    <a:pt x="78460" y="4294"/>
                  </a:lnTo>
                  <a:close/>
                  <a:moveTo>
                    <a:pt x="95811" y="4294"/>
                  </a:moveTo>
                  <a:lnTo>
                    <a:pt x="96450" y="4352"/>
                  </a:lnTo>
                  <a:lnTo>
                    <a:pt x="97378" y="5223"/>
                  </a:lnTo>
                  <a:lnTo>
                    <a:pt x="97552" y="5977"/>
                  </a:lnTo>
                  <a:lnTo>
                    <a:pt x="94070" y="5977"/>
                  </a:lnTo>
                  <a:lnTo>
                    <a:pt x="94245" y="5223"/>
                  </a:lnTo>
                  <a:lnTo>
                    <a:pt x="95115" y="4352"/>
                  </a:lnTo>
                  <a:lnTo>
                    <a:pt x="95811" y="4294"/>
                  </a:lnTo>
                  <a:close/>
                  <a:moveTo>
                    <a:pt x="151406" y="4294"/>
                  </a:moveTo>
                  <a:lnTo>
                    <a:pt x="152103" y="4352"/>
                  </a:lnTo>
                  <a:lnTo>
                    <a:pt x="152973" y="5223"/>
                  </a:lnTo>
                  <a:lnTo>
                    <a:pt x="153147" y="5977"/>
                  </a:lnTo>
                  <a:lnTo>
                    <a:pt x="149665" y="5977"/>
                  </a:lnTo>
                  <a:lnTo>
                    <a:pt x="149839" y="5223"/>
                  </a:lnTo>
                  <a:lnTo>
                    <a:pt x="150768" y="4352"/>
                  </a:lnTo>
                  <a:lnTo>
                    <a:pt x="151406" y="4294"/>
                  </a:lnTo>
                  <a:close/>
                  <a:moveTo>
                    <a:pt x="52345" y="1857"/>
                  </a:moveTo>
                  <a:lnTo>
                    <a:pt x="53912" y="6151"/>
                  </a:lnTo>
                  <a:lnTo>
                    <a:pt x="50779" y="6151"/>
                  </a:lnTo>
                  <a:lnTo>
                    <a:pt x="52345" y="1857"/>
                  </a:lnTo>
                  <a:close/>
                  <a:moveTo>
                    <a:pt x="3308" y="5513"/>
                  </a:moveTo>
                  <a:lnTo>
                    <a:pt x="4295" y="5571"/>
                  </a:lnTo>
                  <a:lnTo>
                    <a:pt x="5107" y="6093"/>
                  </a:lnTo>
                  <a:lnTo>
                    <a:pt x="5339" y="6674"/>
                  </a:lnTo>
                  <a:lnTo>
                    <a:pt x="5397" y="7080"/>
                  </a:lnTo>
                  <a:lnTo>
                    <a:pt x="5339" y="7370"/>
                  </a:lnTo>
                  <a:lnTo>
                    <a:pt x="5107" y="7892"/>
                  </a:lnTo>
                  <a:lnTo>
                    <a:pt x="4237" y="8415"/>
                  </a:lnTo>
                  <a:lnTo>
                    <a:pt x="3308" y="8473"/>
                  </a:lnTo>
                  <a:lnTo>
                    <a:pt x="1393" y="8473"/>
                  </a:lnTo>
                  <a:lnTo>
                    <a:pt x="1393" y="5513"/>
                  </a:lnTo>
                  <a:close/>
                  <a:moveTo>
                    <a:pt x="25012" y="4294"/>
                  </a:moveTo>
                  <a:lnTo>
                    <a:pt x="25709" y="4643"/>
                  </a:lnTo>
                  <a:lnTo>
                    <a:pt x="26173" y="5223"/>
                  </a:lnTo>
                  <a:lnTo>
                    <a:pt x="26463" y="5977"/>
                  </a:lnTo>
                  <a:lnTo>
                    <a:pt x="26463" y="6442"/>
                  </a:lnTo>
                  <a:lnTo>
                    <a:pt x="26463" y="6906"/>
                  </a:lnTo>
                  <a:lnTo>
                    <a:pt x="26173" y="7718"/>
                  </a:lnTo>
                  <a:lnTo>
                    <a:pt x="25709" y="8299"/>
                  </a:lnTo>
                  <a:lnTo>
                    <a:pt x="25012" y="8589"/>
                  </a:lnTo>
                  <a:lnTo>
                    <a:pt x="24664" y="8647"/>
                  </a:lnTo>
                  <a:lnTo>
                    <a:pt x="24258" y="8589"/>
                  </a:lnTo>
                  <a:lnTo>
                    <a:pt x="23561" y="8299"/>
                  </a:lnTo>
                  <a:lnTo>
                    <a:pt x="23097" y="7718"/>
                  </a:lnTo>
                  <a:lnTo>
                    <a:pt x="22807" y="6906"/>
                  </a:lnTo>
                  <a:lnTo>
                    <a:pt x="22807" y="6442"/>
                  </a:lnTo>
                  <a:lnTo>
                    <a:pt x="22807" y="5977"/>
                  </a:lnTo>
                  <a:lnTo>
                    <a:pt x="23097" y="5223"/>
                  </a:lnTo>
                  <a:lnTo>
                    <a:pt x="23561" y="4643"/>
                  </a:lnTo>
                  <a:lnTo>
                    <a:pt x="24258" y="4294"/>
                  </a:lnTo>
                  <a:close/>
                  <a:moveTo>
                    <a:pt x="41900" y="4294"/>
                  </a:moveTo>
                  <a:lnTo>
                    <a:pt x="42538" y="4643"/>
                  </a:lnTo>
                  <a:lnTo>
                    <a:pt x="43060" y="5223"/>
                  </a:lnTo>
                  <a:lnTo>
                    <a:pt x="43292" y="5977"/>
                  </a:lnTo>
                  <a:lnTo>
                    <a:pt x="43350" y="6442"/>
                  </a:lnTo>
                  <a:lnTo>
                    <a:pt x="43292" y="6906"/>
                  </a:lnTo>
                  <a:lnTo>
                    <a:pt x="43060" y="7718"/>
                  </a:lnTo>
                  <a:lnTo>
                    <a:pt x="42538" y="8299"/>
                  </a:lnTo>
                  <a:lnTo>
                    <a:pt x="41900" y="8589"/>
                  </a:lnTo>
                  <a:lnTo>
                    <a:pt x="41493" y="8647"/>
                  </a:lnTo>
                  <a:lnTo>
                    <a:pt x="41087" y="8589"/>
                  </a:lnTo>
                  <a:lnTo>
                    <a:pt x="40449" y="8299"/>
                  </a:lnTo>
                  <a:lnTo>
                    <a:pt x="39927" y="7718"/>
                  </a:lnTo>
                  <a:lnTo>
                    <a:pt x="39694" y="6906"/>
                  </a:lnTo>
                  <a:lnTo>
                    <a:pt x="39636" y="6442"/>
                  </a:lnTo>
                  <a:lnTo>
                    <a:pt x="39694" y="5977"/>
                  </a:lnTo>
                  <a:lnTo>
                    <a:pt x="39927" y="5223"/>
                  </a:lnTo>
                  <a:lnTo>
                    <a:pt x="40449" y="4643"/>
                  </a:lnTo>
                  <a:lnTo>
                    <a:pt x="41087" y="4294"/>
                  </a:lnTo>
                  <a:close/>
                  <a:moveTo>
                    <a:pt x="60412" y="4294"/>
                  </a:moveTo>
                  <a:lnTo>
                    <a:pt x="61108" y="4643"/>
                  </a:lnTo>
                  <a:lnTo>
                    <a:pt x="61573" y="5223"/>
                  </a:lnTo>
                  <a:lnTo>
                    <a:pt x="61863" y="5977"/>
                  </a:lnTo>
                  <a:lnTo>
                    <a:pt x="61863" y="6442"/>
                  </a:lnTo>
                  <a:lnTo>
                    <a:pt x="61863" y="6906"/>
                  </a:lnTo>
                  <a:lnTo>
                    <a:pt x="61573" y="7718"/>
                  </a:lnTo>
                  <a:lnTo>
                    <a:pt x="61108" y="8299"/>
                  </a:lnTo>
                  <a:lnTo>
                    <a:pt x="60412" y="8589"/>
                  </a:lnTo>
                  <a:lnTo>
                    <a:pt x="60064" y="8647"/>
                  </a:lnTo>
                  <a:lnTo>
                    <a:pt x="59657" y="8589"/>
                  </a:lnTo>
                  <a:lnTo>
                    <a:pt x="58961" y="8299"/>
                  </a:lnTo>
                  <a:lnTo>
                    <a:pt x="58497" y="7718"/>
                  </a:lnTo>
                  <a:lnTo>
                    <a:pt x="58207" y="6906"/>
                  </a:lnTo>
                  <a:lnTo>
                    <a:pt x="58207" y="6442"/>
                  </a:lnTo>
                  <a:lnTo>
                    <a:pt x="58207" y="5977"/>
                  </a:lnTo>
                  <a:lnTo>
                    <a:pt x="58497" y="5223"/>
                  </a:lnTo>
                  <a:lnTo>
                    <a:pt x="58961" y="4643"/>
                  </a:lnTo>
                  <a:lnTo>
                    <a:pt x="59657" y="4294"/>
                  </a:lnTo>
                  <a:close/>
                  <a:moveTo>
                    <a:pt x="128077" y="4294"/>
                  </a:moveTo>
                  <a:lnTo>
                    <a:pt x="128716" y="4643"/>
                  </a:lnTo>
                  <a:lnTo>
                    <a:pt x="129238" y="5223"/>
                  </a:lnTo>
                  <a:lnTo>
                    <a:pt x="129470" y="6035"/>
                  </a:lnTo>
                  <a:lnTo>
                    <a:pt x="129528" y="6500"/>
                  </a:lnTo>
                  <a:lnTo>
                    <a:pt x="129470" y="6964"/>
                  </a:lnTo>
                  <a:lnTo>
                    <a:pt x="129238" y="7776"/>
                  </a:lnTo>
                  <a:lnTo>
                    <a:pt x="128716" y="8357"/>
                  </a:lnTo>
                  <a:lnTo>
                    <a:pt x="128077" y="8647"/>
                  </a:lnTo>
                  <a:lnTo>
                    <a:pt x="127671" y="8705"/>
                  </a:lnTo>
                  <a:lnTo>
                    <a:pt x="127265" y="8647"/>
                  </a:lnTo>
                  <a:lnTo>
                    <a:pt x="126626" y="8357"/>
                  </a:lnTo>
                  <a:lnTo>
                    <a:pt x="126104" y="7776"/>
                  </a:lnTo>
                  <a:lnTo>
                    <a:pt x="125872" y="6964"/>
                  </a:lnTo>
                  <a:lnTo>
                    <a:pt x="125814" y="6500"/>
                  </a:lnTo>
                  <a:lnTo>
                    <a:pt x="125872" y="6035"/>
                  </a:lnTo>
                  <a:lnTo>
                    <a:pt x="126104" y="5223"/>
                  </a:lnTo>
                  <a:lnTo>
                    <a:pt x="126626" y="4643"/>
                  </a:lnTo>
                  <a:lnTo>
                    <a:pt x="127265" y="4294"/>
                  </a:lnTo>
                  <a:close/>
                  <a:moveTo>
                    <a:pt x="0" y="406"/>
                  </a:moveTo>
                  <a:lnTo>
                    <a:pt x="0" y="9691"/>
                  </a:lnTo>
                  <a:lnTo>
                    <a:pt x="4121" y="9691"/>
                  </a:lnTo>
                  <a:lnTo>
                    <a:pt x="5339" y="9343"/>
                  </a:lnTo>
                  <a:lnTo>
                    <a:pt x="6210" y="8647"/>
                  </a:lnTo>
                  <a:lnTo>
                    <a:pt x="6674" y="7718"/>
                  </a:lnTo>
                  <a:lnTo>
                    <a:pt x="6674" y="7138"/>
                  </a:lnTo>
                  <a:lnTo>
                    <a:pt x="6616" y="6326"/>
                  </a:lnTo>
                  <a:lnTo>
                    <a:pt x="5746" y="5165"/>
                  </a:lnTo>
                  <a:lnTo>
                    <a:pt x="4933" y="4817"/>
                  </a:lnTo>
                  <a:lnTo>
                    <a:pt x="5514" y="4469"/>
                  </a:lnTo>
                  <a:lnTo>
                    <a:pt x="6152" y="3482"/>
                  </a:lnTo>
                  <a:lnTo>
                    <a:pt x="6210" y="2844"/>
                  </a:lnTo>
                  <a:lnTo>
                    <a:pt x="6152" y="2321"/>
                  </a:lnTo>
                  <a:lnTo>
                    <a:pt x="5746" y="1393"/>
                  </a:lnTo>
                  <a:lnTo>
                    <a:pt x="4933" y="755"/>
                  </a:lnTo>
                  <a:lnTo>
                    <a:pt x="3773" y="464"/>
                  </a:lnTo>
                  <a:lnTo>
                    <a:pt x="3018" y="406"/>
                  </a:lnTo>
                  <a:close/>
                  <a:moveTo>
                    <a:pt x="10852" y="3134"/>
                  </a:moveTo>
                  <a:lnTo>
                    <a:pt x="10214" y="3192"/>
                  </a:lnTo>
                  <a:lnTo>
                    <a:pt x="9228" y="3888"/>
                  </a:lnTo>
                  <a:lnTo>
                    <a:pt x="8937" y="4527"/>
                  </a:lnTo>
                  <a:lnTo>
                    <a:pt x="8879" y="4527"/>
                  </a:lnTo>
                  <a:lnTo>
                    <a:pt x="8821" y="3250"/>
                  </a:lnTo>
                  <a:lnTo>
                    <a:pt x="7719" y="3250"/>
                  </a:lnTo>
                  <a:lnTo>
                    <a:pt x="7719" y="9691"/>
                  </a:lnTo>
                  <a:lnTo>
                    <a:pt x="8995" y="9691"/>
                  </a:lnTo>
                  <a:lnTo>
                    <a:pt x="8995" y="7196"/>
                  </a:lnTo>
                  <a:lnTo>
                    <a:pt x="8995" y="6442"/>
                  </a:lnTo>
                  <a:lnTo>
                    <a:pt x="9053" y="6035"/>
                  </a:lnTo>
                  <a:lnTo>
                    <a:pt x="9228" y="5281"/>
                  </a:lnTo>
                  <a:lnTo>
                    <a:pt x="10040" y="4352"/>
                  </a:lnTo>
                  <a:lnTo>
                    <a:pt x="10678" y="4294"/>
                  </a:lnTo>
                  <a:lnTo>
                    <a:pt x="10969" y="4294"/>
                  </a:lnTo>
                  <a:lnTo>
                    <a:pt x="11259" y="4352"/>
                  </a:lnTo>
                  <a:lnTo>
                    <a:pt x="11317" y="3134"/>
                  </a:lnTo>
                  <a:close/>
                  <a:moveTo>
                    <a:pt x="12245" y="3250"/>
                  </a:moveTo>
                  <a:lnTo>
                    <a:pt x="12245" y="9691"/>
                  </a:lnTo>
                  <a:lnTo>
                    <a:pt x="13522" y="9691"/>
                  </a:lnTo>
                  <a:lnTo>
                    <a:pt x="13522" y="3250"/>
                  </a:lnTo>
                  <a:close/>
                  <a:moveTo>
                    <a:pt x="18223" y="3134"/>
                  </a:moveTo>
                  <a:lnTo>
                    <a:pt x="17526" y="3192"/>
                  </a:lnTo>
                  <a:lnTo>
                    <a:pt x="16424" y="3830"/>
                  </a:lnTo>
                  <a:lnTo>
                    <a:pt x="16075" y="4411"/>
                  </a:lnTo>
                  <a:lnTo>
                    <a:pt x="16017" y="3250"/>
                  </a:lnTo>
                  <a:lnTo>
                    <a:pt x="14915" y="3250"/>
                  </a:lnTo>
                  <a:lnTo>
                    <a:pt x="14915" y="9691"/>
                  </a:lnTo>
                  <a:lnTo>
                    <a:pt x="16191" y="9691"/>
                  </a:lnTo>
                  <a:lnTo>
                    <a:pt x="16191" y="7196"/>
                  </a:lnTo>
                  <a:lnTo>
                    <a:pt x="16191" y="6268"/>
                  </a:lnTo>
                  <a:lnTo>
                    <a:pt x="16249" y="5919"/>
                  </a:lnTo>
                  <a:lnTo>
                    <a:pt x="16424" y="5165"/>
                  </a:lnTo>
                  <a:lnTo>
                    <a:pt x="17236" y="4352"/>
                  </a:lnTo>
                  <a:lnTo>
                    <a:pt x="17874" y="4294"/>
                  </a:lnTo>
                  <a:lnTo>
                    <a:pt x="18455" y="4352"/>
                  </a:lnTo>
                  <a:lnTo>
                    <a:pt x="19151" y="5107"/>
                  </a:lnTo>
                  <a:lnTo>
                    <a:pt x="19209" y="5803"/>
                  </a:lnTo>
                  <a:lnTo>
                    <a:pt x="19209" y="9691"/>
                  </a:lnTo>
                  <a:lnTo>
                    <a:pt x="20486" y="9691"/>
                  </a:lnTo>
                  <a:lnTo>
                    <a:pt x="20486" y="5629"/>
                  </a:lnTo>
                  <a:lnTo>
                    <a:pt x="20428" y="5107"/>
                  </a:lnTo>
                  <a:lnTo>
                    <a:pt x="20138" y="4178"/>
                  </a:lnTo>
                  <a:lnTo>
                    <a:pt x="19557" y="3482"/>
                  </a:lnTo>
                  <a:lnTo>
                    <a:pt x="18745" y="3134"/>
                  </a:lnTo>
                  <a:close/>
                  <a:moveTo>
                    <a:pt x="29133" y="3250"/>
                  </a:moveTo>
                  <a:lnTo>
                    <a:pt x="29133" y="9691"/>
                  </a:lnTo>
                  <a:lnTo>
                    <a:pt x="30409" y="9691"/>
                  </a:lnTo>
                  <a:lnTo>
                    <a:pt x="30409" y="3250"/>
                  </a:lnTo>
                  <a:close/>
                  <a:moveTo>
                    <a:pt x="35110" y="3134"/>
                  </a:moveTo>
                  <a:lnTo>
                    <a:pt x="34413" y="3192"/>
                  </a:lnTo>
                  <a:lnTo>
                    <a:pt x="33311" y="3830"/>
                  </a:lnTo>
                  <a:lnTo>
                    <a:pt x="32905" y="4411"/>
                  </a:lnTo>
                  <a:lnTo>
                    <a:pt x="32905" y="3250"/>
                  </a:lnTo>
                  <a:lnTo>
                    <a:pt x="31744" y="3250"/>
                  </a:lnTo>
                  <a:lnTo>
                    <a:pt x="31744" y="9691"/>
                  </a:lnTo>
                  <a:lnTo>
                    <a:pt x="33021" y="9691"/>
                  </a:lnTo>
                  <a:lnTo>
                    <a:pt x="33021" y="7196"/>
                  </a:lnTo>
                  <a:lnTo>
                    <a:pt x="33021" y="6268"/>
                  </a:lnTo>
                  <a:lnTo>
                    <a:pt x="33079" y="5919"/>
                  </a:lnTo>
                  <a:lnTo>
                    <a:pt x="33253" y="5165"/>
                  </a:lnTo>
                  <a:lnTo>
                    <a:pt x="34123" y="4352"/>
                  </a:lnTo>
                  <a:lnTo>
                    <a:pt x="34762" y="4294"/>
                  </a:lnTo>
                  <a:lnTo>
                    <a:pt x="35342" y="4352"/>
                  </a:lnTo>
                  <a:lnTo>
                    <a:pt x="35980" y="5107"/>
                  </a:lnTo>
                  <a:lnTo>
                    <a:pt x="36038" y="5803"/>
                  </a:lnTo>
                  <a:lnTo>
                    <a:pt x="36038" y="9691"/>
                  </a:lnTo>
                  <a:lnTo>
                    <a:pt x="37315" y="9691"/>
                  </a:lnTo>
                  <a:lnTo>
                    <a:pt x="37315" y="5629"/>
                  </a:lnTo>
                  <a:lnTo>
                    <a:pt x="37315" y="5107"/>
                  </a:lnTo>
                  <a:lnTo>
                    <a:pt x="36967" y="4178"/>
                  </a:lnTo>
                  <a:lnTo>
                    <a:pt x="36387" y="3482"/>
                  </a:lnTo>
                  <a:lnTo>
                    <a:pt x="35574" y="3134"/>
                  </a:lnTo>
                  <a:close/>
                  <a:moveTo>
                    <a:pt x="51591" y="406"/>
                  </a:moveTo>
                  <a:lnTo>
                    <a:pt x="48051" y="9691"/>
                  </a:lnTo>
                  <a:lnTo>
                    <a:pt x="49444" y="9691"/>
                  </a:lnTo>
                  <a:lnTo>
                    <a:pt x="50314" y="7370"/>
                  </a:lnTo>
                  <a:lnTo>
                    <a:pt x="54377" y="7370"/>
                  </a:lnTo>
                  <a:lnTo>
                    <a:pt x="55247" y="9691"/>
                  </a:lnTo>
                  <a:lnTo>
                    <a:pt x="56698" y="9691"/>
                  </a:lnTo>
                  <a:lnTo>
                    <a:pt x="53158" y="406"/>
                  </a:lnTo>
                  <a:close/>
                  <a:moveTo>
                    <a:pt x="67666" y="3134"/>
                  </a:moveTo>
                  <a:lnTo>
                    <a:pt x="67028" y="3192"/>
                  </a:lnTo>
                  <a:lnTo>
                    <a:pt x="65983" y="3888"/>
                  </a:lnTo>
                  <a:lnTo>
                    <a:pt x="65751" y="4527"/>
                  </a:lnTo>
                  <a:lnTo>
                    <a:pt x="65693" y="4527"/>
                  </a:lnTo>
                  <a:lnTo>
                    <a:pt x="65635" y="3250"/>
                  </a:lnTo>
                  <a:lnTo>
                    <a:pt x="64532" y="3250"/>
                  </a:lnTo>
                  <a:lnTo>
                    <a:pt x="64532" y="9691"/>
                  </a:lnTo>
                  <a:lnTo>
                    <a:pt x="65809" y="9691"/>
                  </a:lnTo>
                  <a:lnTo>
                    <a:pt x="65809" y="7196"/>
                  </a:lnTo>
                  <a:lnTo>
                    <a:pt x="65809" y="6442"/>
                  </a:lnTo>
                  <a:lnTo>
                    <a:pt x="65867" y="6035"/>
                  </a:lnTo>
                  <a:lnTo>
                    <a:pt x="66041" y="5281"/>
                  </a:lnTo>
                  <a:lnTo>
                    <a:pt x="66853" y="4352"/>
                  </a:lnTo>
                  <a:lnTo>
                    <a:pt x="67492" y="4294"/>
                  </a:lnTo>
                  <a:lnTo>
                    <a:pt x="67782" y="4294"/>
                  </a:lnTo>
                  <a:lnTo>
                    <a:pt x="68014" y="4352"/>
                  </a:lnTo>
                  <a:lnTo>
                    <a:pt x="68130" y="3134"/>
                  </a:lnTo>
                  <a:close/>
                  <a:moveTo>
                    <a:pt x="85714" y="3134"/>
                  </a:moveTo>
                  <a:lnTo>
                    <a:pt x="85076" y="3192"/>
                  </a:lnTo>
                  <a:lnTo>
                    <a:pt x="84089" y="3714"/>
                  </a:lnTo>
                  <a:lnTo>
                    <a:pt x="83799" y="4236"/>
                  </a:lnTo>
                  <a:lnTo>
                    <a:pt x="83741" y="4236"/>
                  </a:lnTo>
                  <a:lnTo>
                    <a:pt x="83741" y="3250"/>
                  </a:lnTo>
                  <a:lnTo>
                    <a:pt x="82580" y="3250"/>
                  </a:lnTo>
                  <a:lnTo>
                    <a:pt x="82580" y="9691"/>
                  </a:lnTo>
                  <a:lnTo>
                    <a:pt x="83857" y="9691"/>
                  </a:lnTo>
                  <a:lnTo>
                    <a:pt x="83857" y="7022"/>
                  </a:lnTo>
                  <a:lnTo>
                    <a:pt x="83857" y="6268"/>
                  </a:lnTo>
                  <a:lnTo>
                    <a:pt x="83915" y="5861"/>
                  </a:lnTo>
                  <a:lnTo>
                    <a:pt x="84031" y="5165"/>
                  </a:lnTo>
                  <a:lnTo>
                    <a:pt x="84785" y="4352"/>
                  </a:lnTo>
                  <a:lnTo>
                    <a:pt x="85366" y="4294"/>
                  </a:lnTo>
                  <a:lnTo>
                    <a:pt x="85888" y="4352"/>
                  </a:lnTo>
                  <a:lnTo>
                    <a:pt x="86468" y="5107"/>
                  </a:lnTo>
                  <a:lnTo>
                    <a:pt x="86526" y="5745"/>
                  </a:lnTo>
                  <a:lnTo>
                    <a:pt x="86526" y="9691"/>
                  </a:lnTo>
                  <a:lnTo>
                    <a:pt x="87803" y="9691"/>
                  </a:lnTo>
                  <a:lnTo>
                    <a:pt x="87803" y="7022"/>
                  </a:lnTo>
                  <a:lnTo>
                    <a:pt x="87803" y="6268"/>
                  </a:lnTo>
                  <a:lnTo>
                    <a:pt x="87803" y="5861"/>
                  </a:lnTo>
                  <a:lnTo>
                    <a:pt x="87977" y="5165"/>
                  </a:lnTo>
                  <a:lnTo>
                    <a:pt x="88674" y="4352"/>
                  </a:lnTo>
                  <a:lnTo>
                    <a:pt x="89254" y="4294"/>
                  </a:lnTo>
                  <a:lnTo>
                    <a:pt x="89776" y="4352"/>
                  </a:lnTo>
                  <a:lnTo>
                    <a:pt x="90356" y="5107"/>
                  </a:lnTo>
                  <a:lnTo>
                    <a:pt x="90414" y="5745"/>
                  </a:lnTo>
                  <a:lnTo>
                    <a:pt x="90414" y="9691"/>
                  </a:lnTo>
                  <a:lnTo>
                    <a:pt x="91691" y="9691"/>
                  </a:lnTo>
                  <a:lnTo>
                    <a:pt x="91691" y="5745"/>
                  </a:lnTo>
                  <a:lnTo>
                    <a:pt x="91691" y="5165"/>
                  </a:lnTo>
                  <a:lnTo>
                    <a:pt x="91401" y="4178"/>
                  </a:lnTo>
                  <a:lnTo>
                    <a:pt x="90821" y="3482"/>
                  </a:lnTo>
                  <a:lnTo>
                    <a:pt x="90066" y="3134"/>
                  </a:lnTo>
                  <a:lnTo>
                    <a:pt x="89602" y="3134"/>
                  </a:lnTo>
                  <a:lnTo>
                    <a:pt x="88906" y="3192"/>
                  </a:lnTo>
                  <a:lnTo>
                    <a:pt x="87861" y="3830"/>
                  </a:lnTo>
                  <a:lnTo>
                    <a:pt x="87513" y="4352"/>
                  </a:lnTo>
                  <a:lnTo>
                    <a:pt x="87223" y="3830"/>
                  </a:lnTo>
                  <a:lnTo>
                    <a:pt x="86294" y="3192"/>
                  </a:lnTo>
                  <a:lnTo>
                    <a:pt x="85714" y="3134"/>
                  </a:lnTo>
                  <a:close/>
                  <a:moveTo>
                    <a:pt x="103240" y="3134"/>
                  </a:moveTo>
                  <a:lnTo>
                    <a:pt x="102543" y="3192"/>
                  </a:lnTo>
                  <a:lnTo>
                    <a:pt x="101441" y="3830"/>
                  </a:lnTo>
                  <a:lnTo>
                    <a:pt x="101092" y="4411"/>
                  </a:lnTo>
                  <a:lnTo>
                    <a:pt x="101034" y="3250"/>
                  </a:lnTo>
                  <a:lnTo>
                    <a:pt x="99932" y="3250"/>
                  </a:lnTo>
                  <a:lnTo>
                    <a:pt x="99932" y="9691"/>
                  </a:lnTo>
                  <a:lnTo>
                    <a:pt x="101208" y="9691"/>
                  </a:lnTo>
                  <a:lnTo>
                    <a:pt x="101208" y="7196"/>
                  </a:lnTo>
                  <a:lnTo>
                    <a:pt x="101208" y="6268"/>
                  </a:lnTo>
                  <a:lnTo>
                    <a:pt x="101266" y="5919"/>
                  </a:lnTo>
                  <a:lnTo>
                    <a:pt x="101441" y="5165"/>
                  </a:lnTo>
                  <a:lnTo>
                    <a:pt x="102253" y="4352"/>
                  </a:lnTo>
                  <a:lnTo>
                    <a:pt x="102891" y="4294"/>
                  </a:lnTo>
                  <a:lnTo>
                    <a:pt x="103472" y="4352"/>
                  </a:lnTo>
                  <a:lnTo>
                    <a:pt x="104168" y="5107"/>
                  </a:lnTo>
                  <a:lnTo>
                    <a:pt x="104226" y="5803"/>
                  </a:lnTo>
                  <a:lnTo>
                    <a:pt x="104226" y="9691"/>
                  </a:lnTo>
                  <a:lnTo>
                    <a:pt x="105503" y="9691"/>
                  </a:lnTo>
                  <a:lnTo>
                    <a:pt x="105503" y="5629"/>
                  </a:lnTo>
                  <a:lnTo>
                    <a:pt x="105445" y="5107"/>
                  </a:lnTo>
                  <a:lnTo>
                    <a:pt x="105155" y="4178"/>
                  </a:lnTo>
                  <a:lnTo>
                    <a:pt x="104574" y="3482"/>
                  </a:lnTo>
                  <a:lnTo>
                    <a:pt x="103762" y="3134"/>
                  </a:lnTo>
                  <a:close/>
                  <a:moveTo>
                    <a:pt x="134693" y="406"/>
                  </a:moveTo>
                  <a:lnTo>
                    <a:pt x="134693" y="9691"/>
                  </a:lnTo>
                  <a:lnTo>
                    <a:pt x="140728" y="9691"/>
                  </a:lnTo>
                  <a:lnTo>
                    <a:pt x="140728" y="8473"/>
                  </a:lnTo>
                  <a:lnTo>
                    <a:pt x="136028" y="8473"/>
                  </a:lnTo>
                  <a:lnTo>
                    <a:pt x="136028" y="406"/>
                  </a:lnTo>
                  <a:close/>
                  <a:moveTo>
                    <a:pt x="141715" y="3250"/>
                  </a:moveTo>
                  <a:lnTo>
                    <a:pt x="141715" y="9691"/>
                  </a:lnTo>
                  <a:lnTo>
                    <a:pt x="142992" y="9691"/>
                  </a:lnTo>
                  <a:lnTo>
                    <a:pt x="142992" y="3250"/>
                  </a:lnTo>
                  <a:close/>
                  <a:moveTo>
                    <a:pt x="146706" y="0"/>
                  </a:moveTo>
                  <a:lnTo>
                    <a:pt x="145893" y="290"/>
                  </a:lnTo>
                  <a:lnTo>
                    <a:pt x="145313" y="929"/>
                  </a:lnTo>
                  <a:lnTo>
                    <a:pt x="145023" y="1915"/>
                  </a:lnTo>
                  <a:lnTo>
                    <a:pt x="145023" y="2495"/>
                  </a:lnTo>
                  <a:lnTo>
                    <a:pt x="145023" y="3250"/>
                  </a:lnTo>
                  <a:lnTo>
                    <a:pt x="143978" y="3250"/>
                  </a:lnTo>
                  <a:lnTo>
                    <a:pt x="143978" y="4411"/>
                  </a:lnTo>
                  <a:lnTo>
                    <a:pt x="145023" y="4411"/>
                  </a:lnTo>
                  <a:lnTo>
                    <a:pt x="145023" y="9691"/>
                  </a:lnTo>
                  <a:lnTo>
                    <a:pt x="146299" y="9691"/>
                  </a:lnTo>
                  <a:lnTo>
                    <a:pt x="146299" y="4411"/>
                  </a:lnTo>
                  <a:lnTo>
                    <a:pt x="148040" y="4411"/>
                  </a:lnTo>
                  <a:lnTo>
                    <a:pt x="148040" y="3250"/>
                  </a:lnTo>
                  <a:lnTo>
                    <a:pt x="146299" y="3250"/>
                  </a:lnTo>
                  <a:lnTo>
                    <a:pt x="146299" y="2495"/>
                  </a:lnTo>
                  <a:lnTo>
                    <a:pt x="146357" y="1857"/>
                  </a:lnTo>
                  <a:lnTo>
                    <a:pt x="146880" y="1219"/>
                  </a:lnTo>
                  <a:lnTo>
                    <a:pt x="147402" y="1161"/>
                  </a:lnTo>
                  <a:lnTo>
                    <a:pt x="147808" y="1161"/>
                  </a:lnTo>
                  <a:lnTo>
                    <a:pt x="148214" y="1277"/>
                  </a:lnTo>
                  <a:lnTo>
                    <a:pt x="148389" y="174"/>
                  </a:lnTo>
                  <a:lnTo>
                    <a:pt x="147808" y="0"/>
                  </a:lnTo>
                  <a:close/>
                  <a:moveTo>
                    <a:pt x="71438" y="3134"/>
                  </a:moveTo>
                  <a:lnTo>
                    <a:pt x="70800" y="3192"/>
                  </a:lnTo>
                  <a:lnTo>
                    <a:pt x="69697" y="3656"/>
                  </a:lnTo>
                  <a:lnTo>
                    <a:pt x="68885" y="4527"/>
                  </a:lnTo>
                  <a:lnTo>
                    <a:pt x="68420" y="5745"/>
                  </a:lnTo>
                  <a:lnTo>
                    <a:pt x="68420" y="6500"/>
                  </a:lnTo>
                  <a:lnTo>
                    <a:pt x="68420" y="7196"/>
                  </a:lnTo>
                  <a:lnTo>
                    <a:pt x="68885" y="8415"/>
                  </a:lnTo>
                  <a:lnTo>
                    <a:pt x="69755" y="9343"/>
                  </a:lnTo>
                  <a:lnTo>
                    <a:pt x="70858" y="9807"/>
                  </a:lnTo>
                  <a:lnTo>
                    <a:pt x="71554" y="9865"/>
                  </a:lnTo>
                  <a:lnTo>
                    <a:pt x="72425" y="9807"/>
                  </a:lnTo>
                  <a:lnTo>
                    <a:pt x="73817" y="8995"/>
                  </a:lnTo>
                  <a:lnTo>
                    <a:pt x="74340" y="8241"/>
                  </a:lnTo>
                  <a:lnTo>
                    <a:pt x="73295" y="7660"/>
                  </a:lnTo>
                  <a:lnTo>
                    <a:pt x="72947" y="8183"/>
                  </a:lnTo>
                  <a:lnTo>
                    <a:pt x="72076" y="8647"/>
                  </a:lnTo>
                  <a:lnTo>
                    <a:pt x="71554" y="8705"/>
                  </a:lnTo>
                  <a:lnTo>
                    <a:pt x="70858" y="8647"/>
                  </a:lnTo>
                  <a:lnTo>
                    <a:pt x="69871" y="7718"/>
                  </a:lnTo>
                  <a:lnTo>
                    <a:pt x="69697" y="6964"/>
                  </a:lnTo>
                  <a:lnTo>
                    <a:pt x="74456" y="6964"/>
                  </a:lnTo>
                  <a:lnTo>
                    <a:pt x="74514" y="6674"/>
                  </a:lnTo>
                  <a:lnTo>
                    <a:pt x="74514" y="6384"/>
                  </a:lnTo>
                  <a:lnTo>
                    <a:pt x="74456" y="5687"/>
                  </a:lnTo>
                  <a:lnTo>
                    <a:pt x="74049" y="4527"/>
                  </a:lnTo>
                  <a:lnTo>
                    <a:pt x="73237" y="3656"/>
                  </a:lnTo>
                  <a:lnTo>
                    <a:pt x="72134" y="3192"/>
                  </a:lnTo>
                  <a:lnTo>
                    <a:pt x="71438" y="3134"/>
                  </a:lnTo>
                  <a:close/>
                  <a:moveTo>
                    <a:pt x="78460" y="3134"/>
                  </a:moveTo>
                  <a:lnTo>
                    <a:pt x="77822" y="3192"/>
                  </a:lnTo>
                  <a:lnTo>
                    <a:pt x="76719" y="3656"/>
                  </a:lnTo>
                  <a:lnTo>
                    <a:pt x="75906" y="4527"/>
                  </a:lnTo>
                  <a:lnTo>
                    <a:pt x="75442" y="5745"/>
                  </a:lnTo>
                  <a:lnTo>
                    <a:pt x="75442" y="6500"/>
                  </a:lnTo>
                  <a:lnTo>
                    <a:pt x="75442" y="7196"/>
                  </a:lnTo>
                  <a:lnTo>
                    <a:pt x="75906" y="8415"/>
                  </a:lnTo>
                  <a:lnTo>
                    <a:pt x="76777" y="9343"/>
                  </a:lnTo>
                  <a:lnTo>
                    <a:pt x="77880" y="9807"/>
                  </a:lnTo>
                  <a:lnTo>
                    <a:pt x="78518" y="9865"/>
                  </a:lnTo>
                  <a:lnTo>
                    <a:pt x="79446" y="9807"/>
                  </a:lnTo>
                  <a:lnTo>
                    <a:pt x="80839" y="8995"/>
                  </a:lnTo>
                  <a:lnTo>
                    <a:pt x="81361" y="8241"/>
                  </a:lnTo>
                  <a:lnTo>
                    <a:pt x="80317" y="7660"/>
                  </a:lnTo>
                  <a:lnTo>
                    <a:pt x="79969" y="8183"/>
                  </a:lnTo>
                  <a:lnTo>
                    <a:pt x="79098" y="8647"/>
                  </a:lnTo>
                  <a:lnTo>
                    <a:pt x="78518" y="8705"/>
                  </a:lnTo>
                  <a:lnTo>
                    <a:pt x="77880" y="8647"/>
                  </a:lnTo>
                  <a:lnTo>
                    <a:pt x="76893" y="7718"/>
                  </a:lnTo>
                  <a:lnTo>
                    <a:pt x="76719" y="6964"/>
                  </a:lnTo>
                  <a:lnTo>
                    <a:pt x="81478" y="6964"/>
                  </a:lnTo>
                  <a:lnTo>
                    <a:pt x="81536" y="6674"/>
                  </a:lnTo>
                  <a:lnTo>
                    <a:pt x="81536" y="6384"/>
                  </a:lnTo>
                  <a:lnTo>
                    <a:pt x="81478" y="5687"/>
                  </a:lnTo>
                  <a:lnTo>
                    <a:pt x="81071" y="4527"/>
                  </a:lnTo>
                  <a:lnTo>
                    <a:pt x="80259" y="3656"/>
                  </a:lnTo>
                  <a:lnTo>
                    <a:pt x="79156" y="3192"/>
                  </a:lnTo>
                  <a:lnTo>
                    <a:pt x="78460" y="3134"/>
                  </a:lnTo>
                  <a:close/>
                  <a:moveTo>
                    <a:pt x="95811" y="3134"/>
                  </a:moveTo>
                  <a:lnTo>
                    <a:pt x="95173" y="3192"/>
                  </a:lnTo>
                  <a:lnTo>
                    <a:pt x="94012" y="3656"/>
                  </a:lnTo>
                  <a:lnTo>
                    <a:pt x="93200" y="4527"/>
                  </a:lnTo>
                  <a:lnTo>
                    <a:pt x="92794" y="5745"/>
                  </a:lnTo>
                  <a:lnTo>
                    <a:pt x="92736" y="6500"/>
                  </a:lnTo>
                  <a:lnTo>
                    <a:pt x="92794" y="7196"/>
                  </a:lnTo>
                  <a:lnTo>
                    <a:pt x="93258" y="8415"/>
                  </a:lnTo>
                  <a:lnTo>
                    <a:pt x="94070" y="9343"/>
                  </a:lnTo>
                  <a:lnTo>
                    <a:pt x="95231" y="9807"/>
                  </a:lnTo>
                  <a:lnTo>
                    <a:pt x="95869" y="9865"/>
                  </a:lnTo>
                  <a:lnTo>
                    <a:pt x="96740" y="9807"/>
                  </a:lnTo>
                  <a:lnTo>
                    <a:pt x="98191" y="8995"/>
                  </a:lnTo>
                  <a:lnTo>
                    <a:pt x="98655" y="8241"/>
                  </a:lnTo>
                  <a:lnTo>
                    <a:pt x="97668" y="7660"/>
                  </a:lnTo>
                  <a:lnTo>
                    <a:pt x="97262" y="8183"/>
                  </a:lnTo>
                  <a:lnTo>
                    <a:pt x="96392" y="8647"/>
                  </a:lnTo>
                  <a:lnTo>
                    <a:pt x="95869" y="8705"/>
                  </a:lnTo>
                  <a:lnTo>
                    <a:pt x="95173" y="8647"/>
                  </a:lnTo>
                  <a:lnTo>
                    <a:pt x="94245" y="7718"/>
                  </a:lnTo>
                  <a:lnTo>
                    <a:pt x="94070" y="6964"/>
                  </a:lnTo>
                  <a:lnTo>
                    <a:pt x="98829" y="6964"/>
                  </a:lnTo>
                  <a:lnTo>
                    <a:pt x="98829" y="6674"/>
                  </a:lnTo>
                  <a:lnTo>
                    <a:pt x="98887" y="6384"/>
                  </a:lnTo>
                  <a:lnTo>
                    <a:pt x="98829" y="5687"/>
                  </a:lnTo>
                  <a:lnTo>
                    <a:pt x="98365" y="4527"/>
                  </a:lnTo>
                  <a:lnTo>
                    <a:pt x="97552" y="3656"/>
                  </a:lnTo>
                  <a:lnTo>
                    <a:pt x="96450" y="3192"/>
                  </a:lnTo>
                  <a:lnTo>
                    <a:pt x="95811" y="3134"/>
                  </a:lnTo>
                  <a:close/>
                  <a:moveTo>
                    <a:pt x="107128" y="1277"/>
                  </a:moveTo>
                  <a:lnTo>
                    <a:pt x="107128" y="3250"/>
                  </a:lnTo>
                  <a:lnTo>
                    <a:pt x="106083" y="3250"/>
                  </a:lnTo>
                  <a:lnTo>
                    <a:pt x="106083" y="4411"/>
                  </a:lnTo>
                  <a:lnTo>
                    <a:pt x="107128" y="4411"/>
                  </a:lnTo>
                  <a:lnTo>
                    <a:pt x="107128" y="7312"/>
                  </a:lnTo>
                  <a:lnTo>
                    <a:pt x="107128" y="7950"/>
                  </a:lnTo>
                  <a:lnTo>
                    <a:pt x="107418" y="8879"/>
                  </a:lnTo>
                  <a:lnTo>
                    <a:pt x="107998" y="9517"/>
                  </a:lnTo>
                  <a:lnTo>
                    <a:pt x="108811" y="9807"/>
                  </a:lnTo>
                  <a:lnTo>
                    <a:pt x="109391" y="9865"/>
                  </a:lnTo>
                  <a:lnTo>
                    <a:pt x="109971" y="9807"/>
                  </a:lnTo>
                  <a:lnTo>
                    <a:pt x="110494" y="9691"/>
                  </a:lnTo>
                  <a:lnTo>
                    <a:pt x="110319" y="8531"/>
                  </a:lnTo>
                  <a:lnTo>
                    <a:pt x="109913" y="8647"/>
                  </a:lnTo>
                  <a:lnTo>
                    <a:pt x="109507" y="8705"/>
                  </a:lnTo>
                  <a:lnTo>
                    <a:pt x="108985" y="8647"/>
                  </a:lnTo>
                  <a:lnTo>
                    <a:pt x="108462" y="7950"/>
                  </a:lnTo>
                  <a:lnTo>
                    <a:pt x="108404" y="7312"/>
                  </a:lnTo>
                  <a:lnTo>
                    <a:pt x="108404" y="4411"/>
                  </a:lnTo>
                  <a:lnTo>
                    <a:pt x="110319" y="4411"/>
                  </a:lnTo>
                  <a:lnTo>
                    <a:pt x="110319" y="3250"/>
                  </a:lnTo>
                  <a:lnTo>
                    <a:pt x="108404" y="3250"/>
                  </a:lnTo>
                  <a:lnTo>
                    <a:pt x="108404" y="1277"/>
                  </a:lnTo>
                  <a:close/>
                  <a:moveTo>
                    <a:pt x="112989" y="3134"/>
                  </a:moveTo>
                  <a:lnTo>
                    <a:pt x="112177" y="3424"/>
                  </a:lnTo>
                  <a:lnTo>
                    <a:pt x="111538" y="3946"/>
                  </a:lnTo>
                  <a:lnTo>
                    <a:pt x="111248" y="4643"/>
                  </a:lnTo>
                  <a:lnTo>
                    <a:pt x="111190" y="5049"/>
                  </a:lnTo>
                  <a:lnTo>
                    <a:pt x="111248" y="5513"/>
                  </a:lnTo>
                  <a:lnTo>
                    <a:pt x="111654" y="6209"/>
                  </a:lnTo>
                  <a:lnTo>
                    <a:pt x="112757" y="6848"/>
                  </a:lnTo>
                  <a:lnTo>
                    <a:pt x="113569" y="6964"/>
                  </a:lnTo>
                  <a:lnTo>
                    <a:pt x="114092" y="7080"/>
                  </a:lnTo>
                  <a:lnTo>
                    <a:pt x="114904" y="7486"/>
                  </a:lnTo>
                  <a:lnTo>
                    <a:pt x="115020" y="7892"/>
                  </a:lnTo>
                  <a:lnTo>
                    <a:pt x="114962" y="8241"/>
                  </a:lnTo>
                  <a:lnTo>
                    <a:pt x="114266" y="8705"/>
                  </a:lnTo>
                  <a:lnTo>
                    <a:pt x="113685" y="8763"/>
                  </a:lnTo>
                  <a:lnTo>
                    <a:pt x="113105" y="8705"/>
                  </a:lnTo>
                  <a:lnTo>
                    <a:pt x="112002" y="8241"/>
                  </a:lnTo>
                  <a:lnTo>
                    <a:pt x="111538" y="7892"/>
                  </a:lnTo>
                  <a:lnTo>
                    <a:pt x="110900" y="8763"/>
                  </a:lnTo>
                  <a:lnTo>
                    <a:pt x="111422" y="9227"/>
                  </a:lnTo>
                  <a:lnTo>
                    <a:pt x="112873" y="9807"/>
                  </a:lnTo>
                  <a:lnTo>
                    <a:pt x="113743" y="9865"/>
                  </a:lnTo>
                  <a:lnTo>
                    <a:pt x="114266" y="9807"/>
                  </a:lnTo>
                  <a:lnTo>
                    <a:pt x="115194" y="9517"/>
                  </a:lnTo>
                  <a:lnTo>
                    <a:pt x="115833" y="8995"/>
                  </a:lnTo>
                  <a:lnTo>
                    <a:pt x="116181" y="8299"/>
                  </a:lnTo>
                  <a:lnTo>
                    <a:pt x="116239" y="7834"/>
                  </a:lnTo>
                  <a:lnTo>
                    <a:pt x="116181" y="7370"/>
                  </a:lnTo>
                  <a:lnTo>
                    <a:pt x="115774" y="6674"/>
                  </a:lnTo>
                  <a:lnTo>
                    <a:pt x="114672" y="6035"/>
                  </a:lnTo>
                  <a:lnTo>
                    <a:pt x="113743" y="5861"/>
                  </a:lnTo>
                  <a:lnTo>
                    <a:pt x="113337" y="5803"/>
                  </a:lnTo>
                  <a:lnTo>
                    <a:pt x="112525" y="5397"/>
                  </a:lnTo>
                  <a:lnTo>
                    <a:pt x="112409" y="4991"/>
                  </a:lnTo>
                  <a:lnTo>
                    <a:pt x="112467" y="4643"/>
                  </a:lnTo>
                  <a:lnTo>
                    <a:pt x="113047" y="4294"/>
                  </a:lnTo>
                  <a:lnTo>
                    <a:pt x="113511" y="4236"/>
                  </a:lnTo>
                  <a:lnTo>
                    <a:pt x="113975" y="4236"/>
                  </a:lnTo>
                  <a:lnTo>
                    <a:pt x="114962" y="4643"/>
                  </a:lnTo>
                  <a:lnTo>
                    <a:pt x="115484" y="4933"/>
                  </a:lnTo>
                  <a:lnTo>
                    <a:pt x="116123" y="4062"/>
                  </a:lnTo>
                  <a:lnTo>
                    <a:pt x="115542" y="3656"/>
                  </a:lnTo>
                  <a:lnTo>
                    <a:pt x="114266" y="3192"/>
                  </a:lnTo>
                  <a:lnTo>
                    <a:pt x="113511" y="3134"/>
                  </a:lnTo>
                  <a:close/>
                  <a:moveTo>
                    <a:pt x="120823" y="1277"/>
                  </a:moveTo>
                  <a:lnTo>
                    <a:pt x="120823" y="3250"/>
                  </a:lnTo>
                  <a:lnTo>
                    <a:pt x="119721" y="3250"/>
                  </a:lnTo>
                  <a:lnTo>
                    <a:pt x="119721" y="4411"/>
                  </a:lnTo>
                  <a:lnTo>
                    <a:pt x="120823" y="4411"/>
                  </a:lnTo>
                  <a:lnTo>
                    <a:pt x="120823" y="7312"/>
                  </a:lnTo>
                  <a:lnTo>
                    <a:pt x="120823" y="7950"/>
                  </a:lnTo>
                  <a:lnTo>
                    <a:pt x="121113" y="8879"/>
                  </a:lnTo>
                  <a:lnTo>
                    <a:pt x="121694" y="9517"/>
                  </a:lnTo>
                  <a:lnTo>
                    <a:pt x="122506" y="9807"/>
                  </a:lnTo>
                  <a:lnTo>
                    <a:pt x="123029" y="9865"/>
                  </a:lnTo>
                  <a:lnTo>
                    <a:pt x="123667" y="9807"/>
                  </a:lnTo>
                  <a:lnTo>
                    <a:pt x="124189" y="9691"/>
                  </a:lnTo>
                  <a:lnTo>
                    <a:pt x="124015" y="8531"/>
                  </a:lnTo>
                  <a:lnTo>
                    <a:pt x="123609" y="8647"/>
                  </a:lnTo>
                  <a:lnTo>
                    <a:pt x="123203" y="8705"/>
                  </a:lnTo>
                  <a:lnTo>
                    <a:pt x="122680" y="8647"/>
                  </a:lnTo>
                  <a:lnTo>
                    <a:pt x="122158" y="7950"/>
                  </a:lnTo>
                  <a:lnTo>
                    <a:pt x="122100" y="7312"/>
                  </a:lnTo>
                  <a:lnTo>
                    <a:pt x="122100" y="4411"/>
                  </a:lnTo>
                  <a:lnTo>
                    <a:pt x="124015" y="4411"/>
                  </a:lnTo>
                  <a:lnTo>
                    <a:pt x="124015" y="3250"/>
                  </a:lnTo>
                  <a:lnTo>
                    <a:pt x="122100" y="3250"/>
                  </a:lnTo>
                  <a:lnTo>
                    <a:pt x="122100" y="1277"/>
                  </a:lnTo>
                  <a:close/>
                  <a:moveTo>
                    <a:pt x="127671" y="3134"/>
                  </a:moveTo>
                  <a:lnTo>
                    <a:pt x="127033" y="3192"/>
                  </a:lnTo>
                  <a:lnTo>
                    <a:pt x="125872" y="3656"/>
                  </a:lnTo>
                  <a:lnTo>
                    <a:pt x="125060" y="4527"/>
                  </a:lnTo>
                  <a:lnTo>
                    <a:pt x="124595" y="5745"/>
                  </a:lnTo>
                  <a:lnTo>
                    <a:pt x="124537" y="6500"/>
                  </a:lnTo>
                  <a:lnTo>
                    <a:pt x="124595" y="7196"/>
                  </a:lnTo>
                  <a:lnTo>
                    <a:pt x="125060" y="8415"/>
                  </a:lnTo>
                  <a:lnTo>
                    <a:pt x="125872" y="9343"/>
                  </a:lnTo>
                  <a:lnTo>
                    <a:pt x="127033" y="9807"/>
                  </a:lnTo>
                  <a:lnTo>
                    <a:pt x="127671" y="9865"/>
                  </a:lnTo>
                  <a:lnTo>
                    <a:pt x="128367" y="9807"/>
                  </a:lnTo>
                  <a:lnTo>
                    <a:pt x="129470" y="9343"/>
                  </a:lnTo>
                  <a:lnTo>
                    <a:pt x="130283" y="8415"/>
                  </a:lnTo>
                  <a:lnTo>
                    <a:pt x="130747" y="7196"/>
                  </a:lnTo>
                  <a:lnTo>
                    <a:pt x="130805" y="6500"/>
                  </a:lnTo>
                  <a:lnTo>
                    <a:pt x="130747" y="5745"/>
                  </a:lnTo>
                  <a:lnTo>
                    <a:pt x="130283" y="4527"/>
                  </a:lnTo>
                  <a:lnTo>
                    <a:pt x="129470" y="3656"/>
                  </a:lnTo>
                  <a:lnTo>
                    <a:pt x="128367" y="3192"/>
                  </a:lnTo>
                  <a:lnTo>
                    <a:pt x="127671" y="3134"/>
                  </a:lnTo>
                  <a:close/>
                  <a:moveTo>
                    <a:pt x="151406" y="3134"/>
                  </a:moveTo>
                  <a:lnTo>
                    <a:pt x="150768" y="3192"/>
                  </a:lnTo>
                  <a:lnTo>
                    <a:pt x="149665" y="3656"/>
                  </a:lnTo>
                  <a:lnTo>
                    <a:pt x="148853" y="4527"/>
                  </a:lnTo>
                  <a:lnTo>
                    <a:pt x="148389" y="5745"/>
                  </a:lnTo>
                  <a:lnTo>
                    <a:pt x="148330" y="6500"/>
                  </a:lnTo>
                  <a:lnTo>
                    <a:pt x="148389" y="7196"/>
                  </a:lnTo>
                  <a:lnTo>
                    <a:pt x="148853" y="8415"/>
                  </a:lnTo>
                  <a:lnTo>
                    <a:pt x="149665" y="9343"/>
                  </a:lnTo>
                  <a:lnTo>
                    <a:pt x="150826" y="9807"/>
                  </a:lnTo>
                  <a:lnTo>
                    <a:pt x="151464" y="9865"/>
                  </a:lnTo>
                  <a:lnTo>
                    <a:pt x="152393" y="9807"/>
                  </a:lnTo>
                  <a:lnTo>
                    <a:pt x="153786" y="8995"/>
                  </a:lnTo>
                  <a:lnTo>
                    <a:pt x="154250" y="8241"/>
                  </a:lnTo>
                  <a:lnTo>
                    <a:pt x="153263" y="7660"/>
                  </a:lnTo>
                  <a:lnTo>
                    <a:pt x="152915" y="8183"/>
                  </a:lnTo>
                  <a:lnTo>
                    <a:pt x="152045" y="8647"/>
                  </a:lnTo>
                  <a:lnTo>
                    <a:pt x="151464" y="8705"/>
                  </a:lnTo>
                  <a:lnTo>
                    <a:pt x="150768" y="8647"/>
                  </a:lnTo>
                  <a:lnTo>
                    <a:pt x="149839" y="7718"/>
                  </a:lnTo>
                  <a:lnTo>
                    <a:pt x="149665" y="6964"/>
                  </a:lnTo>
                  <a:lnTo>
                    <a:pt x="154424" y="6964"/>
                  </a:lnTo>
                  <a:lnTo>
                    <a:pt x="154482" y="6674"/>
                  </a:lnTo>
                  <a:lnTo>
                    <a:pt x="154482" y="6384"/>
                  </a:lnTo>
                  <a:lnTo>
                    <a:pt x="154424" y="5687"/>
                  </a:lnTo>
                  <a:lnTo>
                    <a:pt x="153960" y="4527"/>
                  </a:lnTo>
                  <a:lnTo>
                    <a:pt x="153147" y="3656"/>
                  </a:lnTo>
                  <a:lnTo>
                    <a:pt x="152045" y="3192"/>
                  </a:lnTo>
                  <a:lnTo>
                    <a:pt x="151406" y="3134"/>
                  </a:lnTo>
                  <a:close/>
                  <a:moveTo>
                    <a:pt x="24374" y="3134"/>
                  </a:moveTo>
                  <a:lnTo>
                    <a:pt x="23736" y="3192"/>
                  </a:lnTo>
                  <a:lnTo>
                    <a:pt x="22749" y="3656"/>
                  </a:lnTo>
                  <a:lnTo>
                    <a:pt x="21995" y="4527"/>
                  </a:lnTo>
                  <a:lnTo>
                    <a:pt x="21530" y="5745"/>
                  </a:lnTo>
                  <a:lnTo>
                    <a:pt x="21530" y="6442"/>
                  </a:lnTo>
                  <a:lnTo>
                    <a:pt x="21530" y="7138"/>
                  </a:lnTo>
                  <a:lnTo>
                    <a:pt x="21995" y="8357"/>
                  </a:lnTo>
                  <a:lnTo>
                    <a:pt x="22749" y="9285"/>
                  </a:lnTo>
                  <a:lnTo>
                    <a:pt x="23736" y="9749"/>
                  </a:lnTo>
                  <a:lnTo>
                    <a:pt x="24374" y="9807"/>
                  </a:lnTo>
                  <a:lnTo>
                    <a:pt x="25012" y="9749"/>
                  </a:lnTo>
                  <a:lnTo>
                    <a:pt x="26057" y="9227"/>
                  </a:lnTo>
                  <a:lnTo>
                    <a:pt x="26463" y="8705"/>
                  </a:lnTo>
                  <a:lnTo>
                    <a:pt x="26463" y="8995"/>
                  </a:lnTo>
                  <a:lnTo>
                    <a:pt x="26463" y="9517"/>
                  </a:lnTo>
                  <a:lnTo>
                    <a:pt x="26173" y="10388"/>
                  </a:lnTo>
                  <a:lnTo>
                    <a:pt x="25709" y="10968"/>
                  </a:lnTo>
                  <a:lnTo>
                    <a:pt x="25012" y="11258"/>
                  </a:lnTo>
                  <a:lnTo>
                    <a:pt x="24548" y="11316"/>
                  </a:lnTo>
                  <a:lnTo>
                    <a:pt x="23910" y="11258"/>
                  </a:lnTo>
                  <a:lnTo>
                    <a:pt x="22865" y="10794"/>
                  </a:lnTo>
                  <a:lnTo>
                    <a:pt x="22343" y="10330"/>
                  </a:lnTo>
                  <a:lnTo>
                    <a:pt x="21646" y="11258"/>
                  </a:lnTo>
                  <a:lnTo>
                    <a:pt x="22227" y="11781"/>
                  </a:lnTo>
                  <a:lnTo>
                    <a:pt x="23794" y="12419"/>
                  </a:lnTo>
                  <a:lnTo>
                    <a:pt x="24664" y="12477"/>
                  </a:lnTo>
                  <a:lnTo>
                    <a:pt x="25360" y="12419"/>
                  </a:lnTo>
                  <a:lnTo>
                    <a:pt x="26521" y="11955"/>
                  </a:lnTo>
                  <a:lnTo>
                    <a:pt x="27276" y="11084"/>
                  </a:lnTo>
                  <a:lnTo>
                    <a:pt x="27740" y="9749"/>
                  </a:lnTo>
                  <a:lnTo>
                    <a:pt x="27740" y="8937"/>
                  </a:lnTo>
                  <a:lnTo>
                    <a:pt x="27740" y="3250"/>
                  </a:lnTo>
                  <a:lnTo>
                    <a:pt x="26579" y="3250"/>
                  </a:lnTo>
                  <a:lnTo>
                    <a:pt x="26521" y="4294"/>
                  </a:lnTo>
                  <a:lnTo>
                    <a:pt x="26115" y="3772"/>
                  </a:lnTo>
                  <a:lnTo>
                    <a:pt x="25012" y="3192"/>
                  </a:lnTo>
                  <a:lnTo>
                    <a:pt x="24374" y="3134"/>
                  </a:lnTo>
                  <a:close/>
                  <a:moveTo>
                    <a:pt x="41203" y="3134"/>
                  </a:moveTo>
                  <a:lnTo>
                    <a:pt x="40623" y="3192"/>
                  </a:lnTo>
                  <a:lnTo>
                    <a:pt x="39578" y="3656"/>
                  </a:lnTo>
                  <a:lnTo>
                    <a:pt x="38824" y="4527"/>
                  </a:lnTo>
                  <a:lnTo>
                    <a:pt x="38418" y="5745"/>
                  </a:lnTo>
                  <a:lnTo>
                    <a:pt x="38360" y="6442"/>
                  </a:lnTo>
                  <a:lnTo>
                    <a:pt x="38418" y="7138"/>
                  </a:lnTo>
                  <a:lnTo>
                    <a:pt x="38824" y="8357"/>
                  </a:lnTo>
                  <a:lnTo>
                    <a:pt x="39578" y="9285"/>
                  </a:lnTo>
                  <a:lnTo>
                    <a:pt x="40623" y="9749"/>
                  </a:lnTo>
                  <a:lnTo>
                    <a:pt x="41203" y="9807"/>
                  </a:lnTo>
                  <a:lnTo>
                    <a:pt x="41842" y="9749"/>
                  </a:lnTo>
                  <a:lnTo>
                    <a:pt x="42944" y="9227"/>
                  </a:lnTo>
                  <a:lnTo>
                    <a:pt x="43350" y="8705"/>
                  </a:lnTo>
                  <a:lnTo>
                    <a:pt x="43350" y="8995"/>
                  </a:lnTo>
                  <a:lnTo>
                    <a:pt x="43292" y="9517"/>
                  </a:lnTo>
                  <a:lnTo>
                    <a:pt x="43060" y="10388"/>
                  </a:lnTo>
                  <a:lnTo>
                    <a:pt x="42538" y="10968"/>
                  </a:lnTo>
                  <a:lnTo>
                    <a:pt x="41842" y="11258"/>
                  </a:lnTo>
                  <a:lnTo>
                    <a:pt x="41377" y="11316"/>
                  </a:lnTo>
                  <a:lnTo>
                    <a:pt x="40797" y="11258"/>
                  </a:lnTo>
                  <a:lnTo>
                    <a:pt x="39694" y="10794"/>
                  </a:lnTo>
                  <a:lnTo>
                    <a:pt x="39230" y="10330"/>
                  </a:lnTo>
                  <a:lnTo>
                    <a:pt x="38534" y="11258"/>
                  </a:lnTo>
                  <a:lnTo>
                    <a:pt x="39114" y="11781"/>
                  </a:lnTo>
                  <a:lnTo>
                    <a:pt x="40623" y="12419"/>
                  </a:lnTo>
                  <a:lnTo>
                    <a:pt x="41493" y="12477"/>
                  </a:lnTo>
                  <a:lnTo>
                    <a:pt x="42190" y="12419"/>
                  </a:lnTo>
                  <a:lnTo>
                    <a:pt x="43350" y="11955"/>
                  </a:lnTo>
                  <a:lnTo>
                    <a:pt x="44163" y="11084"/>
                  </a:lnTo>
                  <a:lnTo>
                    <a:pt x="44569" y="9749"/>
                  </a:lnTo>
                  <a:lnTo>
                    <a:pt x="44627" y="8937"/>
                  </a:lnTo>
                  <a:lnTo>
                    <a:pt x="44627" y="3250"/>
                  </a:lnTo>
                  <a:lnTo>
                    <a:pt x="43467" y="3250"/>
                  </a:lnTo>
                  <a:lnTo>
                    <a:pt x="43350" y="4294"/>
                  </a:lnTo>
                  <a:lnTo>
                    <a:pt x="42944" y="3772"/>
                  </a:lnTo>
                  <a:lnTo>
                    <a:pt x="41900" y="3192"/>
                  </a:lnTo>
                  <a:lnTo>
                    <a:pt x="41203" y="3134"/>
                  </a:lnTo>
                  <a:close/>
                  <a:moveTo>
                    <a:pt x="59774" y="3134"/>
                  </a:moveTo>
                  <a:lnTo>
                    <a:pt x="59193" y="3192"/>
                  </a:lnTo>
                  <a:lnTo>
                    <a:pt x="58149" y="3656"/>
                  </a:lnTo>
                  <a:lnTo>
                    <a:pt x="57394" y="4527"/>
                  </a:lnTo>
                  <a:lnTo>
                    <a:pt x="56930" y="5745"/>
                  </a:lnTo>
                  <a:lnTo>
                    <a:pt x="56930" y="6442"/>
                  </a:lnTo>
                  <a:lnTo>
                    <a:pt x="56930" y="7138"/>
                  </a:lnTo>
                  <a:lnTo>
                    <a:pt x="57394" y="8357"/>
                  </a:lnTo>
                  <a:lnTo>
                    <a:pt x="58149" y="9285"/>
                  </a:lnTo>
                  <a:lnTo>
                    <a:pt x="59135" y="9749"/>
                  </a:lnTo>
                  <a:lnTo>
                    <a:pt x="59774" y="9807"/>
                  </a:lnTo>
                  <a:lnTo>
                    <a:pt x="60412" y="9749"/>
                  </a:lnTo>
                  <a:lnTo>
                    <a:pt x="61456" y="9227"/>
                  </a:lnTo>
                  <a:lnTo>
                    <a:pt x="61863" y="8705"/>
                  </a:lnTo>
                  <a:lnTo>
                    <a:pt x="61863" y="8995"/>
                  </a:lnTo>
                  <a:lnTo>
                    <a:pt x="61863" y="9517"/>
                  </a:lnTo>
                  <a:lnTo>
                    <a:pt x="61631" y="10388"/>
                  </a:lnTo>
                  <a:lnTo>
                    <a:pt x="61108" y="10968"/>
                  </a:lnTo>
                  <a:lnTo>
                    <a:pt x="60412" y="11258"/>
                  </a:lnTo>
                  <a:lnTo>
                    <a:pt x="59948" y="11316"/>
                  </a:lnTo>
                  <a:lnTo>
                    <a:pt x="59367" y="11258"/>
                  </a:lnTo>
                  <a:lnTo>
                    <a:pt x="58265" y="10794"/>
                  </a:lnTo>
                  <a:lnTo>
                    <a:pt x="57742" y="10330"/>
                  </a:lnTo>
                  <a:lnTo>
                    <a:pt x="57104" y="11258"/>
                  </a:lnTo>
                  <a:lnTo>
                    <a:pt x="57626" y="11781"/>
                  </a:lnTo>
                  <a:lnTo>
                    <a:pt x="59193" y="12419"/>
                  </a:lnTo>
                  <a:lnTo>
                    <a:pt x="60064" y="12477"/>
                  </a:lnTo>
                  <a:lnTo>
                    <a:pt x="60760" y="12419"/>
                  </a:lnTo>
                  <a:lnTo>
                    <a:pt x="61921" y="11955"/>
                  </a:lnTo>
                  <a:lnTo>
                    <a:pt x="62733" y="11084"/>
                  </a:lnTo>
                  <a:lnTo>
                    <a:pt x="63139" y="9749"/>
                  </a:lnTo>
                  <a:lnTo>
                    <a:pt x="63139" y="8937"/>
                  </a:lnTo>
                  <a:lnTo>
                    <a:pt x="63139" y="3250"/>
                  </a:lnTo>
                  <a:lnTo>
                    <a:pt x="61979" y="3250"/>
                  </a:lnTo>
                  <a:lnTo>
                    <a:pt x="61921" y="4294"/>
                  </a:lnTo>
                  <a:lnTo>
                    <a:pt x="61514" y="3772"/>
                  </a:lnTo>
                  <a:lnTo>
                    <a:pt x="60412" y="3192"/>
                  </a:lnTo>
                  <a:lnTo>
                    <a:pt x="59774" y="3134"/>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2"/>
            <p:cNvSpPr/>
            <p:nvPr/>
          </p:nvSpPr>
          <p:spPr>
            <a:xfrm>
              <a:off x="5601725" y="3424025"/>
              <a:ext cx="120450" cy="62400"/>
            </a:xfrm>
            <a:custGeom>
              <a:rect b="b" l="l" r="r" t="t"/>
              <a:pathLst>
                <a:path extrusionOk="0" h="2496" w="4818">
                  <a:moveTo>
                    <a:pt x="1" y="0"/>
                  </a:moveTo>
                  <a:lnTo>
                    <a:pt x="1" y="349"/>
                  </a:lnTo>
                  <a:lnTo>
                    <a:pt x="813" y="349"/>
                  </a:lnTo>
                  <a:lnTo>
                    <a:pt x="813" y="2496"/>
                  </a:lnTo>
                  <a:lnTo>
                    <a:pt x="1219" y="2496"/>
                  </a:lnTo>
                  <a:lnTo>
                    <a:pt x="1219" y="349"/>
                  </a:lnTo>
                  <a:lnTo>
                    <a:pt x="2032" y="349"/>
                  </a:lnTo>
                  <a:lnTo>
                    <a:pt x="2032" y="0"/>
                  </a:lnTo>
                  <a:close/>
                  <a:moveTo>
                    <a:pt x="2264" y="0"/>
                  </a:moveTo>
                  <a:lnTo>
                    <a:pt x="2264" y="2496"/>
                  </a:lnTo>
                  <a:lnTo>
                    <a:pt x="2670" y="2496"/>
                  </a:lnTo>
                  <a:lnTo>
                    <a:pt x="2670" y="581"/>
                  </a:lnTo>
                  <a:lnTo>
                    <a:pt x="3425" y="2031"/>
                  </a:lnTo>
                  <a:lnTo>
                    <a:pt x="3657" y="2031"/>
                  </a:lnTo>
                  <a:lnTo>
                    <a:pt x="4411" y="523"/>
                  </a:lnTo>
                  <a:lnTo>
                    <a:pt x="4411" y="2496"/>
                  </a:lnTo>
                  <a:lnTo>
                    <a:pt x="4817" y="2496"/>
                  </a:lnTo>
                  <a:lnTo>
                    <a:pt x="4817" y="0"/>
                  </a:lnTo>
                  <a:lnTo>
                    <a:pt x="4295" y="0"/>
                  </a:lnTo>
                  <a:lnTo>
                    <a:pt x="3541" y="1451"/>
                  </a:lnTo>
                  <a:lnTo>
                    <a:pt x="278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5" name="Google Shape;715;p62"/>
          <p:cNvGrpSpPr/>
          <p:nvPr/>
        </p:nvGrpSpPr>
        <p:grpSpPr>
          <a:xfrm>
            <a:off x="0" y="0"/>
            <a:ext cx="4316930" cy="5143500"/>
            <a:chOff x="0" y="0"/>
            <a:chExt cx="5978300" cy="5143500"/>
          </a:xfrm>
        </p:grpSpPr>
        <p:sp>
          <p:nvSpPr>
            <p:cNvPr id="716" name="Google Shape;716;p62"/>
            <p:cNvSpPr/>
            <p:nvPr/>
          </p:nvSpPr>
          <p:spPr>
            <a:xfrm>
              <a:off x="0" y="0"/>
              <a:ext cx="12699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717" name="Google Shape;717;p62"/>
            <p:cNvSpPr/>
            <p:nvPr/>
          </p:nvSpPr>
          <p:spPr>
            <a:xfrm>
              <a:off x="998682" y="0"/>
              <a:ext cx="1176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718" name="Google Shape;718;p62"/>
            <p:cNvSpPr/>
            <p:nvPr/>
          </p:nvSpPr>
          <p:spPr>
            <a:xfrm>
              <a:off x="1997404" y="0"/>
              <a:ext cx="11769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719" name="Google Shape;719;p62"/>
            <p:cNvSpPr/>
            <p:nvPr/>
          </p:nvSpPr>
          <p:spPr>
            <a:xfrm>
              <a:off x="2982206" y="0"/>
              <a:ext cx="11769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sp>
          <p:nvSpPr>
            <p:cNvPr id="720" name="Google Shape;720;p62"/>
            <p:cNvSpPr/>
            <p:nvPr/>
          </p:nvSpPr>
          <p:spPr>
            <a:xfrm>
              <a:off x="3980886" y="0"/>
              <a:ext cx="1269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S Indigo"/>
                <a:ea typeface="DS Indigo"/>
                <a:cs typeface="DS Indigo"/>
                <a:sym typeface="DS Indigo"/>
              </a:endParaRPr>
            </a:p>
          </p:txBody>
        </p:sp>
        <p:sp>
          <p:nvSpPr>
            <p:cNvPr id="721" name="Google Shape;721;p62"/>
            <p:cNvSpPr/>
            <p:nvPr/>
          </p:nvSpPr>
          <p:spPr>
            <a:xfrm>
              <a:off x="4979600" y="0"/>
              <a:ext cx="998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DS Indigo"/>
                  <a:ea typeface="DS Indigo"/>
                  <a:cs typeface="DS Indigo"/>
                  <a:sym typeface="DS Indigo"/>
                </a:rPr>
                <a:t> </a:t>
              </a:r>
              <a:endParaRPr>
                <a:latin typeface="DS Indigo"/>
                <a:ea typeface="DS Indigo"/>
                <a:cs typeface="DS Indigo"/>
                <a:sym typeface="DS Indigo"/>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1 1">
  <p:cSld name="SECTION_HEADER_4_2_2_1_1">
    <p:spTree>
      <p:nvGrpSpPr>
        <p:cNvPr id="722" name="Shape 722"/>
        <p:cNvGrpSpPr/>
        <p:nvPr/>
      </p:nvGrpSpPr>
      <p:grpSpPr>
        <a:xfrm>
          <a:off x="0" y="0"/>
          <a:ext cx="0" cy="0"/>
          <a:chOff x="0" y="0"/>
          <a:chExt cx="0" cy="0"/>
        </a:xfrm>
      </p:grpSpPr>
      <p:sp>
        <p:nvSpPr>
          <p:cNvPr id="723" name="Google Shape;723;p63"/>
          <p:cNvSpPr/>
          <p:nvPr/>
        </p:nvSpPr>
        <p:spPr>
          <a:xfrm>
            <a:off x="146350" y="130675"/>
            <a:ext cx="1975800" cy="70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63"/>
          <p:cNvSpPr/>
          <p:nvPr/>
        </p:nvSpPr>
        <p:spPr>
          <a:xfrm>
            <a:off x="6219825" y="1240600"/>
            <a:ext cx="2923800" cy="3903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63"/>
          <p:cNvSpPr txBox="1"/>
          <p:nvPr>
            <p:ph idx="12" type="sldNum"/>
          </p:nvPr>
        </p:nvSpPr>
        <p:spPr>
          <a:xfrm>
            <a:off x="8555150" y="4800600"/>
            <a:ext cx="246000" cy="1374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26" name="Google Shape;726;p63"/>
          <p:cNvSpPr txBox="1"/>
          <p:nvPr>
            <p:ph idx="1" type="subTitle"/>
          </p:nvPr>
        </p:nvSpPr>
        <p:spPr>
          <a:xfrm>
            <a:off x="346875" y="1372050"/>
            <a:ext cx="26250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727" name="Google Shape;727;p63"/>
          <p:cNvSpPr txBox="1"/>
          <p:nvPr>
            <p:ph idx="2" type="subTitle"/>
          </p:nvPr>
        </p:nvSpPr>
        <p:spPr>
          <a:xfrm>
            <a:off x="346875" y="2042175"/>
            <a:ext cx="2625000" cy="1235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SzPts val="1000"/>
              <a:buNone/>
              <a:defRPr sz="1000"/>
            </a:lvl1pPr>
            <a:lvl2pPr lvl="1" rtl="0">
              <a:lnSpc>
                <a:spcPct val="120000"/>
              </a:lnSpc>
              <a:spcBef>
                <a:spcPts val="400"/>
              </a:spcBef>
              <a:spcAft>
                <a:spcPts val="0"/>
              </a:spcAft>
              <a:buSzPts val="1000"/>
              <a:buNone/>
              <a:defRPr/>
            </a:lvl2pPr>
            <a:lvl3pPr lvl="2" rtl="0">
              <a:lnSpc>
                <a:spcPct val="120000"/>
              </a:lnSpc>
              <a:spcBef>
                <a:spcPts val="400"/>
              </a:spcBef>
              <a:spcAft>
                <a:spcPts val="0"/>
              </a:spcAft>
              <a:buSzPts val="1000"/>
              <a:buNone/>
              <a:defRPr/>
            </a:lvl3pPr>
            <a:lvl4pPr lvl="3" rtl="0">
              <a:lnSpc>
                <a:spcPct val="120000"/>
              </a:lnSpc>
              <a:spcBef>
                <a:spcPts val="400"/>
              </a:spcBef>
              <a:spcAft>
                <a:spcPts val="0"/>
              </a:spcAft>
              <a:buSzPts val="1000"/>
              <a:buNone/>
              <a:defRPr/>
            </a:lvl4pPr>
            <a:lvl5pPr lvl="4" rtl="0">
              <a:lnSpc>
                <a:spcPct val="120000"/>
              </a:lnSpc>
              <a:spcBef>
                <a:spcPts val="400"/>
              </a:spcBef>
              <a:spcAft>
                <a:spcPts val="0"/>
              </a:spcAft>
              <a:buSzPts val="1000"/>
              <a:buNone/>
              <a:defRPr/>
            </a:lvl5pPr>
            <a:lvl6pPr lvl="5" rtl="0">
              <a:lnSpc>
                <a:spcPct val="120000"/>
              </a:lnSpc>
              <a:spcBef>
                <a:spcPts val="400"/>
              </a:spcBef>
              <a:spcAft>
                <a:spcPts val="0"/>
              </a:spcAft>
              <a:buSzPts val="1000"/>
              <a:buNone/>
              <a:defRPr/>
            </a:lvl6pPr>
            <a:lvl7pPr lvl="6" rtl="0">
              <a:lnSpc>
                <a:spcPct val="120000"/>
              </a:lnSpc>
              <a:spcBef>
                <a:spcPts val="400"/>
              </a:spcBef>
              <a:spcAft>
                <a:spcPts val="0"/>
              </a:spcAft>
              <a:buSzPts val="1000"/>
              <a:buNone/>
              <a:defRPr/>
            </a:lvl7pPr>
            <a:lvl8pPr lvl="7" rtl="0">
              <a:lnSpc>
                <a:spcPct val="120000"/>
              </a:lnSpc>
              <a:spcBef>
                <a:spcPts val="400"/>
              </a:spcBef>
              <a:spcAft>
                <a:spcPts val="0"/>
              </a:spcAft>
              <a:buSzPts val="1000"/>
              <a:buNone/>
              <a:defRPr/>
            </a:lvl8pPr>
            <a:lvl9pPr lvl="8" rtl="0">
              <a:lnSpc>
                <a:spcPct val="120000"/>
              </a:lnSpc>
              <a:spcBef>
                <a:spcPts val="400"/>
              </a:spcBef>
              <a:spcAft>
                <a:spcPts val="400"/>
              </a:spcAft>
              <a:buSzPts val="1000"/>
              <a:buNone/>
              <a:defRPr/>
            </a:lvl9pPr>
          </a:lstStyle>
          <a:p/>
        </p:txBody>
      </p:sp>
      <p:sp>
        <p:nvSpPr>
          <p:cNvPr id="728" name="Google Shape;728;p63"/>
          <p:cNvSpPr txBox="1"/>
          <p:nvPr>
            <p:ph idx="3" type="subTitle"/>
          </p:nvPr>
        </p:nvSpPr>
        <p:spPr>
          <a:xfrm>
            <a:off x="6539148" y="1629150"/>
            <a:ext cx="2320800" cy="19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200"/>
              <a:buNone/>
              <a:defRPr b="1" sz="1200">
                <a:solidFill>
                  <a:schemeClr val="dk1"/>
                </a:solidFill>
              </a:defRPr>
            </a:lvl1pPr>
            <a:lvl2pPr lvl="1" rtl="0">
              <a:lnSpc>
                <a:spcPct val="100000"/>
              </a:lnSpc>
              <a:spcBef>
                <a:spcPts val="0"/>
              </a:spcBef>
              <a:spcAft>
                <a:spcPts val="0"/>
              </a:spcAft>
              <a:buSzPts val="600"/>
              <a:buNone/>
              <a:defRPr sz="600"/>
            </a:lvl2pPr>
            <a:lvl3pPr lvl="2" rtl="0">
              <a:lnSpc>
                <a:spcPct val="100000"/>
              </a:lnSpc>
              <a:spcBef>
                <a:spcPts val="0"/>
              </a:spcBef>
              <a:spcAft>
                <a:spcPts val="0"/>
              </a:spcAft>
              <a:buSzPts val="600"/>
              <a:buNone/>
              <a:defRPr sz="600"/>
            </a:lvl3pPr>
            <a:lvl4pPr lvl="3" rtl="0">
              <a:lnSpc>
                <a:spcPct val="100000"/>
              </a:lnSpc>
              <a:spcBef>
                <a:spcPts val="0"/>
              </a:spcBef>
              <a:spcAft>
                <a:spcPts val="0"/>
              </a:spcAft>
              <a:buSzPts val="600"/>
              <a:buNone/>
              <a:defRPr sz="600"/>
            </a:lvl4pPr>
            <a:lvl5pPr lvl="4" rtl="0">
              <a:lnSpc>
                <a:spcPct val="100000"/>
              </a:lnSpc>
              <a:spcBef>
                <a:spcPts val="0"/>
              </a:spcBef>
              <a:spcAft>
                <a:spcPts val="0"/>
              </a:spcAft>
              <a:buSzPts val="600"/>
              <a:buNone/>
              <a:defRPr sz="600"/>
            </a:lvl5pPr>
            <a:lvl6pPr lvl="5" rtl="0">
              <a:lnSpc>
                <a:spcPct val="100000"/>
              </a:lnSpc>
              <a:spcBef>
                <a:spcPts val="0"/>
              </a:spcBef>
              <a:spcAft>
                <a:spcPts val="0"/>
              </a:spcAft>
              <a:buSzPts val="600"/>
              <a:buNone/>
              <a:defRPr sz="600"/>
            </a:lvl6pPr>
            <a:lvl7pPr lvl="6" rtl="0">
              <a:lnSpc>
                <a:spcPct val="100000"/>
              </a:lnSpc>
              <a:spcBef>
                <a:spcPts val="0"/>
              </a:spcBef>
              <a:spcAft>
                <a:spcPts val="0"/>
              </a:spcAft>
              <a:buSzPts val="600"/>
              <a:buNone/>
              <a:defRPr sz="600"/>
            </a:lvl7pPr>
            <a:lvl8pPr lvl="7" rtl="0">
              <a:lnSpc>
                <a:spcPct val="100000"/>
              </a:lnSpc>
              <a:spcBef>
                <a:spcPts val="0"/>
              </a:spcBef>
              <a:spcAft>
                <a:spcPts val="0"/>
              </a:spcAft>
              <a:buSzPts val="600"/>
              <a:buNone/>
              <a:defRPr sz="600"/>
            </a:lvl8pPr>
            <a:lvl9pPr lvl="8" rtl="0">
              <a:lnSpc>
                <a:spcPct val="100000"/>
              </a:lnSpc>
              <a:spcBef>
                <a:spcPts val="0"/>
              </a:spcBef>
              <a:spcAft>
                <a:spcPts val="0"/>
              </a:spcAft>
              <a:buSzPts val="600"/>
              <a:buNone/>
              <a:defRPr sz="600"/>
            </a:lvl9pPr>
          </a:lstStyle>
          <a:p/>
        </p:txBody>
      </p:sp>
      <p:sp>
        <p:nvSpPr>
          <p:cNvPr id="729" name="Google Shape;729;p63"/>
          <p:cNvSpPr txBox="1"/>
          <p:nvPr>
            <p:ph idx="4" type="subTitle"/>
          </p:nvPr>
        </p:nvSpPr>
        <p:spPr>
          <a:xfrm>
            <a:off x="6539148" y="1894174"/>
            <a:ext cx="2320800" cy="5970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400"/>
              </a:spcBef>
              <a:spcAft>
                <a:spcPts val="0"/>
              </a:spcAft>
              <a:buSzPts val="800"/>
              <a:buNone/>
              <a:defRPr sz="800"/>
            </a:lvl2pPr>
            <a:lvl3pPr lvl="2" rtl="0">
              <a:lnSpc>
                <a:spcPct val="120000"/>
              </a:lnSpc>
              <a:spcBef>
                <a:spcPts val="400"/>
              </a:spcBef>
              <a:spcAft>
                <a:spcPts val="0"/>
              </a:spcAft>
              <a:buSzPts val="800"/>
              <a:buNone/>
              <a:defRPr sz="800"/>
            </a:lvl3pPr>
            <a:lvl4pPr lvl="3" rtl="0">
              <a:lnSpc>
                <a:spcPct val="120000"/>
              </a:lnSpc>
              <a:spcBef>
                <a:spcPts val="400"/>
              </a:spcBef>
              <a:spcAft>
                <a:spcPts val="0"/>
              </a:spcAft>
              <a:buSzPts val="800"/>
              <a:buNone/>
              <a:defRPr sz="800"/>
            </a:lvl4pPr>
            <a:lvl5pPr lvl="4" rtl="0">
              <a:lnSpc>
                <a:spcPct val="120000"/>
              </a:lnSpc>
              <a:spcBef>
                <a:spcPts val="400"/>
              </a:spcBef>
              <a:spcAft>
                <a:spcPts val="0"/>
              </a:spcAft>
              <a:buSzPts val="800"/>
              <a:buNone/>
              <a:defRPr sz="800"/>
            </a:lvl5pPr>
            <a:lvl6pPr lvl="5" rtl="0">
              <a:lnSpc>
                <a:spcPct val="120000"/>
              </a:lnSpc>
              <a:spcBef>
                <a:spcPts val="400"/>
              </a:spcBef>
              <a:spcAft>
                <a:spcPts val="0"/>
              </a:spcAft>
              <a:buSzPts val="800"/>
              <a:buNone/>
              <a:defRPr sz="800"/>
            </a:lvl6pPr>
            <a:lvl7pPr lvl="6" rtl="0">
              <a:lnSpc>
                <a:spcPct val="120000"/>
              </a:lnSpc>
              <a:spcBef>
                <a:spcPts val="400"/>
              </a:spcBef>
              <a:spcAft>
                <a:spcPts val="0"/>
              </a:spcAft>
              <a:buSzPts val="800"/>
              <a:buNone/>
              <a:defRPr sz="800"/>
            </a:lvl7pPr>
            <a:lvl8pPr lvl="7" rtl="0">
              <a:lnSpc>
                <a:spcPct val="120000"/>
              </a:lnSpc>
              <a:spcBef>
                <a:spcPts val="400"/>
              </a:spcBef>
              <a:spcAft>
                <a:spcPts val="0"/>
              </a:spcAft>
              <a:buSzPts val="800"/>
              <a:buNone/>
              <a:defRPr sz="800"/>
            </a:lvl8pPr>
            <a:lvl9pPr lvl="8" rtl="0">
              <a:lnSpc>
                <a:spcPct val="120000"/>
              </a:lnSpc>
              <a:spcBef>
                <a:spcPts val="400"/>
              </a:spcBef>
              <a:spcAft>
                <a:spcPts val="400"/>
              </a:spcAft>
              <a:buSzPts val="800"/>
              <a:buNone/>
              <a:defRPr sz="800"/>
            </a:lvl9pPr>
          </a:lstStyle>
          <a:p/>
        </p:txBody>
      </p:sp>
      <p:sp>
        <p:nvSpPr>
          <p:cNvPr id="730" name="Google Shape;730;p63"/>
          <p:cNvSpPr txBox="1"/>
          <p:nvPr>
            <p:ph type="title"/>
          </p:nvPr>
        </p:nvSpPr>
        <p:spPr>
          <a:xfrm>
            <a:off x="339050" y="335200"/>
            <a:ext cx="5718900" cy="377400"/>
          </a:xfrm>
          <a:prstGeom prst="rect">
            <a:avLst/>
          </a:prstGeom>
        </p:spPr>
        <p:txBody>
          <a:bodyPr anchorCtr="0" anchor="t" bIns="0" lIns="0" spcFirstLastPara="1" rIns="0" wrap="square" tIns="0">
            <a:noAutofit/>
          </a:bodyPr>
          <a:lstStyle>
            <a:lvl1pPr lvl="0" rtl="0">
              <a:lnSpc>
                <a:spcPct val="80000"/>
              </a:lnSpc>
              <a:spcBef>
                <a:spcPts val="0"/>
              </a:spcBef>
              <a:spcAft>
                <a:spcPts val="0"/>
              </a:spcAft>
              <a:buSzPts val="3200"/>
              <a:buNone/>
              <a:defRPr/>
            </a:lvl1pPr>
            <a:lvl2pPr lvl="1" rtl="0">
              <a:lnSpc>
                <a:spcPct val="90000"/>
              </a:lnSpc>
              <a:spcBef>
                <a:spcPts val="0"/>
              </a:spcBef>
              <a:spcAft>
                <a:spcPts val="0"/>
              </a:spcAft>
              <a:buSzPts val="2400"/>
              <a:buNone/>
              <a:defRPr sz="2400"/>
            </a:lvl2pPr>
            <a:lvl3pPr lvl="2" rtl="0">
              <a:lnSpc>
                <a:spcPct val="90000"/>
              </a:lnSpc>
              <a:spcBef>
                <a:spcPts val="0"/>
              </a:spcBef>
              <a:spcAft>
                <a:spcPts val="0"/>
              </a:spcAft>
              <a:buSzPts val="2400"/>
              <a:buNone/>
              <a:defRPr sz="2400"/>
            </a:lvl3pPr>
            <a:lvl4pPr lvl="3" rtl="0">
              <a:lnSpc>
                <a:spcPct val="90000"/>
              </a:lnSpc>
              <a:spcBef>
                <a:spcPts val="0"/>
              </a:spcBef>
              <a:spcAft>
                <a:spcPts val="0"/>
              </a:spcAft>
              <a:buSzPts val="2400"/>
              <a:buNone/>
              <a:defRPr sz="2400"/>
            </a:lvl4pPr>
            <a:lvl5pPr lvl="4" rtl="0">
              <a:lnSpc>
                <a:spcPct val="90000"/>
              </a:lnSpc>
              <a:spcBef>
                <a:spcPts val="0"/>
              </a:spcBef>
              <a:spcAft>
                <a:spcPts val="0"/>
              </a:spcAft>
              <a:buSzPts val="2400"/>
              <a:buNone/>
              <a:defRPr sz="2400"/>
            </a:lvl5pPr>
            <a:lvl6pPr lvl="5" rtl="0">
              <a:lnSpc>
                <a:spcPct val="90000"/>
              </a:lnSpc>
              <a:spcBef>
                <a:spcPts val="0"/>
              </a:spcBef>
              <a:spcAft>
                <a:spcPts val="0"/>
              </a:spcAft>
              <a:buSzPts val="2400"/>
              <a:buNone/>
              <a:defRPr sz="2400"/>
            </a:lvl6pPr>
            <a:lvl7pPr lvl="6" rtl="0">
              <a:lnSpc>
                <a:spcPct val="90000"/>
              </a:lnSpc>
              <a:spcBef>
                <a:spcPts val="0"/>
              </a:spcBef>
              <a:spcAft>
                <a:spcPts val="0"/>
              </a:spcAft>
              <a:buSzPts val="2400"/>
              <a:buNone/>
              <a:defRPr sz="2400"/>
            </a:lvl7pPr>
            <a:lvl8pPr lvl="7" rtl="0">
              <a:lnSpc>
                <a:spcPct val="90000"/>
              </a:lnSpc>
              <a:spcBef>
                <a:spcPts val="0"/>
              </a:spcBef>
              <a:spcAft>
                <a:spcPts val="0"/>
              </a:spcAft>
              <a:buSzPts val="2400"/>
              <a:buNone/>
              <a:defRPr sz="2400"/>
            </a:lvl8pPr>
            <a:lvl9pPr lvl="8" rtl="0">
              <a:lnSpc>
                <a:spcPct val="90000"/>
              </a:lnSpc>
              <a:spcBef>
                <a:spcPts val="0"/>
              </a:spcBef>
              <a:spcAft>
                <a:spcPts val="0"/>
              </a:spcAft>
              <a:buSzPts val="2400"/>
              <a:buNone/>
              <a:defRPr sz="2400"/>
            </a:lvl9pPr>
          </a:lstStyle>
          <a:p/>
        </p:txBody>
      </p:sp>
      <p:cxnSp>
        <p:nvCxnSpPr>
          <p:cNvPr id="731" name="Google Shape;731;p63"/>
          <p:cNvCxnSpPr/>
          <p:nvPr/>
        </p:nvCxnSpPr>
        <p:spPr>
          <a:xfrm>
            <a:off x="346875" y="1930076"/>
            <a:ext cx="2625000" cy="0"/>
          </a:xfrm>
          <a:prstGeom prst="straightConnector1">
            <a:avLst/>
          </a:prstGeom>
          <a:noFill/>
          <a:ln cap="flat" cmpd="sng" w="9525">
            <a:solidFill>
              <a:schemeClr val="accent6"/>
            </a:solidFill>
            <a:prstDash val="solid"/>
            <a:round/>
            <a:headEnd len="med" w="med" type="none"/>
            <a:tailEnd len="med" w="med" type="none"/>
          </a:ln>
        </p:spPr>
      </p:cxnSp>
      <p:sp>
        <p:nvSpPr>
          <p:cNvPr id="732" name="Google Shape;732;p63"/>
          <p:cNvSpPr txBox="1"/>
          <p:nvPr>
            <p:ph idx="5" type="subTitle"/>
          </p:nvPr>
        </p:nvSpPr>
        <p:spPr>
          <a:xfrm>
            <a:off x="3318400" y="1372050"/>
            <a:ext cx="2625000" cy="448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dk1"/>
              </a:buClr>
              <a:buSzPts val="1600"/>
              <a:buNone/>
              <a:defRPr>
                <a:solidFill>
                  <a:schemeClr val="dk1"/>
                </a:solidFill>
              </a:defRPr>
            </a:lvl1pPr>
            <a:lvl2pPr lvl="1" rtl="0">
              <a:lnSpc>
                <a:spcPct val="100000"/>
              </a:lnSpc>
              <a:spcBef>
                <a:spcPts val="0"/>
              </a:spcBef>
              <a:spcAft>
                <a:spcPts val="0"/>
              </a:spcAft>
              <a:buSzPts val="1200"/>
              <a:buNone/>
              <a:defRPr sz="1200"/>
            </a:lvl2pPr>
            <a:lvl3pPr lvl="2" rtl="0">
              <a:lnSpc>
                <a:spcPct val="100000"/>
              </a:lnSpc>
              <a:spcBef>
                <a:spcPts val="0"/>
              </a:spcBef>
              <a:spcAft>
                <a:spcPts val="0"/>
              </a:spcAft>
              <a:buSzPts val="1200"/>
              <a:buNone/>
              <a:defRPr sz="1200"/>
            </a:lvl3pPr>
            <a:lvl4pPr lvl="3" rtl="0">
              <a:lnSpc>
                <a:spcPct val="100000"/>
              </a:lnSpc>
              <a:spcBef>
                <a:spcPts val="0"/>
              </a:spcBef>
              <a:spcAft>
                <a:spcPts val="0"/>
              </a:spcAft>
              <a:buSzPts val="1200"/>
              <a:buNone/>
              <a:defRPr sz="1200"/>
            </a:lvl4pPr>
            <a:lvl5pPr lvl="4" rtl="0">
              <a:lnSpc>
                <a:spcPct val="100000"/>
              </a:lnSpc>
              <a:spcBef>
                <a:spcPts val="0"/>
              </a:spcBef>
              <a:spcAft>
                <a:spcPts val="0"/>
              </a:spcAft>
              <a:buSzPts val="1200"/>
              <a:buNone/>
              <a:defRPr sz="1200"/>
            </a:lvl5pPr>
            <a:lvl6pPr lvl="5" rtl="0">
              <a:lnSpc>
                <a:spcPct val="100000"/>
              </a:lnSpc>
              <a:spcBef>
                <a:spcPts val="0"/>
              </a:spcBef>
              <a:spcAft>
                <a:spcPts val="0"/>
              </a:spcAft>
              <a:buSzPts val="1200"/>
              <a:buNone/>
              <a:defRPr sz="1200"/>
            </a:lvl6pPr>
            <a:lvl7pPr lvl="6" rtl="0">
              <a:lnSpc>
                <a:spcPct val="100000"/>
              </a:lnSpc>
              <a:spcBef>
                <a:spcPts val="0"/>
              </a:spcBef>
              <a:spcAft>
                <a:spcPts val="0"/>
              </a:spcAft>
              <a:buSzPts val="1200"/>
              <a:buNone/>
              <a:defRPr sz="1200"/>
            </a:lvl7pPr>
            <a:lvl8pPr lvl="7" rtl="0">
              <a:lnSpc>
                <a:spcPct val="100000"/>
              </a:lnSpc>
              <a:spcBef>
                <a:spcPts val="0"/>
              </a:spcBef>
              <a:spcAft>
                <a:spcPts val="0"/>
              </a:spcAft>
              <a:buSzPts val="1200"/>
              <a:buNone/>
              <a:defRPr sz="1200"/>
            </a:lvl8pPr>
            <a:lvl9pPr lvl="8" rtl="0">
              <a:lnSpc>
                <a:spcPct val="100000"/>
              </a:lnSpc>
              <a:spcBef>
                <a:spcPts val="0"/>
              </a:spcBef>
              <a:spcAft>
                <a:spcPts val="0"/>
              </a:spcAft>
              <a:buSzPts val="1200"/>
              <a:buNone/>
              <a:defRPr sz="1200"/>
            </a:lvl9pPr>
          </a:lstStyle>
          <a:p/>
        </p:txBody>
      </p:sp>
      <p:sp>
        <p:nvSpPr>
          <p:cNvPr id="733" name="Google Shape;733;p63"/>
          <p:cNvSpPr txBox="1"/>
          <p:nvPr>
            <p:ph idx="6" type="subTitle"/>
          </p:nvPr>
        </p:nvSpPr>
        <p:spPr>
          <a:xfrm>
            <a:off x="3318400" y="2042175"/>
            <a:ext cx="2625000" cy="1235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SzPts val="1000"/>
              <a:buNone/>
              <a:defRPr sz="1000"/>
            </a:lvl1pPr>
            <a:lvl2pPr lvl="1" rtl="0">
              <a:lnSpc>
                <a:spcPct val="120000"/>
              </a:lnSpc>
              <a:spcBef>
                <a:spcPts val="400"/>
              </a:spcBef>
              <a:spcAft>
                <a:spcPts val="0"/>
              </a:spcAft>
              <a:buSzPts val="1000"/>
              <a:buNone/>
              <a:defRPr/>
            </a:lvl2pPr>
            <a:lvl3pPr lvl="2" rtl="0">
              <a:lnSpc>
                <a:spcPct val="120000"/>
              </a:lnSpc>
              <a:spcBef>
                <a:spcPts val="400"/>
              </a:spcBef>
              <a:spcAft>
                <a:spcPts val="0"/>
              </a:spcAft>
              <a:buSzPts val="1000"/>
              <a:buNone/>
              <a:defRPr/>
            </a:lvl3pPr>
            <a:lvl4pPr lvl="3" rtl="0">
              <a:lnSpc>
                <a:spcPct val="120000"/>
              </a:lnSpc>
              <a:spcBef>
                <a:spcPts val="400"/>
              </a:spcBef>
              <a:spcAft>
                <a:spcPts val="0"/>
              </a:spcAft>
              <a:buSzPts val="1000"/>
              <a:buNone/>
              <a:defRPr/>
            </a:lvl4pPr>
            <a:lvl5pPr lvl="4" rtl="0">
              <a:lnSpc>
                <a:spcPct val="120000"/>
              </a:lnSpc>
              <a:spcBef>
                <a:spcPts val="400"/>
              </a:spcBef>
              <a:spcAft>
                <a:spcPts val="0"/>
              </a:spcAft>
              <a:buSzPts val="1000"/>
              <a:buNone/>
              <a:defRPr/>
            </a:lvl5pPr>
            <a:lvl6pPr lvl="5" rtl="0">
              <a:lnSpc>
                <a:spcPct val="120000"/>
              </a:lnSpc>
              <a:spcBef>
                <a:spcPts val="400"/>
              </a:spcBef>
              <a:spcAft>
                <a:spcPts val="0"/>
              </a:spcAft>
              <a:buSzPts val="1000"/>
              <a:buNone/>
              <a:defRPr/>
            </a:lvl6pPr>
            <a:lvl7pPr lvl="6" rtl="0">
              <a:lnSpc>
                <a:spcPct val="120000"/>
              </a:lnSpc>
              <a:spcBef>
                <a:spcPts val="400"/>
              </a:spcBef>
              <a:spcAft>
                <a:spcPts val="0"/>
              </a:spcAft>
              <a:buSzPts val="1000"/>
              <a:buNone/>
              <a:defRPr/>
            </a:lvl7pPr>
            <a:lvl8pPr lvl="7" rtl="0">
              <a:lnSpc>
                <a:spcPct val="120000"/>
              </a:lnSpc>
              <a:spcBef>
                <a:spcPts val="400"/>
              </a:spcBef>
              <a:spcAft>
                <a:spcPts val="0"/>
              </a:spcAft>
              <a:buSzPts val="1000"/>
              <a:buNone/>
              <a:defRPr/>
            </a:lvl8pPr>
            <a:lvl9pPr lvl="8" rtl="0">
              <a:lnSpc>
                <a:spcPct val="120000"/>
              </a:lnSpc>
              <a:spcBef>
                <a:spcPts val="400"/>
              </a:spcBef>
              <a:spcAft>
                <a:spcPts val="400"/>
              </a:spcAft>
              <a:buSzPts val="1000"/>
              <a:buNone/>
              <a:defRPr/>
            </a:lvl9pPr>
          </a:lstStyle>
          <a:p/>
        </p:txBody>
      </p:sp>
      <p:cxnSp>
        <p:nvCxnSpPr>
          <p:cNvPr id="734" name="Google Shape;734;p63"/>
          <p:cNvCxnSpPr/>
          <p:nvPr/>
        </p:nvCxnSpPr>
        <p:spPr>
          <a:xfrm>
            <a:off x="3318400" y="1930076"/>
            <a:ext cx="2625000" cy="0"/>
          </a:xfrm>
          <a:prstGeom prst="straightConnector1">
            <a:avLst/>
          </a:prstGeom>
          <a:noFill/>
          <a:ln cap="flat" cmpd="sng" w="9525">
            <a:solidFill>
              <a:schemeClr val="accent6"/>
            </a:solidFill>
            <a:prstDash val="solid"/>
            <a:round/>
            <a:headEnd len="med" w="med" type="none"/>
            <a:tailEnd len="med" w="med" type="none"/>
          </a:ln>
        </p:spPr>
      </p:cxnSp>
      <p:sp>
        <p:nvSpPr>
          <p:cNvPr id="735" name="Google Shape;735;p63"/>
          <p:cNvSpPr txBox="1"/>
          <p:nvPr>
            <p:ph idx="7" type="subTitle"/>
          </p:nvPr>
        </p:nvSpPr>
        <p:spPr>
          <a:xfrm>
            <a:off x="6539148" y="2601401"/>
            <a:ext cx="2320800" cy="19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dk1"/>
              </a:buClr>
              <a:buSzPts val="1200"/>
              <a:buNone/>
              <a:defRPr b="1" sz="1200">
                <a:solidFill>
                  <a:schemeClr val="dk1"/>
                </a:solidFill>
              </a:defRPr>
            </a:lvl1pPr>
            <a:lvl2pPr lvl="1" rtl="0">
              <a:lnSpc>
                <a:spcPct val="100000"/>
              </a:lnSpc>
              <a:spcBef>
                <a:spcPts val="0"/>
              </a:spcBef>
              <a:spcAft>
                <a:spcPts val="0"/>
              </a:spcAft>
              <a:buSzPts val="600"/>
              <a:buNone/>
              <a:defRPr sz="600"/>
            </a:lvl2pPr>
            <a:lvl3pPr lvl="2" rtl="0">
              <a:lnSpc>
                <a:spcPct val="100000"/>
              </a:lnSpc>
              <a:spcBef>
                <a:spcPts val="0"/>
              </a:spcBef>
              <a:spcAft>
                <a:spcPts val="0"/>
              </a:spcAft>
              <a:buSzPts val="600"/>
              <a:buNone/>
              <a:defRPr sz="600"/>
            </a:lvl3pPr>
            <a:lvl4pPr lvl="3" rtl="0">
              <a:lnSpc>
                <a:spcPct val="100000"/>
              </a:lnSpc>
              <a:spcBef>
                <a:spcPts val="0"/>
              </a:spcBef>
              <a:spcAft>
                <a:spcPts val="0"/>
              </a:spcAft>
              <a:buSzPts val="600"/>
              <a:buNone/>
              <a:defRPr sz="600"/>
            </a:lvl4pPr>
            <a:lvl5pPr lvl="4" rtl="0">
              <a:lnSpc>
                <a:spcPct val="100000"/>
              </a:lnSpc>
              <a:spcBef>
                <a:spcPts val="0"/>
              </a:spcBef>
              <a:spcAft>
                <a:spcPts val="0"/>
              </a:spcAft>
              <a:buSzPts val="600"/>
              <a:buNone/>
              <a:defRPr sz="600"/>
            </a:lvl5pPr>
            <a:lvl6pPr lvl="5" rtl="0">
              <a:lnSpc>
                <a:spcPct val="100000"/>
              </a:lnSpc>
              <a:spcBef>
                <a:spcPts val="0"/>
              </a:spcBef>
              <a:spcAft>
                <a:spcPts val="0"/>
              </a:spcAft>
              <a:buSzPts val="600"/>
              <a:buNone/>
              <a:defRPr sz="600"/>
            </a:lvl6pPr>
            <a:lvl7pPr lvl="6" rtl="0">
              <a:lnSpc>
                <a:spcPct val="100000"/>
              </a:lnSpc>
              <a:spcBef>
                <a:spcPts val="0"/>
              </a:spcBef>
              <a:spcAft>
                <a:spcPts val="0"/>
              </a:spcAft>
              <a:buSzPts val="600"/>
              <a:buNone/>
              <a:defRPr sz="600"/>
            </a:lvl7pPr>
            <a:lvl8pPr lvl="7" rtl="0">
              <a:lnSpc>
                <a:spcPct val="100000"/>
              </a:lnSpc>
              <a:spcBef>
                <a:spcPts val="0"/>
              </a:spcBef>
              <a:spcAft>
                <a:spcPts val="0"/>
              </a:spcAft>
              <a:buSzPts val="600"/>
              <a:buNone/>
              <a:defRPr sz="600"/>
            </a:lvl8pPr>
            <a:lvl9pPr lvl="8" rtl="0">
              <a:lnSpc>
                <a:spcPct val="100000"/>
              </a:lnSpc>
              <a:spcBef>
                <a:spcPts val="0"/>
              </a:spcBef>
              <a:spcAft>
                <a:spcPts val="0"/>
              </a:spcAft>
              <a:buSzPts val="600"/>
              <a:buNone/>
              <a:defRPr sz="600"/>
            </a:lvl9pPr>
          </a:lstStyle>
          <a:p/>
        </p:txBody>
      </p:sp>
      <p:sp>
        <p:nvSpPr>
          <p:cNvPr id="736" name="Google Shape;736;p63"/>
          <p:cNvSpPr txBox="1"/>
          <p:nvPr>
            <p:ph idx="8" type="subTitle"/>
          </p:nvPr>
        </p:nvSpPr>
        <p:spPr>
          <a:xfrm>
            <a:off x="6539148" y="2866425"/>
            <a:ext cx="2320800" cy="597000"/>
          </a:xfrm>
          <a:prstGeom prst="rect">
            <a:avLst/>
          </a:prstGeom>
        </p:spPr>
        <p:txBody>
          <a:bodyPr anchorCtr="0" anchor="t" bIns="0" lIns="0" spcFirstLastPara="1" rIns="0" wrap="square" tIns="0">
            <a:noAutofit/>
          </a:bodyPr>
          <a:lstStyle>
            <a:lvl1pPr lvl="0" rtl="0">
              <a:lnSpc>
                <a:spcPct val="120000"/>
              </a:lnSpc>
              <a:spcBef>
                <a:spcPts val="0"/>
              </a:spcBef>
              <a:spcAft>
                <a:spcPts val="0"/>
              </a:spcAft>
              <a:buSzPts val="800"/>
              <a:buNone/>
              <a:defRPr sz="800"/>
            </a:lvl1pPr>
            <a:lvl2pPr lvl="1" rtl="0">
              <a:lnSpc>
                <a:spcPct val="120000"/>
              </a:lnSpc>
              <a:spcBef>
                <a:spcPts val="400"/>
              </a:spcBef>
              <a:spcAft>
                <a:spcPts val="0"/>
              </a:spcAft>
              <a:buSzPts val="800"/>
              <a:buNone/>
              <a:defRPr sz="800"/>
            </a:lvl2pPr>
            <a:lvl3pPr lvl="2" rtl="0">
              <a:lnSpc>
                <a:spcPct val="120000"/>
              </a:lnSpc>
              <a:spcBef>
                <a:spcPts val="400"/>
              </a:spcBef>
              <a:spcAft>
                <a:spcPts val="0"/>
              </a:spcAft>
              <a:buSzPts val="800"/>
              <a:buNone/>
              <a:defRPr sz="800"/>
            </a:lvl3pPr>
            <a:lvl4pPr lvl="3" rtl="0">
              <a:lnSpc>
                <a:spcPct val="120000"/>
              </a:lnSpc>
              <a:spcBef>
                <a:spcPts val="400"/>
              </a:spcBef>
              <a:spcAft>
                <a:spcPts val="0"/>
              </a:spcAft>
              <a:buSzPts val="800"/>
              <a:buNone/>
              <a:defRPr sz="800"/>
            </a:lvl4pPr>
            <a:lvl5pPr lvl="4" rtl="0">
              <a:lnSpc>
                <a:spcPct val="120000"/>
              </a:lnSpc>
              <a:spcBef>
                <a:spcPts val="400"/>
              </a:spcBef>
              <a:spcAft>
                <a:spcPts val="0"/>
              </a:spcAft>
              <a:buSzPts val="800"/>
              <a:buNone/>
              <a:defRPr sz="800"/>
            </a:lvl5pPr>
            <a:lvl6pPr lvl="5" rtl="0">
              <a:lnSpc>
                <a:spcPct val="120000"/>
              </a:lnSpc>
              <a:spcBef>
                <a:spcPts val="400"/>
              </a:spcBef>
              <a:spcAft>
                <a:spcPts val="0"/>
              </a:spcAft>
              <a:buSzPts val="800"/>
              <a:buNone/>
              <a:defRPr sz="800"/>
            </a:lvl6pPr>
            <a:lvl7pPr lvl="6" rtl="0">
              <a:lnSpc>
                <a:spcPct val="120000"/>
              </a:lnSpc>
              <a:spcBef>
                <a:spcPts val="400"/>
              </a:spcBef>
              <a:spcAft>
                <a:spcPts val="0"/>
              </a:spcAft>
              <a:buSzPts val="800"/>
              <a:buNone/>
              <a:defRPr sz="800"/>
            </a:lvl7pPr>
            <a:lvl8pPr lvl="7" rtl="0">
              <a:lnSpc>
                <a:spcPct val="120000"/>
              </a:lnSpc>
              <a:spcBef>
                <a:spcPts val="400"/>
              </a:spcBef>
              <a:spcAft>
                <a:spcPts val="0"/>
              </a:spcAft>
              <a:buSzPts val="800"/>
              <a:buNone/>
              <a:defRPr sz="800"/>
            </a:lvl8pPr>
            <a:lvl9pPr lvl="8" rtl="0">
              <a:lnSpc>
                <a:spcPct val="120000"/>
              </a:lnSpc>
              <a:spcBef>
                <a:spcPts val="400"/>
              </a:spcBef>
              <a:spcAft>
                <a:spcPts val="400"/>
              </a:spcAft>
              <a:buSzPts val="800"/>
              <a:buNone/>
              <a:defRPr sz="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1">
  <p:cSld name="TITLE_1_1_1_2">
    <p:bg>
      <p:bgPr>
        <a:solidFill>
          <a:schemeClr val="lt1"/>
        </a:solidFill>
      </p:bgPr>
    </p:bg>
    <p:spTree>
      <p:nvGrpSpPr>
        <p:cNvPr id="737" name="Shape 737"/>
        <p:cNvGrpSpPr/>
        <p:nvPr/>
      </p:nvGrpSpPr>
      <p:grpSpPr>
        <a:xfrm>
          <a:off x="0" y="0"/>
          <a:ext cx="0" cy="0"/>
          <a:chOff x="0" y="0"/>
          <a:chExt cx="0" cy="0"/>
        </a:xfrm>
      </p:grpSpPr>
      <p:sp>
        <p:nvSpPr>
          <p:cNvPr id="738" name="Google Shape;738;p64"/>
          <p:cNvSpPr/>
          <p:nvPr/>
        </p:nvSpPr>
        <p:spPr>
          <a:xfrm>
            <a:off x="0" y="0"/>
            <a:ext cx="91497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4"/>
          <p:cNvSpPr/>
          <p:nvPr>
            <p:ph idx="2" type="pic"/>
          </p:nvPr>
        </p:nvSpPr>
        <p:spPr>
          <a:xfrm>
            <a:off x="6619050" y="0"/>
            <a:ext cx="2547600" cy="5143500"/>
          </a:xfrm>
          <a:prstGeom prst="rect">
            <a:avLst/>
          </a:prstGeom>
          <a:noFill/>
          <a:ln>
            <a:noFill/>
          </a:ln>
        </p:spPr>
      </p:sp>
      <p:sp>
        <p:nvSpPr>
          <p:cNvPr id="740" name="Google Shape;740;p64"/>
          <p:cNvSpPr txBox="1"/>
          <p:nvPr>
            <p:ph type="title"/>
          </p:nvPr>
        </p:nvSpPr>
        <p:spPr>
          <a:xfrm>
            <a:off x="333325" y="1113200"/>
            <a:ext cx="5558400" cy="13140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5200"/>
              <a:buNone/>
              <a:defRPr sz="5200"/>
            </a:lvl1pPr>
            <a:lvl2pPr lvl="1" rtl="0">
              <a:lnSpc>
                <a:spcPct val="85000"/>
              </a:lnSpc>
              <a:spcBef>
                <a:spcPts val="0"/>
              </a:spcBef>
              <a:spcAft>
                <a:spcPts val="0"/>
              </a:spcAft>
              <a:buSzPts val="2400"/>
              <a:buNone/>
              <a:defRPr/>
            </a:lvl2pPr>
            <a:lvl3pPr lvl="2" rtl="0">
              <a:lnSpc>
                <a:spcPct val="85000"/>
              </a:lnSpc>
              <a:spcBef>
                <a:spcPts val="0"/>
              </a:spcBef>
              <a:spcAft>
                <a:spcPts val="0"/>
              </a:spcAft>
              <a:buSzPts val="2400"/>
              <a:buNone/>
              <a:defRPr/>
            </a:lvl3pPr>
            <a:lvl4pPr lvl="3" rtl="0">
              <a:lnSpc>
                <a:spcPct val="85000"/>
              </a:lnSpc>
              <a:spcBef>
                <a:spcPts val="0"/>
              </a:spcBef>
              <a:spcAft>
                <a:spcPts val="0"/>
              </a:spcAft>
              <a:buSzPts val="2400"/>
              <a:buNone/>
              <a:defRPr/>
            </a:lvl4pPr>
            <a:lvl5pPr lvl="4" rtl="0">
              <a:lnSpc>
                <a:spcPct val="85000"/>
              </a:lnSpc>
              <a:spcBef>
                <a:spcPts val="0"/>
              </a:spcBef>
              <a:spcAft>
                <a:spcPts val="0"/>
              </a:spcAft>
              <a:buSzPts val="2400"/>
              <a:buNone/>
              <a:defRPr/>
            </a:lvl5pPr>
            <a:lvl6pPr lvl="5" rtl="0">
              <a:lnSpc>
                <a:spcPct val="85000"/>
              </a:lnSpc>
              <a:spcBef>
                <a:spcPts val="0"/>
              </a:spcBef>
              <a:spcAft>
                <a:spcPts val="0"/>
              </a:spcAft>
              <a:buSzPts val="2400"/>
              <a:buNone/>
              <a:defRPr/>
            </a:lvl6pPr>
            <a:lvl7pPr lvl="6" rtl="0">
              <a:lnSpc>
                <a:spcPct val="85000"/>
              </a:lnSpc>
              <a:spcBef>
                <a:spcPts val="0"/>
              </a:spcBef>
              <a:spcAft>
                <a:spcPts val="0"/>
              </a:spcAft>
              <a:buSzPts val="2400"/>
              <a:buNone/>
              <a:defRPr/>
            </a:lvl7pPr>
            <a:lvl8pPr lvl="7" rtl="0">
              <a:lnSpc>
                <a:spcPct val="85000"/>
              </a:lnSpc>
              <a:spcBef>
                <a:spcPts val="0"/>
              </a:spcBef>
              <a:spcAft>
                <a:spcPts val="0"/>
              </a:spcAft>
              <a:buSzPts val="2400"/>
              <a:buNone/>
              <a:defRPr/>
            </a:lvl8pPr>
            <a:lvl9pPr lvl="8" rtl="0">
              <a:lnSpc>
                <a:spcPct val="85000"/>
              </a:lnSpc>
              <a:spcBef>
                <a:spcPts val="0"/>
              </a:spcBef>
              <a:spcAft>
                <a:spcPts val="0"/>
              </a:spcAft>
              <a:buSzPts val="2400"/>
              <a:buNone/>
              <a:defRPr/>
            </a:lvl9pPr>
          </a:lstStyle>
          <a:p/>
        </p:txBody>
      </p:sp>
      <p:sp>
        <p:nvSpPr>
          <p:cNvPr id="741" name="Google Shape;741;p64"/>
          <p:cNvSpPr txBox="1"/>
          <p:nvPr>
            <p:ph idx="1" type="subTitle"/>
          </p:nvPr>
        </p:nvSpPr>
        <p:spPr>
          <a:xfrm>
            <a:off x="333325" y="2651350"/>
            <a:ext cx="4848300" cy="610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2000"/>
              <a:buNone/>
              <a:defRPr sz="2000"/>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742" name="Google Shape;742;p64"/>
          <p:cNvSpPr txBox="1"/>
          <p:nvPr>
            <p:ph idx="3" type="subTitle"/>
          </p:nvPr>
        </p:nvSpPr>
        <p:spPr>
          <a:xfrm>
            <a:off x="333325" y="37422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sp>
        <p:nvSpPr>
          <p:cNvPr id="743" name="Google Shape;743;p64"/>
          <p:cNvSpPr txBox="1"/>
          <p:nvPr>
            <p:ph idx="4" type="subTitle"/>
          </p:nvPr>
        </p:nvSpPr>
        <p:spPr>
          <a:xfrm>
            <a:off x="1795375" y="3742238"/>
            <a:ext cx="1200300" cy="292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1000"/>
              <a:buNone/>
              <a:defRPr sz="1000"/>
            </a:lvl1pPr>
            <a:lvl2pPr lvl="1" rtl="0">
              <a:lnSpc>
                <a:spcPct val="100000"/>
              </a:lnSpc>
              <a:spcBef>
                <a:spcPts val="0"/>
              </a:spcBef>
              <a:spcAft>
                <a:spcPts val="0"/>
              </a:spcAft>
              <a:buSzPts val="1000"/>
              <a:buNone/>
              <a:defRPr/>
            </a:lvl2pPr>
            <a:lvl3pPr lvl="2" rtl="0">
              <a:lnSpc>
                <a:spcPct val="100000"/>
              </a:lnSpc>
              <a:spcBef>
                <a:spcPts val="0"/>
              </a:spcBef>
              <a:spcAft>
                <a:spcPts val="0"/>
              </a:spcAft>
              <a:buSzPts val="1000"/>
              <a:buNone/>
              <a:defRPr/>
            </a:lvl3pPr>
            <a:lvl4pPr lvl="3" rtl="0">
              <a:lnSpc>
                <a:spcPct val="100000"/>
              </a:lnSpc>
              <a:spcBef>
                <a:spcPts val="0"/>
              </a:spcBef>
              <a:spcAft>
                <a:spcPts val="0"/>
              </a:spcAft>
              <a:buSzPts val="1000"/>
              <a:buNone/>
              <a:defRPr/>
            </a:lvl4pPr>
            <a:lvl5pPr lvl="4" rtl="0">
              <a:lnSpc>
                <a:spcPct val="100000"/>
              </a:lnSpc>
              <a:spcBef>
                <a:spcPts val="0"/>
              </a:spcBef>
              <a:spcAft>
                <a:spcPts val="0"/>
              </a:spcAft>
              <a:buSzPts val="1000"/>
              <a:buNone/>
              <a:defRPr/>
            </a:lvl5pPr>
            <a:lvl6pPr lvl="5" rtl="0">
              <a:lnSpc>
                <a:spcPct val="100000"/>
              </a:lnSpc>
              <a:spcBef>
                <a:spcPts val="0"/>
              </a:spcBef>
              <a:spcAft>
                <a:spcPts val="0"/>
              </a:spcAft>
              <a:buSzPts val="1000"/>
              <a:buNone/>
              <a:defRPr/>
            </a:lvl6pPr>
            <a:lvl7pPr lvl="6" rtl="0">
              <a:lnSpc>
                <a:spcPct val="100000"/>
              </a:lnSpc>
              <a:spcBef>
                <a:spcPts val="0"/>
              </a:spcBef>
              <a:spcAft>
                <a:spcPts val="0"/>
              </a:spcAft>
              <a:buSzPts val="1000"/>
              <a:buNone/>
              <a:defRPr/>
            </a:lvl7pPr>
            <a:lvl8pPr lvl="7" rtl="0">
              <a:lnSpc>
                <a:spcPct val="100000"/>
              </a:lnSpc>
              <a:spcBef>
                <a:spcPts val="0"/>
              </a:spcBef>
              <a:spcAft>
                <a:spcPts val="0"/>
              </a:spcAft>
              <a:buSzPts val="1000"/>
              <a:buNone/>
              <a:defRPr/>
            </a:lvl8pPr>
            <a:lvl9pPr lvl="8" rtl="0">
              <a:lnSpc>
                <a:spcPct val="100000"/>
              </a:lnSpc>
              <a:spcBef>
                <a:spcPts val="0"/>
              </a:spcBef>
              <a:spcAft>
                <a:spcPts val="0"/>
              </a:spcAft>
              <a:buSzPts val="1000"/>
              <a:buNone/>
              <a:defRPr/>
            </a:lvl9pPr>
          </a:lstStyle>
          <a:p/>
        </p:txBody>
      </p:sp>
      <p:grpSp>
        <p:nvGrpSpPr>
          <p:cNvPr id="744" name="Google Shape;744;p64"/>
          <p:cNvGrpSpPr/>
          <p:nvPr/>
        </p:nvGrpSpPr>
        <p:grpSpPr>
          <a:xfrm>
            <a:off x="333342" y="4584035"/>
            <a:ext cx="1200273" cy="216543"/>
            <a:chOff x="7600829" y="4584035"/>
            <a:chExt cx="1200273" cy="216543"/>
          </a:xfrm>
        </p:grpSpPr>
        <p:sp>
          <p:nvSpPr>
            <p:cNvPr id="745" name="Google Shape;745;p64"/>
            <p:cNvSpPr/>
            <p:nvPr/>
          </p:nvSpPr>
          <p:spPr>
            <a:xfrm>
              <a:off x="7904260" y="4608654"/>
              <a:ext cx="132581" cy="154258"/>
            </a:xfrm>
            <a:custGeom>
              <a:rect b="b" l="l" r="r" t="t"/>
              <a:pathLst>
                <a:path extrusionOk="0" h="36728" w="31567">
                  <a:moveTo>
                    <a:pt x="14531" y="6364"/>
                  </a:moveTo>
                  <a:lnTo>
                    <a:pt x="15684" y="6414"/>
                  </a:lnTo>
                  <a:lnTo>
                    <a:pt x="17738" y="6865"/>
                  </a:lnTo>
                  <a:lnTo>
                    <a:pt x="19542" y="7716"/>
                  </a:lnTo>
                  <a:lnTo>
                    <a:pt x="21045" y="9019"/>
                  </a:lnTo>
                  <a:lnTo>
                    <a:pt x="22197" y="10673"/>
                  </a:lnTo>
                  <a:lnTo>
                    <a:pt x="23099" y="12627"/>
                  </a:lnTo>
                  <a:lnTo>
                    <a:pt x="23700" y="14881"/>
                  </a:lnTo>
                  <a:lnTo>
                    <a:pt x="24001" y="17387"/>
                  </a:lnTo>
                  <a:lnTo>
                    <a:pt x="24051" y="18740"/>
                  </a:lnTo>
                  <a:lnTo>
                    <a:pt x="24001" y="20092"/>
                  </a:lnTo>
                  <a:lnTo>
                    <a:pt x="23751" y="22497"/>
                  </a:lnTo>
                  <a:lnTo>
                    <a:pt x="23199" y="24652"/>
                  </a:lnTo>
                  <a:lnTo>
                    <a:pt x="22348" y="26456"/>
                  </a:lnTo>
                  <a:lnTo>
                    <a:pt x="21195" y="27959"/>
                  </a:lnTo>
                  <a:lnTo>
                    <a:pt x="19692" y="29111"/>
                  </a:lnTo>
                  <a:lnTo>
                    <a:pt x="17838" y="29863"/>
                  </a:lnTo>
                  <a:lnTo>
                    <a:pt x="15583" y="30264"/>
                  </a:lnTo>
                  <a:lnTo>
                    <a:pt x="7466" y="30264"/>
                  </a:lnTo>
                  <a:lnTo>
                    <a:pt x="7466" y="6364"/>
                  </a:lnTo>
                  <a:close/>
                  <a:moveTo>
                    <a:pt x="1" y="0"/>
                  </a:moveTo>
                  <a:lnTo>
                    <a:pt x="1" y="36727"/>
                  </a:lnTo>
                  <a:lnTo>
                    <a:pt x="14832" y="36727"/>
                  </a:lnTo>
                  <a:lnTo>
                    <a:pt x="16535" y="36677"/>
                  </a:lnTo>
                  <a:lnTo>
                    <a:pt x="19592" y="36226"/>
                  </a:lnTo>
                  <a:lnTo>
                    <a:pt x="22298" y="35274"/>
                  </a:lnTo>
                  <a:lnTo>
                    <a:pt x="24652" y="33972"/>
                  </a:lnTo>
                  <a:lnTo>
                    <a:pt x="25705" y="33170"/>
                  </a:lnTo>
                  <a:lnTo>
                    <a:pt x="26406" y="32518"/>
                  </a:lnTo>
                  <a:lnTo>
                    <a:pt x="27709" y="31166"/>
                  </a:lnTo>
                  <a:lnTo>
                    <a:pt x="29312" y="28761"/>
                  </a:lnTo>
                  <a:lnTo>
                    <a:pt x="30765" y="25103"/>
                  </a:lnTo>
                  <a:lnTo>
                    <a:pt x="31517" y="20944"/>
                  </a:lnTo>
                  <a:lnTo>
                    <a:pt x="31567" y="18740"/>
                  </a:lnTo>
                  <a:lnTo>
                    <a:pt x="31517" y="16735"/>
                  </a:lnTo>
                  <a:lnTo>
                    <a:pt x="30966" y="12978"/>
                  </a:lnTo>
                  <a:lnTo>
                    <a:pt x="29813" y="9570"/>
                  </a:lnTo>
                  <a:lnTo>
                    <a:pt x="28210" y="6614"/>
                  </a:lnTo>
                  <a:lnTo>
                    <a:pt x="26106" y="4109"/>
                  </a:lnTo>
                  <a:lnTo>
                    <a:pt x="23550" y="2105"/>
                  </a:lnTo>
                  <a:lnTo>
                    <a:pt x="20594" y="752"/>
                  </a:lnTo>
                  <a:lnTo>
                    <a:pt x="17287" y="50"/>
                  </a:lnTo>
                  <a:lnTo>
                    <a:pt x="15433"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64"/>
            <p:cNvSpPr/>
            <p:nvPr/>
          </p:nvSpPr>
          <p:spPr>
            <a:xfrm>
              <a:off x="8041459" y="4649055"/>
              <a:ext cx="115748" cy="117008"/>
            </a:xfrm>
            <a:custGeom>
              <a:rect b="b" l="l" r="r" t="t"/>
              <a:pathLst>
                <a:path extrusionOk="0" h="27859" w="27559">
                  <a:moveTo>
                    <a:pt x="13779" y="5312"/>
                  </a:moveTo>
                  <a:lnTo>
                    <a:pt x="14581" y="5362"/>
                  </a:lnTo>
                  <a:lnTo>
                    <a:pt x="15984" y="5662"/>
                  </a:lnTo>
                  <a:lnTo>
                    <a:pt x="17237" y="6264"/>
                  </a:lnTo>
                  <a:lnTo>
                    <a:pt x="18289" y="7165"/>
                  </a:lnTo>
                  <a:lnTo>
                    <a:pt x="19141" y="8268"/>
                  </a:lnTo>
                  <a:lnTo>
                    <a:pt x="19792" y="9671"/>
                  </a:lnTo>
                  <a:lnTo>
                    <a:pt x="20193" y="11224"/>
                  </a:lnTo>
                  <a:lnTo>
                    <a:pt x="20443" y="12978"/>
                  </a:lnTo>
                  <a:lnTo>
                    <a:pt x="20443" y="13930"/>
                  </a:lnTo>
                  <a:lnTo>
                    <a:pt x="20443" y="14882"/>
                  </a:lnTo>
                  <a:lnTo>
                    <a:pt x="20243" y="16635"/>
                  </a:lnTo>
                  <a:lnTo>
                    <a:pt x="19792" y="18189"/>
                  </a:lnTo>
                  <a:lnTo>
                    <a:pt x="19141" y="19541"/>
                  </a:lnTo>
                  <a:lnTo>
                    <a:pt x="18289" y="20694"/>
                  </a:lnTo>
                  <a:lnTo>
                    <a:pt x="17237" y="21546"/>
                  </a:lnTo>
                  <a:lnTo>
                    <a:pt x="15984" y="22147"/>
                  </a:lnTo>
                  <a:lnTo>
                    <a:pt x="14581" y="22498"/>
                  </a:lnTo>
                  <a:lnTo>
                    <a:pt x="12978" y="22498"/>
                  </a:lnTo>
                  <a:lnTo>
                    <a:pt x="11575" y="22147"/>
                  </a:lnTo>
                  <a:lnTo>
                    <a:pt x="10322" y="21546"/>
                  </a:lnTo>
                  <a:lnTo>
                    <a:pt x="9270" y="20694"/>
                  </a:lnTo>
                  <a:lnTo>
                    <a:pt x="8418" y="19541"/>
                  </a:lnTo>
                  <a:lnTo>
                    <a:pt x="7767" y="18189"/>
                  </a:lnTo>
                  <a:lnTo>
                    <a:pt x="7316" y="16635"/>
                  </a:lnTo>
                  <a:lnTo>
                    <a:pt x="7115" y="14882"/>
                  </a:lnTo>
                  <a:lnTo>
                    <a:pt x="7115" y="13930"/>
                  </a:lnTo>
                  <a:lnTo>
                    <a:pt x="7115" y="12978"/>
                  </a:lnTo>
                  <a:lnTo>
                    <a:pt x="7366" y="11224"/>
                  </a:lnTo>
                  <a:lnTo>
                    <a:pt x="7767" y="9671"/>
                  </a:lnTo>
                  <a:lnTo>
                    <a:pt x="8418" y="8268"/>
                  </a:lnTo>
                  <a:lnTo>
                    <a:pt x="9270" y="7165"/>
                  </a:lnTo>
                  <a:lnTo>
                    <a:pt x="10322" y="6264"/>
                  </a:lnTo>
                  <a:lnTo>
                    <a:pt x="11575" y="5662"/>
                  </a:lnTo>
                  <a:lnTo>
                    <a:pt x="12978" y="5362"/>
                  </a:lnTo>
                  <a:lnTo>
                    <a:pt x="13779" y="5312"/>
                  </a:lnTo>
                  <a:close/>
                  <a:moveTo>
                    <a:pt x="13779" y="0"/>
                  </a:moveTo>
                  <a:lnTo>
                    <a:pt x="12276" y="51"/>
                  </a:lnTo>
                  <a:lnTo>
                    <a:pt x="9470" y="602"/>
                  </a:lnTo>
                  <a:lnTo>
                    <a:pt x="6965" y="1654"/>
                  </a:lnTo>
                  <a:lnTo>
                    <a:pt x="4760" y="3107"/>
                  </a:lnTo>
                  <a:lnTo>
                    <a:pt x="2957" y="5011"/>
                  </a:lnTo>
                  <a:lnTo>
                    <a:pt x="1554" y="7216"/>
                  </a:lnTo>
                  <a:lnTo>
                    <a:pt x="551" y="9721"/>
                  </a:lnTo>
                  <a:lnTo>
                    <a:pt x="50" y="12477"/>
                  </a:lnTo>
                  <a:lnTo>
                    <a:pt x="0" y="13930"/>
                  </a:lnTo>
                  <a:lnTo>
                    <a:pt x="50" y="15383"/>
                  </a:lnTo>
                  <a:lnTo>
                    <a:pt x="551" y="18138"/>
                  </a:lnTo>
                  <a:lnTo>
                    <a:pt x="1554" y="20644"/>
                  </a:lnTo>
                  <a:lnTo>
                    <a:pt x="2957" y="22898"/>
                  </a:lnTo>
                  <a:lnTo>
                    <a:pt x="4760" y="24752"/>
                  </a:lnTo>
                  <a:lnTo>
                    <a:pt x="6965" y="26205"/>
                  </a:lnTo>
                  <a:lnTo>
                    <a:pt x="9470" y="27258"/>
                  </a:lnTo>
                  <a:lnTo>
                    <a:pt x="12276" y="27809"/>
                  </a:lnTo>
                  <a:lnTo>
                    <a:pt x="13779" y="27859"/>
                  </a:lnTo>
                  <a:lnTo>
                    <a:pt x="15282" y="27809"/>
                  </a:lnTo>
                  <a:lnTo>
                    <a:pt x="18088" y="27258"/>
                  </a:lnTo>
                  <a:lnTo>
                    <a:pt x="20594" y="26205"/>
                  </a:lnTo>
                  <a:lnTo>
                    <a:pt x="22798" y="24752"/>
                  </a:lnTo>
                  <a:lnTo>
                    <a:pt x="24602" y="22898"/>
                  </a:lnTo>
                  <a:lnTo>
                    <a:pt x="26005" y="20644"/>
                  </a:lnTo>
                  <a:lnTo>
                    <a:pt x="27007" y="18138"/>
                  </a:lnTo>
                  <a:lnTo>
                    <a:pt x="27508" y="15383"/>
                  </a:lnTo>
                  <a:lnTo>
                    <a:pt x="27558" y="13930"/>
                  </a:lnTo>
                  <a:lnTo>
                    <a:pt x="27508" y="12477"/>
                  </a:lnTo>
                  <a:lnTo>
                    <a:pt x="27007" y="9721"/>
                  </a:lnTo>
                  <a:lnTo>
                    <a:pt x="26005" y="7216"/>
                  </a:lnTo>
                  <a:lnTo>
                    <a:pt x="24602" y="5011"/>
                  </a:lnTo>
                  <a:lnTo>
                    <a:pt x="22798" y="3107"/>
                  </a:lnTo>
                  <a:lnTo>
                    <a:pt x="20594" y="1654"/>
                  </a:lnTo>
                  <a:lnTo>
                    <a:pt x="18088" y="602"/>
                  </a:lnTo>
                  <a:lnTo>
                    <a:pt x="15282" y="51"/>
                  </a:lnTo>
                  <a:lnTo>
                    <a:pt x="1377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64"/>
            <p:cNvSpPr/>
            <p:nvPr/>
          </p:nvSpPr>
          <p:spPr>
            <a:xfrm>
              <a:off x="8163086" y="4649055"/>
              <a:ext cx="106487" cy="117008"/>
            </a:xfrm>
            <a:custGeom>
              <a:rect b="b" l="l" r="r" t="t"/>
              <a:pathLst>
                <a:path extrusionOk="0" h="27859" w="25354">
                  <a:moveTo>
                    <a:pt x="13178" y="0"/>
                  </a:moveTo>
                  <a:lnTo>
                    <a:pt x="11675" y="51"/>
                  </a:lnTo>
                  <a:lnTo>
                    <a:pt x="8969" y="602"/>
                  </a:lnTo>
                  <a:lnTo>
                    <a:pt x="6564" y="1654"/>
                  </a:lnTo>
                  <a:lnTo>
                    <a:pt x="4459" y="3107"/>
                  </a:lnTo>
                  <a:lnTo>
                    <a:pt x="2756" y="5011"/>
                  </a:lnTo>
                  <a:lnTo>
                    <a:pt x="1453" y="7216"/>
                  </a:lnTo>
                  <a:lnTo>
                    <a:pt x="501" y="9721"/>
                  </a:lnTo>
                  <a:lnTo>
                    <a:pt x="50" y="12477"/>
                  </a:lnTo>
                  <a:lnTo>
                    <a:pt x="0" y="13930"/>
                  </a:lnTo>
                  <a:lnTo>
                    <a:pt x="50" y="15383"/>
                  </a:lnTo>
                  <a:lnTo>
                    <a:pt x="501" y="18138"/>
                  </a:lnTo>
                  <a:lnTo>
                    <a:pt x="1453" y="20644"/>
                  </a:lnTo>
                  <a:lnTo>
                    <a:pt x="2806" y="22848"/>
                  </a:lnTo>
                  <a:lnTo>
                    <a:pt x="4560" y="24752"/>
                  </a:lnTo>
                  <a:lnTo>
                    <a:pt x="6664" y="26205"/>
                  </a:lnTo>
                  <a:lnTo>
                    <a:pt x="9169" y="27258"/>
                  </a:lnTo>
                  <a:lnTo>
                    <a:pt x="11975" y="27809"/>
                  </a:lnTo>
                  <a:lnTo>
                    <a:pt x="13529" y="27859"/>
                  </a:lnTo>
                  <a:lnTo>
                    <a:pt x="14831" y="27809"/>
                  </a:lnTo>
                  <a:lnTo>
                    <a:pt x="17186" y="27408"/>
                  </a:lnTo>
                  <a:lnTo>
                    <a:pt x="19291" y="26656"/>
                  </a:lnTo>
                  <a:lnTo>
                    <a:pt x="21094" y="25554"/>
                  </a:lnTo>
                  <a:lnTo>
                    <a:pt x="22648" y="24201"/>
                  </a:lnTo>
                  <a:lnTo>
                    <a:pt x="23850" y="22598"/>
                  </a:lnTo>
                  <a:lnTo>
                    <a:pt x="24702" y="20794"/>
                  </a:lnTo>
                  <a:lnTo>
                    <a:pt x="25253" y="18840"/>
                  </a:lnTo>
                  <a:lnTo>
                    <a:pt x="25353" y="17788"/>
                  </a:lnTo>
                  <a:lnTo>
                    <a:pt x="18639" y="17788"/>
                  </a:lnTo>
                  <a:lnTo>
                    <a:pt x="18439" y="18840"/>
                  </a:lnTo>
                  <a:lnTo>
                    <a:pt x="17537" y="20544"/>
                  </a:lnTo>
                  <a:lnTo>
                    <a:pt x="16184" y="21646"/>
                  </a:lnTo>
                  <a:lnTo>
                    <a:pt x="14380" y="22197"/>
                  </a:lnTo>
                  <a:lnTo>
                    <a:pt x="13378" y="22247"/>
                  </a:lnTo>
                  <a:lnTo>
                    <a:pt x="12577" y="22197"/>
                  </a:lnTo>
                  <a:lnTo>
                    <a:pt x="11174" y="21946"/>
                  </a:lnTo>
                  <a:lnTo>
                    <a:pt x="10021" y="21345"/>
                  </a:lnTo>
                  <a:lnTo>
                    <a:pt x="9019" y="20493"/>
                  </a:lnTo>
                  <a:lnTo>
                    <a:pt x="8267" y="19441"/>
                  </a:lnTo>
                  <a:lnTo>
                    <a:pt x="7666" y="18138"/>
                  </a:lnTo>
                  <a:lnTo>
                    <a:pt x="7165" y="15784"/>
                  </a:lnTo>
                  <a:lnTo>
                    <a:pt x="7115" y="13930"/>
                  </a:lnTo>
                  <a:lnTo>
                    <a:pt x="7165" y="12076"/>
                  </a:lnTo>
                  <a:lnTo>
                    <a:pt x="7716" y="9721"/>
                  </a:lnTo>
                  <a:lnTo>
                    <a:pt x="8318" y="8418"/>
                  </a:lnTo>
                  <a:lnTo>
                    <a:pt x="9119" y="7366"/>
                  </a:lnTo>
                  <a:lnTo>
                    <a:pt x="10121" y="6514"/>
                  </a:lnTo>
                  <a:lnTo>
                    <a:pt x="11324" y="5913"/>
                  </a:lnTo>
                  <a:lnTo>
                    <a:pt x="12677" y="5662"/>
                  </a:lnTo>
                  <a:lnTo>
                    <a:pt x="13478" y="5612"/>
                  </a:lnTo>
                  <a:lnTo>
                    <a:pt x="14380" y="5662"/>
                  </a:lnTo>
                  <a:lnTo>
                    <a:pt x="16034" y="6264"/>
                  </a:lnTo>
                  <a:lnTo>
                    <a:pt x="17236" y="7366"/>
                  </a:lnTo>
                  <a:lnTo>
                    <a:pt x="18088" y="8819"/>
                  </a:lnTo>
                  <a:lnTo>
                    <a:pt x="18289" y="9671"/>
                  </a:lnTo>
                  <a:lnTo>
                    <a:pt x="25103" y="9671"/>
                  </a:lnTo>
                  <a:lnTo>
                    <a:pt x="24902" y="8619"/>
                  </a:lnTo>
                  <a:lnTo>
                    <a:pt x="24251" y="6664"/>
                  </a:lnTo>
                  <a:lnTo>
                    <a:pt x="23349" y="4911"/>
                  </a:lnTo>
                  <a:lnTo>
                    <a:pt x="22097" y="3358"/>
                  </a:lnTo>
                  <a:lnTo>
                    <a:pt x="20593" y="2105"/>
                  </a:lnTo>
                  <a:lnTo>
                    <a:pt x="18790" y="1103"/>
                  </a:lnTo>
                  <a:lnTo>
                    <a:pt x="16735" y="401"/>
                  </a:lnTo>
                  <a:lnTo>
                    <a:pt x="14430" y="51"/>
                  </a:lnTo>
                  <a:lnTo>
                    <a:pt x="1317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64"/>
            <p:cNvSpPr/>
            <p:nvPr/>
          </p:nvSpPr>
          <p:spPr>
            <a:xfrm>
              <a:off x="8276502" y="4652213"/>
              <a:ext cx="98914" cy="113639"/>
            </a:xfrm>
            <a:custGeom>
              <a:rect b="b" l="l" r="r" t="t"/>
              <a:pathLst>
                <a:path extrusionOk="0" h="27057" w="23551">
                  <a:moveTo>
                    <a:pt x="1" y="0"/>
                  </a:moveTo>
                  <a:lnTo>
                    <a:pt x="1" y="17537"/>
                  </a:lnTo>
                  <a:lnTo>
                    <a:pt x="51" y="18589"/>
                  </a:lnTo>
                  <a:lnTo>
                    <a:pt x="352" y="20593"/>
                  </a:lnTo>
                  <a:lnTo>
                    <a:pt x="953" y="22297"/>
                  </a:lnTo>
                  <a:lnTo>
                    <a:pt x="1805" y="23800"/>
                  </a:lnTo>
                  <a:lnTo>
                    <a:pt x="2957" y="25053"/>
                  </a:lnTo>
                  <a:lnTo>
                    <a:pt x="4410" y="26005"/>
                  </a:lnTo>
                  <a:lnTo>
                    <a:pt x="6114" y="26656"/>
                  </a:lnTo>
                  <a:lnTo>
                    <a:pt x="8068" y="27007"/>
                  </a:lnTo>
                  <a:lnTo>
                    <a:pt x="9120" y="27057"/>
                  </a:lnTo>
                  <a:lnTo>
                    <a:pt x="10473" y="27007"/>
                  </a:lnTo>
                  <a:lnTo>
                    <a:pt x="12677" y="26506"/>
                  </a:lnTo>
                  <a:lnTo>
                    <a:pt x="14481" y="25554"/>
                  </a:lnTo>
                  <a:lnTo>
                    <a:pt x="15984" y="24101"/>
                  </a:lnTo>
                  <a:lnTo>
                    <a:pt x="16686" y="23249"/>
                  </a:lnTo>
                  <a:lnTo>
                    <a:pt x="16836" y="23249"/>
                  </a:lnTo>
                  <a:lnTo>
                    <a:pt x="16836" y="26305"/>
                  </a:lnTo>
                  <a:lnTo>
                    <a:pt x="23550" y="26355"/>
                  </a:lnTo>
                  <a:lnTo>
                    <a:pt x="23550" y="0"/>
                  </a:lnTo>
                  <a:lnTo>
                    <a:pt x="16586" y="0"/>
                  </a:lnTo>
                  <a:lnTo>
                    <a:pt x="16586" y="15182"/>
                  </a:lnTo>
                  <a:lnTo>
                    <a:pt x="16536" y="16435"/>
                  </a:lnTo>
                  <a:lnTo>
                    <a:pt x="15784" y="18639"/>
                  </a:lnTo>
                  <a:lnTo>
                    <a:pt x="14431" y="20192"/>
                  </a:lnTo>
                  <a:lnTo>
                    <a:pt x="13028" y="20894"/>
                  </a:lnTo>
                  <a:lnTo>
                    <a:pt x="11926" y="21094"/>
                  </a:lnTo>
                  <a:lnTo>
                    <a:pt x="11325" y="21144"/>
                  </a:lnTo>
                  <a:lnTo>
                    <a:pt x="10222" y="21094"/>
                  </a:lnTo>
                  <a:lnTo>
                    <a:pt x="8569" y="20443"/>
                  </a:lnTo>
                  <a:lnTo>
                    <a:pt x="7517" y="19240"/>
                  </a:lnTo>
                  <a:lnTo>
                    <a:pt x="6965" y="17487"/>
                  </a:lnTo>
                  <a:lnTo>
                    <a:pt x="6915" y="16384"/>
                  </a:lnTo>
                  <a:lnTo>
                    <a:pt x="691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64"/>
            <p:cNvSpPr/>
            <p:nvPr/>
          </p:nvSpPr>
          <p:spPr>
            <a:xfrm>
              <a:off x="8518281" y="4609284"/>
              <a:ext cx="29467" cy="153628"/>
            </a:xfrm>
            <a:custGeom>
              <a:rect b="b" l="l" r="r" t="t"/>
              <a:pathLst>
                <a:path extrusionOk="0" h="36578" w="7016">
                  <a:moveTo>
                    <a:pt x="1" y="1"/>
                  </a:moveTo>
                  <a:lnTo>
                    <a:pt x="1" y="6514"/>
                  </a:lnTo>
                  <a:lnTo>
                    <a:pt x="7015" y="6514"/>
                  </a:lnTo>
                  <a:lnTo>
                    <a:pt x="7015" y="1"/>
                  </a:lnTo>
                  <a:close/>
                  <a:moveTo>
                    <a:pt x="1" y="10222"/>
                  </a:moveTo>
                  <a:lnTo>
                    <a:pt x="1" y="36577"/>
                  </a:lnTo>
                  <a:lnTo>
                    <a:pt x="7015" y="36577"/>
                  </a:lnTo>
                  <a:lnTo>
                    <a:pt x="7015" y="10222"/>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64"/>
            <p:cNvSpPr/>
            <p:nvPr/>
          </p:nvSpPr>
          <p:spPr>
            <a:xfrm>
              <a:off x="8557422" y="4649055"/>
              <a:ext cx="107117" cy="151523"/>
            </a:xfrm>
            <a:custGeom>
              <a:rect b="b" l="l" r="r" t="t"/>
              <a:pathLst>
                <a:path extrusionOk="0" h="36077" w="25504">
                  <a:moveTo>
                    <a:pt x="12727" y="5612"/>
                  </a:moveTo>
                  <a:lnTo>
                    <a:pt x="13529" y="5662"/>
                  </a:lnTo>
                  <a:lnTo>
                    <a:pt x="14882" y="5913"/>
                  </a:lnTo>
                  <a:lnTo>
                    <a:pt x="16084" y="6514"/>
                  </a:lnTo>
                  <a:lnTo>
                    <a:pt x="17036" y="7266"/>
                  </a:lnTo>
                  <a:lnTo>
                    <a:pt x="17838" y="8268"/>
                  </a:lnTo>
                  <a:lnTo>
                    <a:pt x="18389" y="9370"/>
                  </a:lnTo>
                  <a:lnTo>
                    <a:pt x="18940" y="11324"/>
                  </a:lnTo>
                  <a:lnTo>
                    <a:pt x="18990" y="12777"/>
                  </a:lnTo>
                  <a:lnTo>
                    <a:pt x="18940" y="14180"/>
                  </a:lnTo>
                  <a:lnTo>
                    <a:pt x="18489" y="16134"/>
                  </a:lnTo>
                  <a:lnTo>
                    <a:pt x="17938" y="17287"/>
                  </a:lnTo>
                  <a:lnTo>
                    <a:pt x="17186" y="18239"/>
                  </a:lnTo>
                  <a:lnTo>
                    <a:pt x="16184" y="19040"/>
                  </a:lnTo>
                  <a:lnTo>
                    <a:pt x="15032" y="19592"/>
                  </a:lnTo>
                  <a:lnTo>
                    <a:pt x="13579" y="19842"/>
                  </a:lnTo>
                  <a:lnTo>
                    <a:pt x="12777" y="19892"/>
                  </a:lnTo>
                  <a:lnTo>
                    <a:pt x="12126" y="19892"/>
                  </a:lnTo>
                  <a:lnTo>
                    <a:pt x="10923" y="19642"/>
                  </a:lnTo>
                  <a:lnTo>
                    <a:pt x="9821" y="19141"/>
                  </a:lnTo>
                  <a:lnTo>
                    <a:pt x="8869" y="18439"/>
                  </a:lnTo>
                  <a:lnTo>
                    <a:pt x="8117" y="17537"/>
                  </a:lnTo>
                  <a:lnTo>
                    <a:pt x="7466" y="16435"/>
                  </a:lnTo>
                  <a:lnTo>
                    <a:pt x="6915" y="14431"/>
                  </a:lnTo>
                  <a:lnTo>
                    <a:pt x="6865" y="12827"/>
                  </a:lnTo>
                  <a:lnTo>
                    <a:pt x="6915" y="11224"/>
                  </a:lnTo>
                  <a:lnTo>
                    <a:pt x="7466" y="9170"/>
                  </a:lnTo>
                  <a:lnTo>
                    <a:pt x="8067" y="8017"/>
                  </a:lnTo>
                  <a:lnTo>
                    <a:pt x="8869" y="7115"/>
                  </a:lnTo>
                  <a:lnTo>
                    <a:pt x="9821" y="6364"/>
                  </a:lnTo>
                  <a:lnTo>
                    <a:pt x="10873" y="5913"/>
                  </a:lnTo>
                  <a:lnTo>
                    <a:pt x="12076" y="5662"/>
                  </a:lnTo>
                  <a:lnTo>
                    <a:pt x="12727" y="5612"/>
                  </a:lnTo>
                  <a:close/>
                  <a:moveTo>
                    <a:pt x="11424" y="0"/>
                  </a:moveTo>
                  <a:lnTo>
                    <a:pt x="10172" y="51"/>
                  </a:lnTo>
                  <a:lnTo>
                    <a:pt x="7867" y="502"/>
                  </a:lnTo>
                  <a:lnTo>
                    <a:pt x="5812" y="1403"/>
                  </a:lnTo>
                  <a:lnTo>
                    <a:pt x="4009" y="2656"/>
                  </a:lnTo>
                  <a:lnTo>
                    <a:pt x="2455" y="4360"/>
                  </a:lnTo>
                  <a:lnTo>
                    <a:pt x="1303" y="6364"/>
                  </a:lnTo>
                  <a:lnTo>
                    <a:pt x="451" y="8769"/>
                  </a:lnTo>
                  <a:lnTo>
                    <a:pt x="50" y="11424"/>
                  </a:lnTo>
                  <a:lnTo>
                    <a:pt x="0" y="12928"/>
                  </a:lnTo>
                  <a:lnTo>
                    <a:pt x="50" y="14381"/>
                  </a:lnTo>
                  <a:lnTo>
                    <a:pt x="551" y="17036"/>
                  </a:lnTo>
                  <a:lnTo>
                    <a:pt x="1503" y="19391"/>
                  </a:lnTo>
                  <a:lnTo>
                    <a:pt x="2806" y="21345"/>
                  </a:lnTo>
                  <a:lnTo>
                    <a:pt x="4460" y="22949"/>
                  </a:lnTo>
                  <a:lnTo>
                    <a:pt x="6314" y="24201"/>
                  </a:lnTo>
                  <a:lnTo>
                    <a:pt x="8368" y="25053"/>
                  </a:lnTo>
                  <a:lnTo>
                    <a:pt x="10522" y="25454"/>
                  </a:lnTo>
                  <a:lnTo>
                    <a:pt x="11625" y="25504"/>
                  </a:lnTo>
                  <a:lnTo>
                    <a:pt x="12827" y="25454"/>
                  </a:lnTo>
                  <a:lnTo>
                    <a:pt x="14882" y="25003"/>
                  </a:lnTo>
                  <a:lnTo>
                    <a:pt x="16535" y="24151"/>
                  </a:lnTo>
                  <a:lnTo>
                    <a:pt x="17888" y="23049"/>
                  </a:lnTo>
                  <a:lnTo>
                    <a:pt x="18489" y="22397"/>
                  </a:lnTo>
                  <a:lnTo>
                    <a:pt x="18639" y="22397"/>
                  </a:lnTo>
                  <a:lnTo>
                    <a:pt x="18639" y="25304"/>
                  </a:lnTo>
                  <a:lnTo>
                    <a:pt x="18589" y="26556"/>
                  </a:lnTo>
                  <a:lnTo>
                    <a:pt x="18088" y="28160"/>
                  </a:lnTo>
                  <a:lnTo>
                    <a:pt x="17537" y="29011"/>
                  </a:lnTo>
                  <a:lnTo>
                    <a:pt x="16836" y="29713"/>
                  </a:lnTo>
                  <a:lnTo>
                    <a:pt x="15934" y="30214"/>
                  </a:lnTo>
                  <a:lnTo>
                    <a:pt x="14230" y="30715"/>
                  </a:lnTo>
                  <a:lnTo>
                    <a:pt x="12777" y="30765"/>
                  </a:lnTo>
                  <a:lnTo>
                    <a:pt x="11625" y="30715"/>
                  </a:lnTo>
                  <a:lnTo>
                    <a:pt x="9821" y="30314"/>
                  </a:lnTo>
                  <a:lnTo>
                    <a:pt x="8568" y="29512"/>
                  </a:lnTo>
                  <a:lnTo>
                    <a:pt x="7767" y="28460"/>
                  </a:lnTo>
                  <a:lnTo>
                    <a:pt x="7516" y="27859"/>
                  </a:lnTo>
                  <a:lnTo>
                    <a:pt x="551" y="27859"/>
                  </a:lnTo>
                  <a:lnTo>
                    <a:pt x="752" y="28811"/>
                  </a:lnTo>
                  <a:lnTo>
                    <a:pt x="1353" y="30514"/>
                  </a:lnTo>
                  <a:lnTo>
                    <a:pt x="2305" y="32068"/>
                  </a:lnTo>
                  <a:lnTo>
                    <a:pt x="3558" y="33320"/>
                  </a:lnTo>
                  <a:lnTo>
                    <a:pt x="5111" y="34373"/>
                  </a:lnTo>
                  <a:lnTo>
                    <a:pt x="6965" y="35224"/>
                  </a:lnTo>
                  <a:lnTo>
                    <a:pt x="9119" y="35775"/>
                  </a:lnTo>
                  <a:lnTo>
                    <a:pt x="11575" y="36026"/>
                  </a:lnTo>
                  <a:lnTo>
                    <a:pt x="12877" y="36076"/>
                  </a:lnTo>
                  <a:lnTo>
                    <a:pt x="14330" y="36026"/>
                  </a:lnTo>
                  <a:lnTo>
                    <a:pt x="17036" y="35675"/>
                  </a:lnTo>
                  <a:lnTo>
                    <a:pt x="19441" y="34974"/>
                  </a:lnTo>
                  <a:lnTo>
                    <a:pt x="21546" y="33821"/>
                  </a:lnTo>
                  <a:lnTo>
                    <a:pt x="22397" y="33070"/>
                  </a:lnTo>
                  <a:lnTo>
                    <a:pt x="23099" y="32368"/>
                  </a:lnTo>
                  <a:lnTo>
                    <a:pt x="24251" y="30765"/>
                  </a:lnTo>
                  <a:lnTo>
                    <a:pt x="25053" y="28761"/>
                  </a:lnTo>
                  <a:lnTo>
                    <a:pt x="25504" y="26406"/>
                  </a:lnTo>
                  <a:lnTo>
                    <a:pt x="25504" y="25053"/>
                  </a:lnTo>
                  <a:lnTo>
                    <a:pt x="25504" y="752"/>
                  </a:lnTo>
                  <a:lnTo>
                    <a:pt x="18790" y="752"/>
                  </a:lnTo>
                  <a:lnTo>
                    <a:pt x="18790" y="3508"/>
                  </a:lnTo>
                  <a:lnTo>
                    <a:pt x="18690" y="3508"/>
                  </a:lnTo>
                  <a:lnTo>
                    <a:pt x="18088" y="2706"/>
                  </a:lnTo>
                  <a:lnTo>
                    <a:pt x="16585" y="1403"/>
                  </a:lnTo>
                  <a:lnTo>
                    <a:pt x="14731" y="502"/>
                  </a:lnTo>
                  <a:lnTo>
                    <a:pt x="12627" y="51"/>
                  </a:lnTo>
                  <a:lnTo>
                    <a:pt x="1142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64"/>
            <p:cNvSpPr/>
            <p:nvPr/>
          </p:nvSpPr>
          <p:spPr>
            <a:xfrm>
              <a:off x="8677155" y="4649055"/>
              <a:ext cx="100384" cy="113854"/>
            </a:xfrm>
            <a:custGeom>
              <a:rect b="b" l="l" r="r" t="t"/>
              <a:pathLst>
                <a:path extrusionOk="0" h="27108" w="23901">
                  <a:moveTo>
                    <a:pt x="14831" y="0"/>
                  </a:moveTo>
                  <a:lnTo>
                    <a:pt x="13478" y="51"/>
                  </a:lnTo>
                  <a:lnTo>
                    <a:pt x="11224" y="602"/>
                  </a:lnTo>
                  <a:lnTo>
                    <a:pt x="9320" y="1704"/>
                  </a:lnTo>
                  <a:lnTo>
                    <a:pt x="7716" y="3307"/>
                  </a:lnTo>
                  <a:lnTo>
                    <a:pt x="7015" y="4360"/>
                  </a:lnTo>
                  <a:lnTo>
                    <a:pt x="6865" y="4360"/>
                  </a:lnTo>
                  <a:lnTo>
                    <a:pt x="6865" y="752"/>
                  </a:lnTo>
                  <a:lnTo>
                    <a:pt x="0" y="752"/>
                  </a:lnTo>
                  <a:lnTo>
                    <a:pt x="0" y="27057"/>
                  </a:lnTo>
                  <a:lnTo>
                    <a:pt x="7015" y="27057"/>
                  </a:lnTo>
                  <a:lnTo>
                    <a:pt x="7015" y="12126"/>
                  </a:lnTo>
                  <a:lnTo>
                    <a:pt x="7065" y="10823"/>
                  </a:lnTo>
                  <a:lnTo>
                    <a:pt x="7867" y="8619"/>
                  </a:lnTo>
                  <a:lnTo>
                    <a:pt x="9270" y="7015"/>
                  </a:lnTo>
                  <a:lnTo>
                    <a:pt x="11224" y="6163"/>
                  </a:lnTo>
                  <a:lnTo>
                    <a:pt x="12326" y="6063"/>
                  </a:lnTo>
                  <a:lnTo>
                    <a:pt x="13378" y="6163"/>
                  </a:lnTo>
                  <a:lnTo>
                    <a:pt x="15082" y="6815"/>
                  </a:lnTo>
                  <a:lnTo>
                    <a:pt x="16284" y="8117"/>
                  </a:lnTo>
                  <a:lnTo>
                    <a:pt x="16836" y="9871"/>
                  </a:lnTo>
                  <a:lnTo>
                    <a:pt x="16936" y="10923"/>
                  </a:lnTo>
                  <a:lnTo>
                    <a:pt x="16936" y="27107"/>
                  </a:lnTo>
                  <a:lnTo>
                    <a:pt x="23900" y="27107"/>
                  </a:lnTo>
                  <a:lnTo>
                    <a:pt x="23900" y="9871"/>
                  </a:lnTo>
                  <a:lnTo>
                    <a:pt x="23850" y="8819"/>
                  </a:lnTo>
                  <a:lnTo>
                    <a:pt x="23550" y="6815"/>
                  </a:lnTo>
                  <a:lnTo>
                    <a:pt x="22898" y="5011"/>
                  </a:lnTo>
                  <a:lnTo>
                    <a:pt x="21946" y="3458"/>
                  </a:lnTo>
                  <a:lnTo>
                    <a:pt x="20794" y="2155"/>
                  </a:lnTo>
                  <a:lnTo>
                    <a:pt x="19341" y="1153"/>
                  </a:lnTo>
                  <a:lnTo>
                    <a:pt x="17687" y="401"/>
                  </a:lnTo>
                  <a:lnTo>
                    <a:pt x="15833" y="51"/>
                  </a:lnTo>
                  <a:lnTo>
                    <a:pt x="14831"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64"/>
            <p:cNvSpPr/>
            <p:nvPr/>
          </p:nvSpPr>
          <p:spPr>
            <a:xfrm>
              <a:off x="8382556" y="4605916"/>
              <a:ext cx="126693" cy="160360"/>
            </a:xfrm>
            <a:custGeom>
              <a:rect b="b" l="l" r="r" t="t"/>
              <a:pathLst>
                <a:path extrusionOk="0" h="38181" w="30165">
                  <a:moveTo>
                    <a:pt x="13579" y="1"/>
                  </a:moveTo>
                  <a:lnTo>
                    <a:pt x="10773" y="352"/>
                  </a:lnTo>
                  <a:lnTo>
                    <a:pt x="8218" y="1053"/>
                  </a:lnTo>
                  <a:lnTo>
                    <a:pt x="6013" y="2105"/>
                  </a:lnTo>
                  <a:lnTo>
                    <a:pt x="4109" y="3458"/>
                  </a:lnTo>
                  <a:lnTo>
                    <a:pt x="2656" y="5212"/>
                  </a:lnTo>
                  <a:lnTo>
                    <a:pt x="1604" y="7266"/>
                  </a:lnTo>
                  <a:lnTo>
                    <a:pt x="1053" y="9621"/>
                  </a:lnTo>
                  <a:lnTo>
                    <a:pt x="1003" y="10974"/>
                  </a:lnTo>
                  <a:lnTo>
                    <a:pt x="1053" y="12377"/>
                  </a:lnTo>
                  <a:lnTo>
                    <a:pt x="1604" y="14682"/>
                  </a:lnTo>
                  <a:lnTo>
                    <a:pt x="2606" y="16586"/>
                  </a:lnTo>
                  <a:lnTo>
                    <a:pt x="4009" y="18089"/>
                  </a:lnTo>
                  <a:lnTo>
                    <a:pt x="5763" y="19291"/>
                  </a:lnTo>
                  <a:lnTo>
                    <a:pt x="7767" y="20193"/>
                  </a:lnTo>
                  <a:lnTo>
                    <a:pt x="11174" y="21296"/>
                  </a:lnTo>
                  <a:lnTo>
                    <a:pt x="13629" y="21847"/>
                  </a:lnTo>
                  <a:lnTo>
                    <a:pt x="15634" y="22298"/>
                  </a:lnTo>
                  <a:lnTo>
                    <a:pt x="18991" y="23250"/>
                  </a:lnTo>
                  <a:lnTo>
                    <a:pt x="20845" y="24101"/>
                  </a:lnTo>
                  <a:lnTo>
                    <a:pt x="21747" y="24803"/>
                  </a:lnTo>
                  <a:lnTo>
                    <a:pt x="22348" y="25705"/>
                  </a:lnTo>
                  <a:lnTo>
                    <a:pt x="22648" y="26807"/>
                  </a:lnTo>
                  <a:lnTo>
                    <a:pt x="22699" y="27459"/>
                  </a:lnTo>
                  <a:lnTo>
                    <a:pt x="22648" y="28060"/>
                  </a:lnTo>
                  <a:lnTo>
                    <a:pt x="22398" y="29162"/>
                  </a:lnTo>
                  <a:lnTo>
                    <a:pt x="21797" y="30064"/>
                  </a:lnTo>
                  <a:lnTo>
                    <a:pt x="21045" y="30765"/>
                  </a:lnTo>
                  <a:lnTo>
                    <a:pt x="19492" y="31617"/>
                  </a:lnTo>
                  <a:lnTo>
                    <a:pt x="16987" y="32118"/>
                  </a:lnTo>
                  <a:lnTo>
                    <a:pt x="15533" y="32168"/>
                  </a:lnTo>
                  <a:lnTo>
                    <a:pt x="13680" y="32118"/>
                  </a:lnTo>
                  <a:lnTo>
                    <a:pt x="11425" y="31667"/>
                  </a:lnTo>
                  <a:lnTo>
                    <a:pt x="10172" y="31116"/>
                  </a:lnTo>
                  <a:lnTo>
                    <a:pt x="9170" y="30365"/>
                  </a:lnTo>
                  <a:lnTo>
                    <a:pt x="8368" y="29413"/>
                  </a:lnTo>
                  <a:lnTo>
                    <a:pt x="7767" y="28210"/>
                  </a:lnTo>
                  <a:lnTo>
                    <a:pt x="7416" y="26807"/>
                  </a:lnTo>
                  <a:lnTo>
                    <a:pt x="7266" y="26005"/>
                  </a:lnTo>
                  <a:lnTo>
                    <a:pt x="1" y="26005"/>
                  </a:lnTo>
                  <a:lnTo>
                    <a:pt x="101" y="27459"/>
                  </a:lnTo>
                  <a:lnTo>
                    <a:pt x="702" y="30014"/>
                  </a:lnTo>
                  <a:lnTo>
                    <a:pt x="1755" y="32269"/>
                  </a:lnTo>
                  <a:lnTo>
                    <a:pt x="3308" y="34173"/>
                  </a:lnTo>
                  <a:lnTo>
                    <a:pt x="5362" y="35776"/>
                  </a:lnTo>
                  <a:lnTo>
                    <a:pt x="7817" y="36928"/>
                  </a:lnTo>
                  <a:lnTo>
                    <a:pt x="10723" y="37730"/>
                  </a:lnTo>
                  <a:lnTo>
                    <a:pt x="14030" y="38131"/>
                  </a:lnTo>
                  <a:lnTo>
                    <a:pt x="15884" y="38181"/>
                  </a:lnTo>
                  <a:lnTo>
                    <a:pt x="17387" y="38131"/>
                  </a:lnTo>
                  <a:lnTo>
                    <a:pt x="20243" y="37780"/>
                  </a:lnTo>
                  <a:lnTo>
                    <a:pt x="22849" y="37029"/>
                  </a:lnTo>
                  <a:lnTo>
                    <a:pt x="25104" y="35876"/>
                  </a:lnTo>
                  <a:lnTo>
                    <a:pt x="27008" y="34423"/>
                  </a:lnTo>
                  <a:lnTo>
                    <a:pt x="28511" y="32569"/>
                  </a:lnTo>
                  <a:lnTo>
                    <a:pt x="29563" y="30415"/>
                  </a:lnTo>
                  <a:lnTo>
                    <a:pt x="30114" y="27960"/>
                  </a:lnTo>
                  <a:lnTo>
                    <a:pt x="30164" y="26557"/>
                  </a:lnTo>
                  <a:lnTo>
                    <a:pt x="30114" y="25154"/>
                  </a:lnTo>
                  <a:lnTo>
                    <a:pt x="29563" y="22699"/>
                  </a:lnTo>
                  <a:lnTo>
                    <a:pt x="28511" y="20744"/>
                  </a:lnTo>
                  <a:lnTo>
                    <a:pt x="27008" y="19191"/>
                  </a:lnTo>
                  <a:lnTo>
                    <a:pt x="25154" y="17939"/>
                  </a:lnTo>
                  <a:lnTo>
                    <a:pt x="22949" y="16987"/>
                  </a:lnTo>
                  <a:lnTo>
                    <a:pt x="19191" y="15834"/>
                  </a:lnTo>
                  <a:lnTo>
                    <a:pt x="16435" y="15233"/>
                  </a:lnTo>
                  <a:lnTo>
                    <a:pt x="14481" y="14782"/>
                  </a:lnTo>
                  <a:lnTo>
                    <a:pt x="11475" y="13930"/>
                  </a:lnTo>
                  <a:lnTo>
                    <a:pt x="9922" y="13078"/>
                  </a:lnTo>
                  <a:lnTo>
                    <a:pt x="9170" y="12427"/>
                  </a:lnTo>
                  <a:lnTo>
                    <a:pt x="8669" y="11675"/>
                  </a:lnTo>
                  <a:lnTo>
                    <a:pt x="8419" y="10723"/>
                  </a:lnTo>
                  <a:lnTo>
                    <a:pt x="8419" y="10222"/>
                  </a:lnTo>
                  <a:lnTo>
                    <a:pt x="8419" y="9721"/>
                  </a:lnTo>
                  <a:lnTo>
                    <a:pt x="8669" y="8819"/>
                  </a:lnTo>
                  <a:lnTo>
                    <a:pt x="9421" y="7667"/>
                  </a:lnTo>
                  <a:lnTo>
                    <a:pt x="11174" y="6515"/>
                  </a:lnTo>
                  <a:lnTo>
                    <a:pt x="13579" y="5913"/>
                  </a:lnTo>
                  <a:lnTo>
                    <a:pt x="15032" y="5863"/>
                  </a:lnTo>
                  <a:lnTo>
                    <a:pt x="16385" y="5913"/>
                  </a:lnTo>
                  <a:lnTo>
                    <a:pt x="18740" y="6565"/>
                  </a:lnTo>
                  <a:lnTo>
                    <a:pt x="20594" y="7867"/>
                  </a:lnTo>
                  <a:lnTo>
                    <a:pt x="21496" y="9270"/>
                  </a:lnTo>
                  <a:lnTo>
                    <a:pt x="21947" y="10373"/>
                  </a:lnTo>
                  <a:lnTo>
                    <a:pt x="22047" y="11024"/>
                  </a:lnTo>
                  <a:lnTo>
                    <a:pt x="29212" y="11024"/>
                  </a:lnTo>
                  <a:lnTo>
                    <a:pt x="29062" y="9721"/>
                  </a:lnTo>
                  <a:lnTo>
                    <a:pt x="28360" y="7316"/>
                  </a:lnTo>
                  <a:lnTo>
                    <a:pt x="27258" y="5262"/>
                  </a:lnTo>
                  <a:lnTo>
                    <a:pt x="25805" y="3558"/>
                  </a:lnTo>
                  <a:lnTo>
                    <a:pt x="24001" y="2155"/>
                  </a:lnTo>
                  <a:lnTo>
                    <a:pt x="21847" y="1103"/>
                  </a:lnTo>
                  <a:lnTo>
                    <a:pt x="19341" y="352"/>
                  </a:lnTo>
                  <a:lnTo>
                    <a:pt x="1658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64"/>
            <p:cNvSpPr/>
            <p:nvPr/>
          </p:nvSpPr>
          <p:spPr>
            <a:xfrm>
              <a:off x="8777737" y="4649265"/>
              <a:ext cx="23365" cy="23365"/>
            </a:xfrm>
            <a:custGeom>
              <a:rect b="b" l="l" r="r" t="t"/>
              <a:pathLst>
                <a:path extrusionOk="0" h="5563" w="5563">
                  <a:moveTo>
                    <a:pt x="3257" y="452"/>
                  </a:moveTo>
                  <a:lnTo>
                    <a:pt x="4109" y="852"/>
                  </a:lnTo>
                  <a:lnTo>
                    <a:pt x="4710" y="1454"/>
                  </a:lnTo>
                  <a:lnTo>
                    <a:pt x="5111" y="2305"/>
                  </a:lnTo>
                  <a:lnTo>
                    <a:pt x="5111" y="2806"/>
                  </a:lnTo>
                  <a:lnTo>
                    <a:pt x="5111" y="3257"/>
                  </a:lnTo>
                  <a:lnTo>
                    <a:pt x="4710" y="4109"/>
                  </a:lnTo>
                  <a:lnTo>
                    <a:pt x="4109" y="4710"/>
                  </a:lnTo>
                  <a:lnTo>
                    <a:pt x="3257" y="5111"/>
                  </a:lnTo>
                  <a:lnTo>
                    <a:pt x="2305" y="5111"/>
                  </a:lnTo>
                  <a:lnTo>
                    <a:pt x="1453" y="4710"/>
                  </a:lnTo>
                  <a:lnTo>
                    <a:pt x="852" y="4109"/>
                  </a:lnTo>
                  <a:lnTo>
                    <a:pt x="451" y="3257"/>
                  </a:lnTo>
                  <a:lnTo>
                    <a:pt x="451" y="2806"/>
                  </a:lnTo>
                  <a:lnTo>
                    <a:pt x="451" y="2305"/>
                  </a:lnTo>
                  <a:lnTo>
                    <a:pt x="852" y="1454"/>
                  </a:lnTo>
                  <a:lnTo>
                    <a:pt x="1453" y="852"/>
                  </a:lnTo>
                  <a:lnTo>
                    <a:pt x="2305" y="452"/>
                  </a:lnTo>
                  <a:close/>
                  <a:moveTo>
                    <a:pt x="2806" y="1"/>
                  </a:moveTo>
                  <a:lnTo>
                    <a:pt x="2205" y="51"/>
                  </a:lnTo>
                  <a:lnTo>
                    <a:pt x="1203" y="452"/>
                  </a:lnTo>
                  <a:lnTo>
                    <a:pt x="451" y="1203"/>
                  </a:lnTo>
                  <a:lnTo>
                    <a:pt x="51" y="2205"/>
                  </a:lnTo>
                  <a:lnTo>
                    <a:pt x="0" y="2806"/>
                  </a:lnTo>
                  <a:lnTo>
                    <a:pt x="51" y="3358"/>
                  </a:lnTo>
                  <a:lnTo>
                    <a:pt x="451" y="4360"/>
                  </a:lnTo>
                  <a:lnTo>
                    <a:pt x="1203" y="5111"/>
                  </a:lnTo>
                  <a:lnTo>
                    <a:pt x="2205" y="5512"/>
                  </a:lnTo>
                  <a:lnTo>
                    <a:pt x="2806" y="5562"/>
                  </a:lnTo>
                  <a:lnTo>
                    <a:pt x="3357" y="5512"/>
                  </a:lnTo>
                  <a:lnTo>
                    <a:pt x="4360" y="5111"/>
                  </a:lnTo>
                  <a:lnTo>
                    <a:pt x="5111" y="4360"/>
                  </a:lnTo>
                  <a:lnTo>
                    <a:pt x="5512" y="3358"/>
                  </a:lnTo>
                  <a:lnTo>
                    <a:pt x="5562" y="2806"/>
                  </a:lnTo>
                  <a:lnTo>
                    <a:pt x="5512" y="2205"/>
                  </a:lnTo>
                  <a:lnTo>
                    <a:pt x="5111" y="1203"/>
                  </a:lnTo>
                  <a:lnTo>
                    <a:pt x="4360" y="452"/>
                  </a:lnTo>
                  <a:lnTo>
                    <a:pt x="3357" y="51"/>
                  </a:lnTo>
                  <a:lnTo>
                    <a:pt x="280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64"/>
            <p:cNvSpPr/>
            <p:nvPr/>
          </p:nvSpPr>
          <p:spPr>
            <a:xfrm>
              <a:off x="8785523" y="4654947"/>
              <a:ext cx="9051" cy="11999"/>
            </a:xfrm>
            <a:custGeom>
              <a:rect b="b" l="l" r="r" t="t"/>
              <a:pathLst>
                <a:path extrusionOk="0" h="2857" w="2155">
                  <a:moveTo>
                    <a:pt x="1153" y="451"/>
                  </a:moveTo>
                  <a:lnTo>
                    <a:pt x="1303" y="501"/>
                  </a:lnTo>
                  <a:lnTo>
                    <a:pt x="1554" y="752"/>
                  </a:lnTo>
                  <a:lnTo>
                    <a:pt x="1554" y="902"/>
                  </a:lnTo>
                  <a:lnTo>
                    <a:pt x="1503" y="1153"/>
                  </a:lnTo>
                  <a:lnTo>
                    <a:pt x="1153" y="1353"/>
                  </a:lnTo>
                  <a:lnTo>
                    <a:pt x="501" y="1353"/>
                  </a:lnTo>
                  <a:lnTo>
                    <a:pt x="501" y="451"/>
                  </a:lnTo>
                  <a:close/>
                  <a:moveTo>
                    <a:pt x="0" y="0"/>
                  </a:moveTo>
                  <a:lnTo>
                    <a:pt x="0" y="2856"/>
                  </a:lnTo>
                  <a:lnTo>
                    <a:pt x="501" y="2856"/>
                  </a:lnTo>
                  <a:lnTo>
                    <a:pt x="501" y="1804"/>
                  </a:lnTo>
                  <a:lnTo>
                    <a:pt x="1002" y="1804"/>
                  </a:lnTo>
                  <a:lnTo>
                    <a:pt x="1554" y="2856"/>
                  </a:lnTo>
                  <a:lnTo>
                    <a:pt x="2155" y="2856"/>
                  </a:lnTo>
                  <a:lnTo>
                    <a:pt x="1503" y="1704"/>
                  </a:lnTo>
                  <a:lnTo>
                    <a:pt x="1654" y="1654"/>
                  </a:lnTo>
                  <a:lnTo>
                    <a:pt x="2005" y="1253"/>
                  </a:lnTo>
                  <a:lnTo>
                    <a:pt x="2055" y="902"/>
                  </a:lnTo>
                  <a:lnTo>
                    <a:pt x="2005" y="451"/>
                  </a:lnTo>
                  <a:lnTo>
                    <a:pt x="1754" y="201"/>
                  </a:lnTo>
                  <a:lnTo>
                    <a:pt x="1403"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64"/>
            <p:cNvSpPr/>
            <p:nvPr/>
          </p:nvSpPr>
          <p:spPr>
            <a:xfrm>
              <a:off x="7600829" y="4584035"/>
              <a:ext cx="202238" cy="202234"/>
            </a:xfrm>
            <a:custGeom>
              <a:rect b="b" l="l" r="r" t="t"/>
              <a:pathLst>
                <a:path extrusionOk="0" h="48151" w="48152">
                  <a:moveTo>
                    <a:pt x="0" y="0"/>
                  </a:moveTo>
                  <a:lnTo>
                    <a:pt x="0" y="48151"/>
                  </a:lnTo>
                  <a:lnTo>
                    <a:pt x="48151" y="48151"/>
                  </a:lnTo>
                  <a:lnTo>
                    <a:pt x="48151" y="0"/>
                  </a:lnTo>
                  <a:close/>
                </a:path>
              </a:pathLst>
            </a:custGeom>
            <a:solidFill>
              <a:srgbClr val="D4F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64"/>
            <p:cNvSpPr/>
            <p:nvPr/>
          </p:nvSpPr>
          <p:spPr>
            <a:xfrm>
              <a:off x="7624604" y="4740381"/>
              <a:ext cx="154892" cy="22310"/>
            </a:xfrm>
            <a:custGeom>
              <a:rect b="b" l="l" r="r" t="t"/>
              <a:pathLst>
                <a:path extrusionOk="0" h="5312" w="36879">
                  <a:moveTo>
                    <a:pt x="1" y="0"/>
                  </a:moveTo>
                  <a:lnTo>
                    <a:pt x="1" y="5311"/>
                  </a:lnTo>
                  <a:lnTo>
                    <a:pt x="36878" y="5311"/>
                  </a:lnTo>
                  <a:lnTo>
                    <a:pt x="3687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64"/>
            <p:cNvSpPr/>
            <p:nvPr/>
          </p:nvSpPr>
          <p:spPr>
            <a:xfrm>
              <a:off x="7643124" y="4607810"/>
              <a:ext cx="117852" cy="122485"/>
            </a:xfrm>
            <a:custGeom>
              <a:rect b="b" l="l" r="r" t="t"/>
              <a:pathLst>
                <a:path extrusionOk="0" h="29163" w="28060">
                  <a:moveTo>
                    <a:pt x="11374" y="1"/>
                  </a:moveTo>
                  <a:lnTo>
                    <a:pt x="11374" y="18991"/>
                  </a:lnTo>
                  <a:lnTo>
                    <a:pt x="3758" y="11375"/>
                  </a:lnTo>
                  <a:lnTo>
                    <a:pt x="0" y="15133"/>
                  </a:lnTo>
                  <a:lnTo>
                    <a:pt x="14030" y="29162"/>
                  </a:lnTo>
                  <a:lnTo>
                    <a:pt x="28059" y="15133"/>
                  </a:lnTo>
                  <a:lnTo>
                    <a:pt x="24251" y="11375"/>
                  </a:lnTo>
                  <a:lnTo>
                    <a:pt x="16635" y="18991"/>
                  </a:lnTo>
                  <a:lnTo>
                    <a:pt x="16635"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theme" Target="../theme/theme1.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1240600"/>
            <a:ext cx="2643000" cy="3128400"/>
          </a:xfrm>
          <a:prstGeom prst="rect">
            <a:avLst/>
          </a:prstGeom>
          <a:noFill/>
          <a:ln>
            <a:noFill/>
          </a:ln>
        </p:spPr>
        <p:txBody>
          <a:bodyPr anchorCtr="0" anchor="t" bIns="0" lIns="0" spcFirstLastPara="1" rIns="0" wrap="square" tIns="0">
            <a:noAutofit/>
          </a:bodyPr>
          <a:lstStyle>
            <a:lvl1pPr indent="0" lvl="0" marL="0" marR="0" rtl="0" algn="l">
              <a:lnSpc>
                <a:spcPct val="80000"/>
              </a:lnSpc>
              <a:spcBef>
                <a:spcPts val="0"/>
              </a:spcBef>
              <a:spcAft>
                <a:spcPts val="0"/>
              </a:spcAft>
              <a:buClr>
                <a:schemeClr val="dk1"/>
              </a:buClr>
              <a:buSzPts val="3200"/>
              <a:buFont typeface="DS Indigo"/>
              <a:buNone/>
              <a:defRPr sz="3200">
                <a:solidFill>
                  <a:schemeClr val="dk1"/>
                </a:solidFill>
                <a:latin typeface="DS Indigo"/>
                <a:ea typeface="DS Indigo"/>
                <a:cs typeface="DS Indigo"/>
                <a:sym typeface="DS Indigo"/>
              </a:defRPr>
            </a:lvl1pPr>
            <a:lvl2pPr lvl="1"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2pPr>
            <a:lvl3pPr lvl="2"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3pPr>
            <a:lvl4pPr lvl="3"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4pPr>
            <a:lvl5pPr lvl="4"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5pPr>
            <a:lvl6pPr lvl="5"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6pPr>
            <a:lvl7pPr lvl="6"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7pPr>
            <a:lvl8pPr lvl="7"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8pPr>
            <a:lvl9pPr lvl="8" rtl="0">
              <a:lnSpc>
                <a:spcPct val="110000"/>
              </a:lnSpc>
              <a:spcBef>
                <a:spcPts val="0"/>
              </a:spcBef>
              <a:spcAft>
                <a:spcPts val="0"/>
              </a:spcAft>
              <a:buClr>
                <a:schemeClr val="dk1"/>
              </a:buClr>
              <a:buSzPts val="2400"/>
              <a:buFont typeface="DS Indigo SemiBold"/>
              <a:buNone/>
              <a:defRPr sz="2400">
                <a:solidFill>
                  <a:schemeClr val="dk1"/>
                </a:solidFill>
                <a:latin typeface="DS Indigo SemiBold"/>
                <a:ea typeface="DS Indigo SemiBold"/>
                <a:cs typeface="DS Indigo SemiBold"/>
                <a:sym typeface="DS Indigo SemiBold"/>
              </a:defRPr>
            </a:lvl9pPr>
          </a:lstStyle>
          <a:p/>
        </p:txBody>
      </p:sp>
      <p:sp>
        <p:nvSpPr>
          <p:cNvPr id="7" name="Google Shape;7;p1"/>
          <p:cNvSpPr txBox="1"/>
          <p:nvPr>
            <p:ph idx="1" type="body"/>
          </p:nvPr>
        </p:nvSpPr>
        <p:spPr>
          <a:xfrm>
            <a:off x="3709575" y="1240600"/>
            <a:ext cx="5091600" cy="3128400"/>
          </a:xfrm>
          <a:prstGeom prst="rect">
            <a:avLst/>
          </a:prstGeom>
          <a:noFill/>
          <a:ln>
            <a:noFill/>
          </a:ln>
        </p:spPr>
        <p:txBody>
          <a:bodyPr anchorCtr="0" anchor="t" bIns="0" lIns="0" spcFirstLastPara="1" rIns="0" wrap="square" tIns="0">
            <a:noAutofit/>
          </a:bodyPr>
          <a:lstStyle>
            <a:lvl1pPr indent="-330200" lvl="0" marL="457200" rtl="0">
              <a:lnSpc>
                <a:spcPct val="120000"/>
              </a:lnSpc>
              <a:spcBef>
                <a:spcPts val="0"/>
              </a:spcBef>
              <a:spcAft>
                <a:spcPts val="0"/>
              </a:spcAft>
              <a:buClr>
                <a:schemeClr val="dk1"/>
              </a:buClr>
              <a:buSzPts val="1600"/>
              <a:buFont typeface="DS Indigo"/>
              <a:buChar char="●"/>
              <a:defRPr sz="1600">
                <a:solidFill>
                  <a:schemeClr val="dk1"/>
                </a:solidFill>
                <a:latin typeface="DS Indigo"/>
                <a:ea typeface="DS Indigo"/>
                <a:cs typeface="DS Indigo"/>
                <a:sym typeface="DS Indigo"/>
              </a:defRPr>
            </a:lvl1pPr>
            <a:lvl2pPr indent="-292100" lvl="1" marL="9144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2pPr>
            <a:lvl3pPr indent="-292100" lvl="2" marL="13716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3pPr>
            <a:lvl4pPr indent="-292100" lvl="3" marL="18288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4pPr>
            <a:lvl5pPr indent="-292100" lvl="4" marL="22860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5pPr>
            <a:lvl6pPr indent="-292100" lvl="5" marL="27432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6pPr>
            <a:lvl7pPr indent="-292100" lvl="6" marL="32004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7pPr>
            <a:lvl8pPr indent="-292100" lvl="7" marL="36576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8pPr>
            <a:lvl9pPr indent="-292100" lvl="8" marL="4114800" rtl="0">
              <a:lnSpc>
                <a:spcPct val="120000"/>
              </a:lnSpc>
              <a:spcBef>
                <a:spcPts val="0"/>
              </a:spcBef>
              <a:spcAft>
                <a:spcPts val="0"/>
              </a:spcAft>
              <a:buClr>
                <a:schemeClr val="dk1"/>
              </a:buClr>
              <a:buSzPts val="1000"/>
              <a:buFont typeface="DS Indigo"/>
              <a:buChar char="■"/>
              <a:defRPr sz="1000">
                <a:solidFill>
                  <a:schemeClr val="dk1"/>
                </a:solidFill>
                <a:latin typeface="DS Indigo"/>
                <a:ea typeface="DS Indigo"/>
                <a:cs typeface="DS Indigo"/>
                <a:sym typeface="DS Indigo"/>
              </a:defRPr>
            </a:lvl9pPr>
          </a:lstStyle>
          <a:p/>
        </p:txBody>
      </p:sp>
      <p:sp>
        <p:nvSpPr>
          <p:cNvPr id="8" name="Google Shape;8;p1"/>
          <p:cNvSpPr txBox="1"/>
          <p:nvPr>
            <p:ph idx="12" type="sldNum"/>
          </p:nvPr>
        </p:nvSpPr>
        <p:spPr>
          <a:xfrm>
            <a:off x="8555150" y="4800600"/>
            <a:ext cx="246000" cy="137400"/>
          </a:xfrm>
          <a:prstGeom prst="rect">
            <a:avLst/>
          </a:prstGeom>
          <a:noFill/>
          <a:ln>
            <a:noFill/>
          </a:ln>
        </p:spPr>
        <p:txBody>
          <a:bodyPr anchorCtr="0" anchor="ctr" bIns="0" lIns="0" spcFirstLastPara="1" rIns="0" wrap="square" tIns="0">
            <a:normAutofit/>
          </a:bodyPr>
          <a:lstStyle>
            <a:lvl1pPr lvl="0" rtl="0" algn="r">
              <a:buNone/>
              <a:defRPr sz="800">
                <a:solidFill>
                  <a:schemeClr val="dk1"/>
                </a:solidFill>
                <a:latin typeface="DS Indigo"/>
                <a:ea typeface="DS Indigo"/>
                <a:cs typeface="DS Indigo"/>
                <a:sym typeface="DS Indigo"/>
              </a:defRPr>
            </a:lvl1pPr>
            <a:lvl2pPr lvl="1" rtl="0" algn="r">
              <a:buNone/>
              <a:defRPr sz="800">
                <a:solidFill>
                  <a:schemeClr val="dk1"/>
                </a:solidFill>
                <a:latin typeface="DS Indigo"/>
                <a:ea typeface="DS Indigo"/>
                <a:cs typeface="DS Indigo"/>
                <a:sym typeface="DS Indigo"/>
              </a:defRPr>
            </a:lvl2pPr>
            <a:lvl3pPr lvl="2" rtl="0" algn="r">
              <a:buNone/>
              <a:defRPr sz="800">
                <a:solidFill>
                  <a:schemeClr val="dk1"/>
                </a:solidFill>
                <a:latin typeface="DS Indigo"/>
                <a:ea typeface="DS Indigo"/>
                <a:cs typeface="DS Indigo"/>
                <a:sym typeface="DS Indigo"/>
              </a:defRPr>
            </a:lvl3pPr>
            <a:lvl4pPr lvl="3" rtl="0" algn="r">
              <a:buNone/>
              <a:defRPr sz="800">
                <a:solidFill>
                  <a:schemeClr val="dk1"/>
                </a:solidFill>
                <a:latin typeface="DS Indigo"/>
                <a:ea typeface="DS Indigo"/>
                <a:cs typeface="DS Indigo"/>
                <a:sym typeface="DS Indigo"/>
              </a:defRPr>
            </a:lvl4pPr>
            <a:lvl5pPr lvl="4" rtl="0" algn="r">
              <a:buNone/>
              <a:defRPr sz="800">
                <a:solidFill>
                  <a:schemeClr val="dk1"/>
                </a:solidFill>
                <a:latin typeface="DS Indigo"/>
                <a:ea typeface="DS Indigo"/>
                <a:cs typeface="DS Indigo"/>
                <a:sym typeface="DS Indigo"/>
              </a:defRPr>
            </a:lvl5pPr>
            <a:lvl6pPr lvl="5" rtl="0" algn="r">
              <a:buNone/>
              <a:defRPr sz="800">
                <a:solidFill>
                  <a:schemeClr val="dk1"/>
                </a:solidFill>
                <a:latin typeface="DS Indigo"/>
                <a:ea typeface="DS Indigo"/>
                <a:cs typeface="DS Indigo"/>
                <a:sym typeface="DS Indigo"/>
              </a:defRPr>
            </a:lvl6pPr>
            <a:lvl7pPr lvl="6" rtl="0" algn="r">
              <a:buNone/>
              <a:defRPr sz="800">
                <a:solidFill>
                  <a:schemeClr val="dk1"/>
                </a:solidFill>
                <a:latin typeface="DS Indigo"/>
                <a:ea typeface="DS Indigo"/>
                <a:cs typeface="DS Indigo"/>
                <a:sym typeface="DS Indigo"/>
              </a:defRPr>
            </a:lvl7pPr>
            <a:lvl8pPr lvl="7" rtl="0" algn="r">
              <a:buNone/>
              <a:defRPr sz="800">
                <a:solidFill>
                  <a:schemeClr val="dk1"/>
                </a:solidFill>
                <a:latin typeface="DS Indigo"/>
                <a:ea typeface="DS Indigo"/>
                <a:cs typeface="DS Indigo"/>
                <a:sym typeface="DS Indigo"/>
              </a:defRPr>
            </a:lvl8pPr>
            <a:lvl9pPr lvl="8" rtl="0" algn="r">
              <a:buNone/>
              <a:defRPr sz="800">
                <a:solidFill>
                  <a:schemeClr val="dk1"/>
                </a:solidFill>
                <a:latin typeface="DS Indigo"/>
                <a:ea typeface="DS Indigo"/>
                <a:cs typeface="DS Indigo"/>
                <a:sym typeface="DS Indigo"/>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788850" y="4800000"/>
            <a:ext cx="1566300" cy="13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800">
                <a:solidFill>
                  <a:srgbClr val="666666"/>
                </a:solidFill>
                <a:latin typeface="DS Indigo"/>
                <a:ea typeface="DS Indigo"/>
                <a:cs typeface="DS Indigo"/>
                <a:sym typeface="DS Indigo"/>
              </a:rPr>
              <a:t>Docusign Confidential</a:t>
            </a:r>
            <a:endParaRPr sz="800">
              <a:solidFill>
                <a:srgbClr val="666666"/>
              </a:solidFill>
              <a:latin typeface="DS Indigo"/>
              <a:ea typeface="DS Indigo"/>
              <a:cs typeface="DS Indigo"/>
              <a:sym typeface="DS Indigo"/>
            </a:endParaRPr>
          </a:p>
        </p:txBody>
      </p:sp>
      <p:sp>
        <p:nvSpPr>
          <p:cNvPr id="10" name="Google Shape;10;p1"/>
          <p:cNvSpPr txBox="1"/>
          <p:nvPr/>
        </p:nvSpPr>
        <p:spPr>
          <a:xfrm>
            <a:off x="342900" y="335200"/>
            <a:ext cx="1601100" cy="28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800">
                <a:solidFill>
                  <a:schemeClr val="dk1"/>
                </a:solidFill>
                <a:latin typeface="DS Indigo"/>
                <a:ea typeface="DS Indigo"/>
                <a:cs typeface="DS Indigo"/>
                <a:sym typeface="DS Indigo"/>
              </a:rPr>
              <a:t>Base Corporate Deck Template</a:t>
            </a:r>
            <a:endParaRPr b="1" sz="800">
              <a:solidFill>
                <a:schemeClr val="dk1"/>
              </a:solidFill>
              <a:latin typeface="DS Indigo"/>
              <a:ea typeface="DS Indigo"/>
              <a:cs typeface="DS Indigo"/>
              <a:sym typeface="DS Indigo"/>
            </a:endParaRPr>
          </a:p>
          <a:p>
            <a:pPr indent="0" lvl="0" marL="0" rtl="0" algn="l">
              <a:spcBef>
                <a:spcPts val="0"/>
              </a:spcBef>
              <a:spcAft>
                <a:spcPts val="0"/>
              </a:spcAft>
              <a:buNone/>
            </a:pPr>
            <a:r>
              <a:rPr lang="en" sz="800">
                <a:solidFill>
                  <a:schemeClr val="dk1"/>
                </a:solidFill>
                <a:latin typeface="DS Indigo"/>
                <a:ea typeface="DS Indigo"/>
                <a:cs typeface="DS Indigo"/>
                <a:sym typeface="DS Indigo"/>
              </a:rPr>
              <a:t>Brand &amp; Creative</a:t>
            </a:r>
            <a:endParaRPr sz="800">
              <a:solidFill>
                <a:schemeClr val="dk1"/>
              </a:solidFill>
              <a:latin typeface="DS Indigo"/>
              <a:ea typeface="DS Indigo"/>
              <a:cs typeface="DS Indigo"/>
              <a:sym typeface="DS Indigo"/>
            </a:endParaRPr>
          </a:p>
        </p:txBody>
      </p:sp>
      <p:grpSp>
        <p:nvGrpSpPr>
          <p:cNvPr id="11" name="Google Shape;11;p1"/>
          <p:cNvGrpSpPr/>
          <p:nvPr/>
        </p:nvGrpSpPr>
        <p:grpSpPr>
          <a:xfrm>
            <a:off x="342902" y="4774371"/>
            <a:ext cx="1014484" cy="202964"/>
            <a:chOff x="238125" y="2139750"/>
            <a:chExt cx="7144250" cy="1437425"/>
          </a:xfrm>
        </p:grpSpPr>
        <p:sp>
          <p:nvSpPr>
            <p:cNvPr id="12" name="Google Shape;12;p1"/>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29">
          <p15:clr>
            <a:srgbClr val="FF0000"/>
          </p15:clr>
        </p15:guide>
        <p15:guide id="2" pos="2795">
          <p15:clr>
            <a:srgbClr val="FF0000"/>
          </p15:clr>
        </p15:guide>
        <p15:guide id="3" pos="216">
          <p15:clr>
            <a:srgbClr val="EA4335"/>
          </p15:clr>
        </p15:guide>
        <p15:guide id="4" pos="504">
          <p15:clr>
            <a:srgbClr val="999999"/>
          </p15:clr>
        </p15:guide>
        <p15:guide id="5" pos="672">
          <p15:clr>
            <a:srgbClr val="999999"/>
          </p15:clr>
        </p15:guide>
        <p15:guide id="6" pos="966">
          <p15:clr>
            <a:srgbClr val="999999"/>
          </p15:clr>
        </p15:guide>
        <p15:guide id="7" pos="1132">
          <p15:clr>
            <a:srgbClr val="999999"/>
          </p15:clr>
        </p15:guide>
        <p15:guide id="8" pos="1420">
          <p15:clr>
            <a:schemeClr val="accent4"/>
          </p15:clr>
        </p15:guide>
        <p15:guide id="9" pos="1591">
          <p15:clr>
            <a:schemeClr val="accent4"/>
          </p15:clr>
        </p15:guide>
        <p15:guide id="10" pos="1879">
          <p15:clr>
            <a:srgbClr val="0000FF"/>
          </p15:clr>
        </p15:guide>
        <p15:guide id="11" pos="2049">
          <p15:clr>
            <a:srgbClr val="0000FF"/>
          </p15:clr>
        </p15:guide>
        <p15:guide id="12" pos="2337">
          <p15:clr>
            <a:srgbClr val="999999"/>
          </p15:clr>
        </p15:guide>
        <p15:guide id="13" pos="2507">
          <p15:clr>
            <a:srgbClr val="999999"/>
          </p15:clr>
        </p15:guide>
        <p15:guide id="14" pos="2965">
          <p15:clr>
            <a:srgbClr val="FF0000"/>
          </p15:clr>
        </p15:guide>
        <p15:guide id="15" pos="3253">
          <p15:clr>
            <a:srgbClr val="999999"/>
          </p15:clr>
        </p15:guide>
        <p15:guide id="16" pos="3423">
          <p15:clr>
            <a:srgbClr val="999999"/>
          </p15:clr>
        </p15:guide>
        <p15:guide id="17" pos="3711">
          <p15:clr>
            <a:srgbClr val="0000FF"/>
          </p15:clr>
        </p15:guide>
        <p15:guide id="18" pos="3881">
          <p15:clr>
            <a:srgbClr val="0000FF"/>
          </p15:clr>
        </p15:guide>
        <p15:guide id="19" pos="4169">
          <p15:clr>
            <a:schemeClr val="accent4"/>
          </p15:clr>
        </p15:guide>
        <p15:guide id="20" pos="4340">
          <p15:clr>
            <a:schemeClr val="accent4"/>
          </p15:clr>
        </p15:guide>
        <p15:guide id="21" pos="4628">
          <p15:clr>
            <a:srgbClr val="999999"/>
          </p15:clr>
        </p15:guide>
        <p15:guide id="22" pos="4798">
          <p15:clr>
            <a:srgbClr val="999999"/>
          </p15:clr>
        </p15:guide>
        <p15:guide id="23" pos="5088">
          <p15:clr>
            <a:srgbClr val="999999"/>
          </p15:clr>
        </p15:guide>
        <p15:guide id="24" pos="5256">
          <p15:clr>
            <a:srgbClr val="999999"/>
          </p15:clr>
        </p15:guide>
        <p15:guide id="25" pos="5544">
          <p15:clr>
            <a:srgbClr val="EA4335"/>
          </p15:clr>
        </p15:guide>
        <p15:guide id="26" orient="horz" pos="216">
          <p15:clr>
            <a:srgbClr val="FF0000"/>
          </p15:clr>
        </p15:guide>
        <p15:guide id="27" orient="horz" pos="3024">
          <p15:clr>
            <a:srgbClr val="EA4335"/>
          </p15:clr>
        </p15:guide>
        <p15:guide id="28" orient="horz" pos="781">
          <p15:clr>
            <a:srgbClr val="999999"/>
          </p15:clr>
        </p15:guide>
        <p15:guide id="29" orient="horz" pos="2454">
          <p15:clr>
            <a:srgbClr val="999999"/>
          </p15:clr>
        </p15:guide>
        <p15:guide id="30" orient="horz" pos="2276">
          <p15:clr>
            <a:srgbClr val="999999"/>
          </p15:clr>
        </p15:guide>
        <p15:guide id="31" orient="horz" pos="959">
          <p15:clr>
            <a:srgbClr val="999999"/>
          </p15:clr>
        </p15:guide>
        <p15:guide id="32" orient="horz" pos="1706">
          <p15:clr>
            <a:srgbClr val="FF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27.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hyperlink" Target="https://drive.google.com/file/d/1aPCxVm0AHRGdjOG6cLbItfZjOP5wb8Kf/view?usp=sharing" TargetMode="External"/><Relationship Id="rId4" Type="http://schemas.openxmlformats.org/officeDocument/2006/relationships/image" Target="../media/image20.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31.png"/><Relationship Id="rId5" Type="http://schemas.openxmlformats.org/officeDocument/2006/relationships/image" Target="../media/image3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17.jpg"/><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hyperlink" Target="https://brand.docusign.com/" TargetMode="External"/><Relationship Id="rId4" Type="http://schemas.openxmlformats.org/officeDocument/2006/relationships/hyperlink" Target="mailto:brand@docusign.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1" name="Shape 761"/>
        <p:cNvGrpSpPr/>
        <p:nvPr/>
      </p:nvGrpSpPr>
      <p:grpSpPr>
        <a:xfrm>
          <a:off x="0" y="0"/>
          <a:ext cx="0" cy="0"/>
          <a:chOff x="0" y="0"/>
          <a:chExt cx="0" cy="0"/>
        </a:xfrm>
      </p:grpSpPr>
      <p:sp>
        <p:nvSpPr>
          <p:cNvPr id="762" name="Google Shape;762;p65"/>
          <p:cNvSpPr txBox="1"/>
          <p:nvPr>
            <p:ph idx="4294967295" type="title"/>
          </p:nvPr>
        </p:nvSpPr>
        <p:spPr>
          <a:xfrm>
            <a:off x="333325" y="1113200"/>
            <a:ext cx="6555900" cy="1314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5200"/>
              <a:t>Template Usage + Style Guide</a:t>
            </a:r>
            <a:endParaRPr sz="5200"/>
          </a:p>
        </p:txBody>
      </p:sp>
      <p:sp>
        <p:nvSpPr>
          <p:cNvPr id="763" name="Google Shape;763;p65"/>
          <p:cNvSpPr txBox="1"/>
          <p:nvPr>
            <p:ph idx="4294967295" type="subTitle"/>
          </p:nvPr>
        </p:nvSpPr>
        <p:spPr>
          <a:xfrm>
            <a:off x="333325" y="2651350"/>
            <a:ext cx="6555900" cy="64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October 2025 (UPDATED)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66"/>
          <p:cNvSpPr txBox="1"/>
          <p:nvPr>
            <p:ph type="title"/>
          </p:nvPr>
        </p:nvSpPr>
        <p:spPr>
          <a:xfrm>
            <a:off x="342900" y="1240600"/>
            <a:ext cx="2639400" cy="280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Agenda</a:t>
            </a:r>
            <a:endParaRPr/>
          </a:p>
        </p:txBody>
      </p:sp>
      <p:sp>
        <p:nvSpPr>
          <p:cNvPr id="769" name="Google Shape;769;p66"/>
          <p:cNvSpPr txBox="1"/>
          <p:nvPr>
            <p:ph idx="1" type="subTitle"/>
          </p:nvPr>
        </p:nvSpPr>
        <p:spPr>
          <a:xfrm>
            <a:off x="3238350" y="1240600"/>
            <a:ext cx="2653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Template Usage Guide</a:t>
            </a:r>
            <a:endParaRPr/>
          </a:p>
        </p:txBody>
      </p:sp>
      <p:sp>
        <p:nvSpPr>
          <p:cNvPr id="770" name="Google Shape;770;p66"/>
          <p:cNvSpPr txBox="1"/>
          <p:nvPr>
            <p:ph idx="2" type="subTitle"/>
          </p:nvPr>
        </p:nvSpPr>
        <p:spPr>
          <a:xfrm>
            <a:off x="3238450" y="2115625"/>
            <a:ext cx="2318400" cy="252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Light vs Dark Template</a:t>
            </a:r>
            <a:endParaRPr/>
          </a:p>
          <a:p>
            <a:pPr indent="0" lvl="0" marL="0" rtl="0" algn="l">
              <a:spcBef>
                <a:spcPts val="0"/>
              </a:spcBef>
              <a:spcAft>
                <a:spcPts val="0"/>
              </a:spcAft>
              <a:buNone/>
            </a:pPr>
            <a:r>
              <a:rPr lang="en"/>
              <a:t>Getting Started</a:t>
            </a:r>
            <a:endParaRPr/>
          </a:p>
          <a:p>
            <a:pPr indent="0" lvl="0" marL="0" rtl="0" algn="l">
              <a:spcBef>
                <a:spcPts val="0"/>
              </a:spcBef>
              <a:spcAft>
                <a:spcPts val="0"/>
              </a:spcAft>
              <a:buNone/>
            </a:pPr>
            <a:r>
              <a:rPr lang="en"/>
              <a:t>Guides</a:t>
            </a:r>
            <a:endParaRPr/>
          </a:p>
          <a:p>
            <a:pPr indent="0" lvl="0" marL="0" rtl="0" algn="l">
              <a:spcBef>
                <a:spcPts val="0"/>
              </a:spcBef>
              <a:spcAft>
                <a:spcPts val="0"/>
              </a:spcAft>
              <a:buNone/>
            </a:pPr>
            <a:r>
              <a:rPr lang="en"/>
              <a:t>Using Type Tools</a:t>
            </a:r>
            <a:endParaRPr/>
          </a:p>
          <a:p>
            <a:pPr indent="0" lvl="0" marL="0" rtl="0" algn="l">
              <a:spcBef>
                <a:spcPts val="0"/>
              </a:spcBef>
              <a:spcAft>
                <a:spcPts val="0"/>
              </a:spcAft>
              <a:buNone/>
            </a:pPr>
            <a:r>
              <a:rPr lang="en"/>
              <a:t>Image Formatting</a:t>
            </a:r>
            <a:endParaRPr/>
          </a:p>
          <a:p>
            <a:pPr indent="0" lvl="0" marL="0" rtl="0" algn="l">
              <a:spcBef>
                <a:spcPts val="0"/>
              </a:spcBef>
              <a:spcAft>
                <a:spcPts val="0"/>
              </a:spcAft>
              <a:buNone/>
            </a:pPr>
            <a:r>
              <a:rPr lang="en"/>
              <a:t>Theme Layouts</a:t>
            </a:r>
            <a:endParaRPr/>
          </a:p>
          <a:p>
            <a:pPr indent="0" lvl="0" marL="0" rtl="0" algn="l">
              <a:spcBef>
                <a:spcPts val="0"/>
              </a:spcBef>
              <a:spcAft>
                <a:spcPts val="0"/>
              </a:spcAft>
              <a:buNone/>
            </a:pPr>
            <a:r>
              <a:rPr lang="en"/>
              <a:t>Theme Colors</a:t>
            </a:r>
            <a:endParaRPr/>
          </a:p>
          <a:p>
            <a:pPr indent="0" lvl="0" marL="0" rtl="0" algn="l">
              <a:spcBef>
                <a:spcPts val="0"/>
              </a:spcBef>
              <a:spcAft>
                <a:spcPts val="0"/>
              </a:spcAft>
              <a:buNone/>
            </a:pPr>
            <a:r>
              <a:rPr lang="en"/>
              <a:t>Importing External Slides</a:t>
            </a:r>
            <a:endParaRPr/>
          </a:p>
          <a:p>
            <a:pPr indent="0" lvl="0" marL="0" rtl="0" algn="l">
              <a:spcBef>
                <a:spcPts val="0"/>
              </a:spcBef>
              <a:spcAft>
                <a:spcPts val="0"/>
              </a:spcAft>
              <a:buNone/>
            </a:pPr>
            <a:r>
              <a:rPr lang="en"/>
              <a:t>GSheet Charts</a:t>
            </a:r>
            <a:endParaRPr/>
          </a:p>
          <a:p>
            <a:pPr indent="0" lvl="0" marL="0" rtl="0" algn="l">
              <a:spcBef>
                <a:spcPts val="0"/>
              </a:spcBef>
              <a:spcAft>
                <a:spcPts val="0"/>
              </a:spcAft>
              <a:buNone/>
            </a:pPr>
            <a:r>
              <a:rPr lang="en"/>
              <a:t>Spell Check</a:t>
            </a:r>
            <a:endParaRPr/>
          </a:p>
        </p:txBody>
      </p:sp>
      <p:sp>
        <p:nvSpPr>
          <p:cNvPr id="771" name="Google Shape;771;p66"/>
          <p:cNvSpPr txBox="1"/>
          <p:nvPr>
            <p:ph idx="3" type="subTitle"/>
          </p:nvPr>
        </p:nvSpPr>
        <p:spPr>
          <a:xfrm>
            <a:off x="6161850" y="1240600"/>
            <a:ext cx="2653200" cy="56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Style Guide</a:t>
            </a:r>
            <a:endParaRPr/>
          </a:p>
        </p:txBody>
      </p:sp>
      <p:sp>
        <p:nvSpPr>
          <p:cNvPr id="772" name="Google Shape;772;p66"/>
          <p:cNvSpPr txBox="1"/>
          <p:nvPr>
            <p:ph idx="4" type="subTitle"/>
          </p:nvPr>
        </p:nvSpPr>
        <p:spPr>
          <a:xfrm>
            <a:off x="6161950" y="2115625"/>
            <a:ext cx="2181900" cy="252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Logo</a:t>
            </a:r>
            <a:endParaRPr/>
          </a:p>
          <a:p>
            <a:pPr indent="0" lvl="0" marL="0" rtl="0" algn="l">
              <a:spcBef>
                <a:spcPts val="0"/>
              </a:spcBef>
              <a:spcAft>
                <a:spcPts val="0"/>
              </a:spcAft>
              <a:buNone/>
            </a:pPr>
            <a:r>
              <a:rPr lang="en"/>
              <a:t>Typography</a:t>
            </a:r>
            <a:endParaRPr/>
          </a:p>
          <a:p>
            <a:pPr indent="0" lvl="0" marL="0" rtl="0" algn="l">
              <a:spcBef>
                <a:spcPts val="0"/>
              </a:spcBef>
              <a:spcAft>
                <a:spcPts val="0"/>
              </a:spcAft>
              <a:buNone/>
            </a:pPr>
            <a:r>
              <a:rPr lang="en"/>
              <a:t>Type Sizing</a:t>
            </a:r>
            <a:endParaRPr/>
          </a:p>
          <a:p>
            <a:pPr indent="0" lvl="0" marL="0" rtl="0" algn="l">
              <a:spcBef>
                <a:spcPts val="0"/>
              </a:spcBef>
              <a:spcAft>
                <a:spcPts val="0"/>
              </a:spcAft>
              <a:buNone/>
            </a:pPr>
            <a:r>
              <a:rPr lang="en"/>
              <a:t>Color Palette</a:t>
            </a:r>
            <a:endParaRPr/>
          </a:p>
          <a:p>
            <a:pPr indent="0" lvl="0" marL="0" rtl="0" algn="l">
              <a:spcBef>
                <a:spcPts val="0"/>
              </a:spcBef>
              <a:spcAft>
                <a:spcPts val="0"/>
              </a:spcAft>
              <a:buNone/>
            </a:pPr>
            <a:r>
              <a:rPr lang="en"/>
              <a:t>Photography</a:t>
            </a:r>
            <a:endParaRPr/>
          </a:p>
          <a:p>
            <a:pPr indent="0" lvl="0" marL="0" rtl="0" algn="l">
              <a:spcBef>
                <a:spcPts val="0"/>
              </a:spcBef>
              <a:spcAft>
                <a:spcPts val="0"/>
              </a:spcAft>
              <a:buNone/>
            </a:pPr>
            <a:r>
              <a:rPr lang="en"/>
              <a:t>Highlights</a:t>
            </a:r>
            <a:endParaRPr/>
          </a:p>
          <a:p>
            <a:pPr indent="0" lvl="0" marL="0" rtl="0" algn="l">
              <a:spcBef>
                <a:spcPts val="0"/>
              </a:spcBef>
              <a:spcAft>
                <a:spcPts val="0"/>
              </a:spcAft>
              <a:buNone/>
            </a:pPr>
            <a:r>
              <a:rPr lang="en"/>
              <a:t>Iconography</a:t>
            </a:r>
            <a:endParaRPr/>
          </a:p>
          <a:p>
            <a:pPr indent="0" lvl="0" marL="0" rtl="0" algn="l">
              <a:spcBef>
                <a:spcPts val="0"/>
              </a:spcBef>
              <a:spcAft>
                <a:spcPts val="0"/>
              </a:spcAft>
              <a:buNone/>
            </a:pPr>
            <a:r>
              <a:rPr lang="en"/>
              <a:t>Resources</a:t>
            </a:r>
            <a:endParaRPr/>
          </a:p>
          <a:p>
            <a:pPr indent="0" lvl="0" marL="0" rtl="0" algn="l">
              <a:spcBef>
                <a:spcPts val="0"/>
              </a:spcBef>
              <a:spcAft>
                <a:spcPts val="0"/>
              </a:spcAft>
              <a:buNone/>
            </a:pPr>
            <a:r>
              <a:t/>
            </a:r>
            <a:endParaRPr/>
          </a:p>
        </p:txBody>
      </p:sp>
      <p:sp>
        <p:nvSpPr>
          <p:cNvPr id="773" name="Google Shape;773;p66"/>
          <p:cNvSpPr txBox="1"/>
          <p:nvPr/>
        </p:nvSpPr>
        <p:spPr>
          <a:xfrm>
            <a:off x="5556850" y="2107375"/>
            <a:ext cx="342600" cy="25287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4</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5</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6</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7</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8</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9</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10</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11</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12</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13</a:t>
            </a:r>
            <a:endParaRPr sz="1000">
              <a:solidFill>
                <a:schemeClr val="dk1"/>
              </a:solidFill>
              <a:latin typeface="DS Indigo SemiBold"/>
              <a:ea typeface="DS Indigo SemiBold"/>
              <a:cs typeface="DS Indigo SemiBold"/>
              <a:sym typeface="DS Indigo SemiBold"/>
            </a:endParaRPr>
          </a:p>
        </p:txBody>
      </p:sp>
      <p:sp>
        <p:nvSpPr>
          <p:cNvPr id="774" name="Google Shape;774;p66"/>
          <p:cNvSpPr txBox="1"/>
          <p:nvPr/>
        </p:nvSpPr>
        <p:spPr>
          <a:xfrm>
            <a:off x="8325850" y="2107375"/>
            <a:ext cx="476100" cy="25287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14</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15</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16</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17</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18</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19</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20</a:t>
            </a:r>
            <a:endParaRPr sz="1000">
              <a:solidFill>
                <a:schemeClr val="dk1"/>
              </a:solidFill>
              <a:latin typeface="DS Indigo SemiBold"/>
              <a:ea typeface="DS Indigo SemiBold"/>
              <a:cs typeface="DS Indigo SemiBold"/>
              <a:sym typeface="DS Indigo SemiBold"/>
            </a:endParaRPr>
          </a:p>
          <a:p>
            <a:pPr indent="0" lvl="0" marL="0" rtl="0" algn="r">
              <a:lnSpc>
                <a:spcPct val="15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21</a:t>
            </a:r>
            <a:endParaRPr sz="1000">
              <a:solidFill>
                <a:schemeClr val="dk1"/>
              </a:solidFill>
              <a:latin typeface="DS Indigo SemiBold"/>
              <a:ea typeface="DS Indigo SemiBold"/>
              <a:cs typeface="DS Indigo SemiBold"/>
              <a:sym typeface="DS Indigo SemiBold"/>
            </a:endParaRPr>
          </a:p>
        </p:txBody>
      </p:sp>
      <p:sp>
        <p:nvSpPr>
          <p:cNvPr id="775" name="Google Shape;775;p66"/>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7"/>
          <p:cNvSpPr txBox="1"/>
          <p:nvPr>
            <p:ph type="title"/>
          </p:nvPr>
        </p:nvSpPr>
        <p:spPr>
          <a:xfrm>
            <a:off x="1533525" y="953400"/>
            <a:ext cx="4419600" cy="2308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Template Usage Guide</a:t>
            </a:r>
            <a:endParaRPr/>
          </a:p>
        </p:txBody>
      </p:sp>
      <p:sp>
        <p:nvSpPr>
          <p:cNvPr id="781" name="Google Shape;781;p67"/>
          <p:cNvSpPr txBox="1"/>
          <p:nvPr>
            <p:ph idx="1" type="subTitle"/>
          </p:nvPr>
        </p:nvSpPr>
        <p:spPr>
          <a:xfrm>
            <a:off x="1533525" y="3424100"/>
            <a:ext cx="5548800" cy="61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2" name="Google Shape;782;p67"/>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68"/>
          <p:cNvSpPr txBox="1"/>
          <p:nvPr>
            <p:ph idx="1" type="body"/>
          </p:nvPr>
        </p:nvSpPr>
        <p:spPr>
          <a:xfrm>
            <a:off x="3252375" y="1240630"/>
            <a:ext cx="2643000" cy="140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Light and bright</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Light themes are clean, professional, and inviting. They work great for smaller, well-lit presentation settings such as virtual meetings, classrooms, meeting rooms, and webinars.</a:t>
            </a:r>
            <a:endParaRPr sz="1000"/>
          </a:p>
        </p:txBody>
      </p:sp>
      <p:sp>
        <p:nvSpPr>
          <p:cNvPr id="788" name="Google Shape;788;p68"/>
          <p:cNvSpPr txBox="1"/>
          <p:nvPr>
            <p:ph idx="2" type="body"/>
          </p:nvPr>
        </p:nvSpPr>
        <p:spPr>
          <a:xfrm>
            <a:off x="6160050" y="1240600"/>
            <a:ext cx="2643000" cy="140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Dark and impactful</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Unlike its light counterpart, black is a low-energy color and works especially well for (but not limited to) large presentation screens. Dark backgrounds are dramatic and confident – this can pack a powerful punch in keynote and executive-level presentations.</a:t>
            </a:r>
            <a:endParaRPr sz="1000"/>
          </a:p>
        </p:txBody>
      </p:sp>
      <p:sp>
        <p:nvSpPr>
          <p:cNvPr id="789" name="Google Shape;789;p68"/>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When to use light vs dark template</a:t>
            </a:r>
            <a:endParaRPr/>
          </a:p>
        </p:txBody>
      </p:sp>
      <p:sp>
        <p:nvSpPr>
          <p:cNvPr id="790" name="Google Shape;790;p68"/>
          <p:cNvSpPr txBox="1"/>
          <p:nvPr>
            <p:ph idx="3" type="subTitle"/>
          </p:nvPr>
        </p:nvSpPr>
        <p:spPr>
          <a:xfrm>
            <a:off x="357400" y="2533300"/>
            <a:ext cx="2437200" cy="15129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latin typeface="DS Indigo"/>
                <a:ea typeface="DS Indigo"/>
                <a:cs typeface="DS Indigo"/>
                <a:sym typeface="DS Indigo"/>
              </a:rPr>
              <a:t>Our template comes in both light and dark versions. Although there are a myriad of reasons into which version might be better suited it boils down to your presentation setting and audience. We’ll address general use-cases and which template may work best for your presentation purposes. </a:t>
            </a:r>
            <a:endParaRPr>
              <a:latin typeface="DS Indigo"/>
              <a:ea typeface="DS Indigo"/>
              <a:cs typeface="DS Indigo"/>
              <a:sym typeface="DS Indigo"/>
            </a:endParaRPr>
          </a:p>
        </p:txBody>
      </p:sp>
      <p:pic>
        <p:nvPicPr>
          <p:cNvPr id="791" name="Google Shape;791;p68"/>
          <p:cNvPicPr preferRelativeResize="0"/>
          <p:nvPr/>
        </p:nvPicPr>
        <p:blipFill>
          <a:blip r:embed="rId3">
            <a:alphaModFix/>
          </a:blip>
          <a:stretch>
            <a:fillRect/>
          </a:stretch>
        </p:blipFill>
        <p:spPr>
          <a:xfrm>
            <a:off x="3152800" y="2802727"/>
            <a:ext cx="2642999" cy="1485521"/>
          </a:xfrm>
          <a:prstGeom prst="rect">
            <a:avLst/>
          </a:prstGeom>
          <a:noFill/>
          <a:ln>
            <a:noFill/>
          </a:ln>
          <a:effectLst>
            <a:outerShdw blurRad="85725" rotWithShape="0" algn="bl">
              <a:schemeClr val="dk1">
                <a:alpha val="9000"/>
              </a:schemeClr>
            </a:outerShdw>
          </a:effectLst>
        </p:spPr>
      </p:pic>
      <p:pic>
        <p:nvPicPr>
          <p:cNvPr id="792" name="Google Shape;792;p68"/>
          <p:cNvPicPr preferRelativeResize="0"/>
          <p:nvPr/>
        </p:nvPicPr>
        <p:blipFill rotWithShape="1">
          <a:blip r:embed="rId4">
            <a:alphaModFix/>
          </a:blip>
          <a:srcRect b="40" l="0" r="0" t="40"/>
          <a:stretch/>
        </p:blipFill>
        <p:spPr>
          <a:xfrm>
            <a:off x="6154000" y="2802727"/>
            <a:ext cx="2643000" cy="1485521"/>
          </a:xfrm>
          <a:prstGeom prst="rect">
            <a:avLst/>
          </a:prstGeom>
          <a:noFill/>
          <a:ln>
            <a:noFill/>
          </a:ln>
          <a:effectLst>
            <a:outerShdw blurRad="85725" rotWithShape="0" algn="bl">
              <a:schemeClr val="dk1">
                <a:alpha val="9000"/>
              </a:schemeClr>
            </a:outerShdw>
          </a:effectLst>
        </p:spPr>
      </p:pic>
      <p:sp>
        <p:nvSpPr>
          <p:cNvPr id="793" name="Google Shape;793;p68"/>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69"/>
          <p:cNvSpPr txBox="1"/>
          <p:nvPr>
            <p:ph idx="1" type="body"/>
          </p:nvPr>
        </p:nvSpPr>
        <p:spPr>
          <a:xfrm>
            <a:off x="3252375" y="1240630"/>
            <a:ext cx="2643000" cy="140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Make your own copy</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Go to </a:t>
            </a:r>
            <a:r>
              <a:rPr lang="en" sz="1000">
                <a:latin typeface="DS Indigo SemiBold"/>
                <a:ea typeface="DS Indigo SemiBold"/>
                <a:cs typeface="DS Indigo SemiBold"/>
                <a:sym typeface="DS Indigo SemiBold"/>
              </a:rPr>
              <a:t>File &gt; Make a copy</a:t>
            </a:r>
            <a:r>
              <a:rPr lang="en" sz="1000"/>
              <a:t> to create a duplicate of this template that you can edit.</a:t>
            </a:r>
            <a:endParaRPr sz="1000"/>
          </a:p>
        </p:txBody>
      </p:sp>
      <p:sp>
        <p:nvSpPr>
          <p:cNvPr id="799" name="Google Shape;799;p69"/>
          <p:cNvSpPr txBox="1"/>
          <p:nvPr>
            <p:ph idx="2" type="body"/>
          </p:nvPr>
        </p:nvSpPr>
        <p:spPr>
          <a:xfrm>
            <a:off x="6160050" y="1240600"/>
            <a:ext cx="2643000" cy="140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Customize the deck slides</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This deck is designed to create engaging presentations. Fit the content to your presentation needs. Please keep the slide content short and digestible.</a:t>
            </a:r>
            <a:endParaRPr sz="1000"/>
          </a:p>
          <a:p>
            <a:pPr indent="0" lvl="0" marL="0" rtl="0" algn="l">
              <a:spcBef>
                <a:spcPts val="0"/>
              </a:spcBef>
              <a:spcAft>
                <a:spcPts val="0"/>
              </a:spcAft>
              <a:buNone/>
            </a:pPr>
            <a:r>
              <a:t/>
            </a:r>
            <a:endParaRPr sz="1000"/>
          </a:p>
        </p:txBody>
      </p:sp>
      <p:sp>
        <p:nvSpPr>
          <p:cNvPr id="800" name="Google Shape;800;p69"/>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Getting started</a:t>
            </a:r>
            <a:endParaRPr/>
          </a:p>
        </p:txBody>
      </p:sp>
      <p:grpSp>
        <p:nvGrpSpPr>
          <p:cNvPr id="801" name="Google Shape;801;p69"/>
          <p:cNvGrpSpPr/>
          <p:nvPr/>
        </p:nvGrpSpPr>
        <p:grpSpPr>
          <a:xfrm>
            <a:off x="3177399" y="2046750"/>
            <a:ext cx="2740887" cy="1760430"/>
            <a:chOff x="3177399" y="2046750"/>
            <a:chExt cx="2740887" cy="1760430"/>
          </a:xfrm>
        </p:grpSpPr>
        <p:pic>
          <p:nvPicPr>
            <p:cNvPr id="802" name="Google Shape;802;p69"/>
            <p:cNvPicPr preferRelativeResize="0"/>
            <p:nvPr/>
          </p:nvPicPr>
          <p:blipFill rotWithShape="1">
            <a:blip r:embed="rId3">
              <a:alphaModFix/>
            </a:blip>
            <a:srcRect b="0" l="1099" r="-1885" t="0"/>
            <a:stretch/>
          </p:blipFill>
          <p:spPr>
            <a:xfrm>
              <a:off x="3254525" y="2046750"/>
              <a:ext cx="2663762" cy="1760430"/>
            </a:xfrm>
            <a:prstGeom prst="rect">
              <a:avLst/>
            </a:prstGeom>
            <a:noFill/>
            <a:ln>
              <a:noFill/>
            </a:ln>
          </p:spPr>
        </p:pic>
        <p:sp>
          <p:nvSpPr>
            <p:cNvPr id="803" name="Google Shape;803;p69"/>
            <p:cNvSpPr/>
            <p:nvPr/>
          </p:nvSpPr>
          <p:spPr>
            <a:xfrm>
              <a:off x="3177399" y="2526950"/>
              <a:ext cx="375300" cy="3756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4" name="Google Shape;804;p69"/>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70"/>
          <p:cNvSpPr txBox="1"/>
          <p:nvPr>
            <p:ph type="title"/>
          </p:nvPr>
        </p:nvSpPr>
        <p:spPr>
          <a:xfrm>
            <a:off x="339050" y="1240600"/>
            <a:ext cx="2643000" cy="52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Guides</a:t>
            </a:r>
            <a:endParaRPr/>
          </a:p>
        </p:txBody>
      </p:sp>
      <p:sp>
        <p:nvSpPr>
          <p:cNvPr id="810" name="Google Shape;810;p70"/>
          <p:cNvSpPr txBox="1"/>
          <p:nvPr>
            <p:ph idx="3" type="subTitle"/>
          </p:nvPr>
        </p:nvSpPr>
        <p:spPr>
          <a:xfrm>
            <a:off x="357400" y="1769650"/>
            <a:ext cx="2437200" cy="15129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latin typeface="DS Indigo"/>
                <a:ea typeface="DS Indigo"/>
                <a:cs typeface="DS Indigo"/>
                <a:sym typeface="DS Indigo"/>
              </a:rPr>
              <a:t>We’ve color coded the guides to help distinguish various content segments:</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solidFill>
                  <a:srgbClr val="FF0000"/>
                </a:solidFill>
              </a:rPr>
              <a:t>Red guides</a:t>
            </a:r>
            <a:r>
              <a:rPr lang="en">
                <a:solidFill>
                  <a:srgbClr val="FF0000"/>
                </a:solidFill>
                <a:latin typeface="DS Indigo"/>
                <a:ea typeface="DS Indigo"/>
                <a:cs typeface="DS Indigo"/>
                <a:sym typeface="DS Indigo"/>
              </a:rPr>
              <a:t> </a:t>
            </a:r>
            <a:r>
              <a:rPr lang="en">
                <a:latin typeface="DS Indigo"/>
                <a:ea typeface="DS Indigo"/>
                <a:cs typeface="DS Indigo"/>
                <a:sym typeface="DS Indigo"/>
              </a:rPr>
              <a:t>– section half</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solidFill>
                  <a:srgbClr val="0000FF"/>
                </a:solidFill>
              </a:rPr>
              <a:t>Blue guides</a:t>
            </a:r>
            <a:r>
              <a:rPr lang="en">
                <a:latin typeface="DS Indigo"/>
                <a:ea typeface="DS Indigo"/>
                <a:cs typeface="DS Indigo"/>
                <a:sym typeface="DS Indigo"/>
              </a:rPr>
              <a:t> – section thirds</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solidFill>
                  <a:srgbClr val="666666"/>
                </a:solidFill>
              </a:rPr>
              <a:t>Grey guides</a:t>
            </a:r>
            <a:r>
              <a:rPr lang="en">
                <a:solidFill>
                  <a:srgbClr val="999999"/>
                </a:solidFill>
                <a:latin typeface="DS Indigo"/>
                <a:ea typeface="DS Indigo"/>
                <a:cs typeface="DS Indigo"/>
                <a:sym typeface="DS Indigo"/>
              </a:rPr>
              <a:t> </a:t>
            </a:r>
            <a:r>
              <a:rPr lang="en">
                <a:latin typeface="DS Indigo"/>
                <a:ea typeface="DS Indigo"/>
                <a:cs typeface="DS Indigo"/>
                <a:sym typeface="DS Indigo"/>
              </a:rPr>
              <a:t>– section quarters</a:t>
            </a:r>
            <a:endParaRPr>
              <a:latin typeface="DS Indigo"/>
              <a:ea typeface="DS Indigo"/>
              <a:cs typeface="DS Indigo"/>
              <a:sym typeface="DS Indigo"/>
            </a:endParaRPr>
          </a:p>
        </p:txBody>
      </p:sp>
      <p:grpSp>
        <p:nvGrpSpPr>
          <p:cNvPr id="811" name="Google Shape;811;p70"/>
          <p:cNvGrpSpPr/>
          <p:nvPr/>
        </p:nvGrpSpPr>
        <p:grpSpPr>
          <a:xfrm>
            <a:off x="3252258" y="1240558"/>
            <a:ext cx="5386751" cy="3022169"/>
            <a:chOff x="3252258" y="1240558"/>
            <a:chExt cx="5386751" cy="3022169"/>
          </a:xfrm>
        </p:grpSpPr>
        <p:pic>
          <p:nvPicPr>
            <p:cNvPr id="812" name="Google Shape;812;p70"/>
            <p:cNvPicPr preferRelativeResize="0"/>
            <p:nvPr/>
          </p:nvPicPr>
          <p:blipFill rotWithShape="1">
            <a:blip r:embed="rId3">
              <a:alphaModFix/>
            </a:blip>
            <a:srcRect b="130" l="0" r="0" t="130"/>
            <a:stretch/>
          </p:blipFill>
          <p:spPr>
            <a:xfrm>
              <a:off x="3252258" y="1240558"/>
              <a:ext cx="5386751" cy="3022169"/>
            </a:xfrm>
            <a:prstGeom prst="rect">
              <a:avLst/>
            </a:prstGeom>
            <a:noFill/>
            <a:ln>
              <a:noFill/>
            </a:ln>
            <a:effectLst>
              <a:outerShdw blurRad="85725" rotWithShape="0" algn="bl">
                <a:srgbClr val="000000">
                  <a:alpha val="12000"/>
                </a:srgbClr>
              </a:outerShdw>
            </a:effectLst>
          </p:spPr>
        </p:pic>
        <p:sp>
          <p:nvSpPr>
            <p:cNvPr id="813" name="Google Shape;813;p70"/>
            <p:cNvSpPr/>
            <p:nvPr/>
          </p:nvSpPr>
          <p:spPr>
            <a:xfrm>
              <a:off x="3451903" y="1435069"/>
              <a:ext cx="4985738" cy="2633975"/>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endParaRPr>
            </a:p>
          </p:txBody>
        </p:sp>
      </p:grpSp>
      <p:sp>
        <p:nvSpPr>
          <p:cNvPr id="814" name="Google Shape;814;p70"/>
          <p:cNvSpPr txBox="1"/>
          <p:nvPr/>
        </p:nvSpPr>
        <p:spPr>
          <a:xfrm>
            <a:off x="3458025" y="4357213"/>
            <a:ext cx="5064300" cy="156900"/>
          </a:xfrm>
          <a:prstGeom prst="rect">
            <a:avLst/>
          </a:prstGeom>
          <a:noFill/>
          <a:ln>
            <a:noFill/>
          </a:ln>
        </p:spPr>
        <p:txBody>
          <a:bodyPr anchorCtr="0" anchor="t" bIns="0" lIns="0" spcFirstLastPara="1" rIns="0" wrap="square" tIns="0">
            <a:noAutofit/>
          </a:bodyPr>
          <a:lstStyle/>
          <a:p>
            <a:pPr indent="0" lvl="0" marL="0" marR="317500" rtl="0" algn="l">
              <a:lnSpc>
                <a:spcPct val="115000"/>
              </a:lnSpc>
              <a:spcBef>
                <a:spcPts val="0"/>
              </a:spcBef>
              <a:spcAft>
                <a:spcPts val="1000"/>
              </a:spcAft>
              <a:buNone/>
            </a:pPr>
            <a:r>
              <a:rPr lang="en" sz="800">
                <a:solidFill>
                  <a:schemeClr val="accent6"/>
                </a:solidFill>
                <a:latin typeface="DS Indigo"/>
                <a:ea typeface="DS Indigo"/>
                <a:cs typeface="DS Indigo"/>
                <a:sym typeface="DS Indigo"/>
              </a:rPr>
              <a:t>NOTE: Please refrain from placing copy/important details outside the red margins</a:t>
            </a:r>
            <a:endParaRPr sz="800">
              <a:solidFill>
                <a:schemeClr val="accent6"/>
              </a:solidFill>
              <a:latin typeface="DS Indigo"/>
              <a:ea typeface="DS Indigo"/>
              <a:cs typeface="DS Indigo"/>
              <a:sym typeface="DS Indigo"/>
            </a:endParaRPr>
          </a:p>
        </p:txBody>
      </p:sp>
      <p:grpSp>
        <p:nvGrpSpPr>
          <p:cNvPr id="815" name="Google Shape;815;p70"/>
          <p:cNvGrpSpPr/>
          <p:nvPr/>
        </p:nvGrpSpPr>
        <p:grpSpPr>
          <a:xfrm>
            <a:off x="304879" y="2973600"/>
            <a:ext cx="2074296" cy="1636326"/>
            <a:chOff x="304879" y="2903675"/>
            <a:chExt cx="2074296" cy="1636326"/>
          </a:xfrm>
        </p:grpSpPr>
        <p:pic>
          <p:nvPicPr>
            <p:cNvPr id="816" name="Google Shape;816;p70"/>
            <p:cNvPicPr preferRelativeResize="0"/>
            <p:nvPr/>
          </p:nvPicPr>
          <p:blipFill rotWithShape="1">
            <a:blip r:embed="rId4">
              <a:alphaModFix/>
            </a:blip>
            <a:srcRect b="0" l="0" r="0" t="0"/>
            <a:stretch/>
          </p:blipFill>
          <p:spPr>
            <a:xfrm>
              <a:off x="336850" y="2903675"/>
              <a:ext cx="2042325" cy="1636326"/>
            </a:xfrm>
            <a:prstGeom prst="rect">
              <a:avLst/>
            </a:prstGeom>
            <a:noFill/>
            <a:ln>
              <a:noFill/>
            </a:ln>
          </p:spPr>
        </p:pic>
        <p:sp>
          <p:nvSpPr>
            <p:cNvPr id="817" name="Google Shape;817;p70"/>
            <p:cNvSpPr/>
            <p:nvPr/>
          </p:nvSpPr>
          <p:spPr>
            <a:xfrm>
              <a:off x="304879" y="3573439"/>
              <a:ext cx="346800" cy="346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8" name="Google Shape;818;p70"/>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71"/>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Using the </a:t>
            </a:r>
            <a:br>
              <a:rPr lang="en"/>
            </a:br>
            <a:r>
              <a:rPr lang="en"/>
              <a:t>type tools</a:t>
            </a:r>
            <a:endParaRPr/>
          </a:p>
        </p:txBody>
      </p:sp>
      <p:sp>
        <p:nvSpPr>
          <p:cNvPr id="824" name="Google Shape;824;p71"/>
          <p:cNvSpPr txBox="1"/>
          <p:nvPr>
            <p:ph idx="3" type="subTitle"/>
          </p:nvPr>
        </p:nvSpPr>
        <p:spPr>
          <a:xfrm>
            <a:off x="357400" y="2533300"/>
            <a:ext cx="24372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Using our font</a:t>
            </a:r>
            <a:endParaRPr/>
          </a:p>
          <a:p>
            <a:pPr indent="0" lvl="0" marL="0" rtl="0" algn="l">
              <a:lnSpc>
                <a:spcPct val="120000"/>
              </a:lnSpc>
              <a:spcBef>
                <a:spcPts val="0"/>
              </a:spcBef>
              <a:spcAft>
                <a:spcPts val="0"/>
              </a:spcAft>
              <a:buNone/>
            </a:pPr>
            <a:r>
              <a:rPr lang="en">
                <a:latin typeface="DS Indigo"/>
                <a:ea typeface="DS Indigo"/>
                <a:cs typeface="DS Indigo"/>
                <a:sym typeface="DS Indigo"/>
              </a:rPr>
              <a:t>Our typeface is DS Indigo. If you do not have this font type, you can download the font package </a:t>
            </a:r>
            <a:r>
              <a:rPr lang="en" u="sng">
                <a:solidFill>
                  <a:schemeClr val="hlink"/>
                </a:solidFill>
                <a:latin typeface="DS Indigo"/>
                <a:ea typeface="DS Indigo"/>
                <a:cs typeface="DS Indigo"/>
                <a:sym typeface="DS Indigo"/>
                <a:hlinkClick r:id="rId3"/>
              </a:rPr>
              <a:t>here</a:t>
            </a:r>
            <a:r>
              <a:rPr lang="en">
                <a:latin typeface="DS Indigo"/>
                <a:ea typeface="DS Indigo"/>
                <a:cs typeface="DS Indigo"/>
                <a:sym typeface="DS Indigo"/>
              </a:rPr>
              <a:t>.</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latin typeface="DS Indigo"/>
                <a:ea typeface="DS Indigo"/>
                <a:cs typeface="DS Indigo"/>
                <a:sym typeface="DS Indigo"/>
              </a:rPr>
              <a:t>Using the arrow next to DS Indigo in the font list you can access the different weights. These are the text weights that are used specifically throughout this template: normal, semi bold, bold.</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p:txBody>
      </p:sp>
      <p:grpSp>
        <p:nvGrpSpPr>
          <p:cNvPr id="825" name="Google Shape;825;p71"/>
          <p:cNvGrpSpPr/>
          <p:nvPr/>
        </p:nvGrpSpPr>
        <p:grpSpPr>
          <a:xfrm>
            <a:off x="3284350" y="1113653"/>
            <a:ext cx="2639225" cy="2058646"/>
            <a:chOff x="3284350" y="1113653"/>
            <a:chExt cx="2639225" cy="2058646"/>
          </a:xfrm>
        </p:grpSpPr>
        <p:pic>
          <p:nvPicPr>
            <p:cNvPr id="826" name="Google Shape;826;p71"/>
            <p:cNvPicPr preferRelativeResize="0"/>
            <p:nvPr/>
          </p:nvPicPr>
          <p:blipFill rotWithShape="1">
            <a:blip r:embed="rId4">
              <a:alphaModFix/>
            </a:blip>
            <a:srcRect b="150" l="1200" r="-1200" t="-150"/>
            <a:stretch/>
          </p:blipFill>
          <p:spPr>
            <a:xfrm>
              <a:off x="3284350" y="1237750"/>
              <a:ext cx="2639225" cy="1934549"/>
            </a:xfrm>
            <a:prstGeom prst="rect">
              <a:avLst/>
            </a:prstGeom>
            <a:noFill/>
            <a:ln>
              <a:noFill/>
            </a:ln>
          </p:spPr>
        </p:pic>
        <p:sp>
          <p:nvSpPr>
            <p:cNvPr id="827" name="Google Shape;827;p71"/>
            <p:cNvSpPr/>
            <p:nvPr/>
          </p:nvSpPr>
          <p:spPr>
            <a:xfrm>
              <a:off x="3605113" y="1113653"/>
              <a:ext cx="511200" cy="5112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8" name="Google Shape;828;p71"/>
          <p:cNvGrpSpPr/>
          <p:nvPr/>
        </p:nvGrpSpPr>
        <p:grpSpPr>
          <a:xfrm>
            <a:off x="3252525" y="3351600"/>
            <a:ext cx="4157700" cy="1087200"/>
            <a:chOff x="3252525" y="3559550"/>
            <a:chExt cx="4157700" cy="1087200"/>
          </a:xfrm>
        </p:grpSpPr>
        <p:sp>
          <p:nvSpPr>
            <p:cNvPr id="829" name="Google Shape;829;p71"/>
            <p:cNvSpPr txBox="1"/>
            <p:nvPr/>
          </p:nvSpPr>
          <p:spPr>
            <a:xfrm>
              <a:off x="3252525" y="3559550"/>
              <a:ext cx="4157700" cy="1087200"/>
            </a:xfrm>
            <a:prstGeom prst="rect">
              <a:avLst/>
            </a:prstGeom>
            <a:solidFill>
              <a:schemeClr val="lt2"/>
            </a:solidFill>
            <a:ln>
              <a:noFill/>
            </a:ln>
          </p:spPr>
          <p:txBody>
            <a:bodyPr anchorCtr="0" anchor="t" bIns="182875" lIns="182875" spcFirstLastPara="1" rIns="1188700" wrap="square" tIns="182875">
              <a:noAutofit/>
            </a:bodyPr>
            <a:lstStyle/>
            <a:p>
              <a:pPr indent="0" lvl="0" marL="0" marR="12700" rtl="0" algn="l">
                <a:lnSpc>
                  <a:spcPct val="120000"/>
                </a:lnSpc>
                <a:spcBef>
                  <a:spcPts val="300"/>
                </a:spcBef>
                <a:spcAft>
                  <a:spcPts val="600"/>
                </a:spcAft>
                <a:buNone/>
              </a:pPr>
              <a:r>
                <a:rPr b="1" lang="en" sz="800">
                  <a:solidFill>
                    <a:srgbClr val="2E2F2E"/>
                  </a:solidFill>
                  <a:latin typeface="DS Indigo"/>
                  <a:ea typeface="DS Indigo"/>
                  <a:cs typeface="DS Indigo"/>
                  <a:sym typeface="DS Indigo"/>
                </a:rPr>
                <a:t>Pro tip:</a:t>
              </a:r>
              <a:br>
                <a:rPr lang="en" sz="800">
                  <a:solidFill>
                    <a:srgbClr val="2E2F2E"/>
                  </a:solidFill>
                  <a:latin typeface="DS Indigo"/>
                  <a:ea typeface="DS Indigo"/>
                  <a:cs typeface="DS Indigo"/>
                  <a:sym typeface="DS Indigo"/>
                </a:rPr>
              </a:br>
              <a:r>
                <a:rPr lang="en" sz="800">
                  <a:solidFill>
                    <a:srgbClr val="1F1F1F"/>
                  </a:solidFill>
                  <a:latin typeface="DS Indigo"/>
                  <a:ea typeface="DS Indigo"/>
                  <a:cs typeface="DS Indigo"/>
                  <a:sym typeface="DS Indigo"/>
                </a:rPr>
                <a:t>You can duplicate the formatting of any existing text using the paint roller icon. Select the text you want to copy the formatting of &gt; click the paint roller icon &gt; then select the text you want to mirror the formatting on to.</a:t>
              </a:r>
              <a:endParaRPr sz="800">
                <a:solidFill>
                  <a:srgbClr val="2E2F2E"/>
                </a:solidFill>
                <a:latin typeface="DS Indigo"/>
                <a:ea typeface="DS Indigo"/>
                <a:cs typeface="DS Indigo"/>
                <a:sym typeface="DS Indigo"/>
              </a:endParaRPr>
            </a:p>
          </p:txBody>
        </p:sp>
        <p:grpSp>
          <p:nvGrpSpPr>
            <p:cNvPr id="830" name="Google Shape;830;p71"/>
            <p:cNvGrpSpPr/>
            <p:nvPr/>
          </p:nvGrpSpPr>
          <p:grpSpPr>
            <a:xfrm>
              <a:off x="6393424" y="3740034"/>
              <a:ext cx="826352" cy="552369"/>
              <a:chOff x="6268847" y="2651350"/>
              <a:chExt cx="695700" cy="465035"/>
            </a:xfrm>
          </p:grpSpPr>
          <p:pic>
            <p:nvPicPr>
              <p:cNvPr id="831" name="Google Shape;831;p71"/>
              <p:cNvPicPr preferRelativeResize="0"/>
              <p:nvPr/>
            </p:nvPicPr>
            <p:blipFill rotWithShape="1">
              <a:blip r:embed="rId5">
                <a:alphaModFix/>
              </a:blip>
              <a:srcRect b="10595" l="5144" r="5242" t="0"/>
              <a:stretch/>
            </p:blipFill>
            <p:spPr>
              <a:xfrm>
                <a:off x="6268847" y="2651350"/>
                <a:ext cx="695700" cy="351750"/>
              </a:xfrm>
              <a:prstGeom prst="rect">
                <a:avLst/>
              </a:prstGeom>
              <a:noFill/>
              <a:ln>
                <a:noFill/>
              </a:ln>
            </p:spPr>
          </p:pic>
          <p:sp>
            <p:nvSpPr>
              <p:cNvPr id="832" name="Google Shape;832;p71"/>
              <p:cNvSpPr/>
              <p:nvPr/>
            </p:nvSpPr>
            <p:spPr>
              <a:xfrm>
                <a:off x="6396035" y="2713785"/>
                <a:ext cx="402600" cy="4026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3" name="Google Shape;833;p71"/>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72"/>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Image formatting</a:t>
            </a:r>
            <a:endParaRPr/>
          </a:p>
        </p:txBody>
      </p:sp>
      <p:sp>
        <p:nvSpPr>
          <p:cNvPr id="839" name="Google Shape;839;p72"/>
          <p:cNvSpPr txBox="1"/>
          <p:nvPr>
            <p:ph idx="3" type="subTitle"/>
          </p:nvPr>
        </p:nvSpPr>
        <p:spPr>
          <a:xfrm>
            <a:off x="357400" y="2533300"/>
            <a:ext cx="24372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Swap an existing photo</a:t>
            </a:r>
            <a:endParaRPr/>
          </a:p>
          <a:p>
            <a:pPr indent="0" lvl="0" marL="0" rtl="0" algn="l">
              <a:lnSpc>
                <a:spcPct val="120000"/>
              </a:lnSpc>
              <a:spcBef>
                <a:spcPts val="0"/>
              </a:spcBef>
              <a:spcAft>
                <a:spcPts val="0"/>
              </a:spcAft>
              <a:buNone/>
            </a:pPr>
            <a:r>
              <a:rPr lang="en">
                <a:latin typeface="DS Indigo"/>
                <a:ea typeface="DS Indigo"/>
                <a:cs typeface="DS Indigo"/>
                <a:sym typeface="DS Indigo"/>
              </a:rPr>
              <a:t>Select the existing image, click ‘</a:t>
            </a:r>
            <a:r>
              <a:rPr lang="en"/>
              <a:t>Replace image</a:t>
            </a:r>
            <a:r>
              <a:rPr lang="en">
                <a:latin typeface="DS Indigo"/>
                <a:ea typeface="DS Indigo"/>
                <a:cs typeface="DS Indigo"/>
                <a:sym typeface="DS Indigo"/>
              </a:rPr>
              <a:t>’ and choose your</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latin typeface="DS Indigo"/>
                <a:ea typeface="DS Indigo"/>
                <a:cs typeface="DS Indigo"/>
                <a:sym typeface="DS Indigo"/>
              </a:rPr>
              <a:t>new image.</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latin typeface="DS Indigo"/>
                <a:ea typeface="DS Indigo"/>
                <a:cs typeface="DS Indigo"/>
                <a:sym typeface="DS Indigo"/>
              </a:rPr>
              <a:t>You may need to reposition or resize your image within the container. </a:t>
            </a:r>
            <a:r>
              <a:rPr lang="en"/>
              <a:t>Double click</a:t>
            </a:r>
            <a:r>
              <a:rPr lang="en">
                <a:latin typeface="DS Indigo"/>
                <a:ea typeface="DS Indigo"/>
                <a:cs typeface="DS Indigo"/>
                <a:sym typeface="DS Indigo"/>
              </a:rPr>
              <a:t> on the image, now you can move and resize the photo within the container.</a:t>
            </a:r>
            <a:endParaRPr>
              <a:latin typeface="DS Indigo"/>
              <a:ea typeface="DS Indigo"/>
              <a:cs typeface="DS Indigo"/>
              <a:sym typeface="DS Indigo"/>
            </a:endParaRPr>
          </a:p>
        </p:txBody>
      </p:sp>
      <p:grpSp>
        <p:nvGrpSpPr>
          <p:cNvPr id="840" name="Google Shape;840;p72"/>
          <p:cNvGrpSpPr/>
          <p:nvPr/>
        </p:nvGrpSpPr>
        <p:grpSpPr>
          <a:xfrm>
            <a:off x="3188479" y="1125652"/>
            <a:ext cx="1901871" cy="2114497"/>
            <a:chOff x="3100554" y="1125652"/>
            <a:chExt cx="1901871" cy="2114497"/>
          </a:xfrm>
        </p:grpSpPr>
        <p:pic>
          <p:nvPicPr>
            <p:cNvPr id="841" name="Google Shape;841;p72"/>
            <p:cNvPicPr preferRelativeResize="0"/>
            <p:nvPr/>
          </p:nvPicPr>
          <p:blipFill rotWithShape="1">
            <a:blip r:embed="rId3">
              <a:alphaModFix/>
            </a:blip>
            <a:srcRect b="0" l="0" r="0" t="0"/>
            <a:stretch/>
          </p:blipFill>
          <p:spPr>
            <a:xfrm>
              <a:off x="3160050" y="1245475"/>
              <a:ext cx="1842375" cy="1994674"/>
            </a:xfrm>
            <a:prstGeom prst="rect">
              <a:avLst/>
            </a:prstGeom>
            <a:noFill/>
            <a:ln>
              <a:noFill/>
            </a:ln>
          </p:spPr>
        </p:pic>
        <p:sp>
          <p:nvSpPr>
            <p:cNvPr id="842" name="Google Shape;842;p72"/>
            <p:cNvSpPr/>
            <p:nvPr/>
          </p:nvSpPr>
          <p:spPr>
            <a:xfrm>
              <a:off x="3100554" y="1125652"/>
              <a:ext cx="444000" cy="4440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43" name="Google Shape;843;p72"/>
          <p:cNvPicPr preferRelativeResize="0"/>
          <p:nvPr/>
        </p:nvPicPr>
        <p:blipFill rotWithShape="1">
          <a:blip r:embed="rId4">
            <a:alphaModFix/>
          </a:blip>
          <a:srcRect b="1513" l="0" r="0" t="1513"/>
          <a:stretch/>
        </p:blipFill>
        <p:spPr>
          <a:xfrm>
            <a:off x="5164300" y="2671625"/>
            <a:ext cx="3113851" cy="2122374"/>
          </a:xfrm>
          <a:prstGeom prst="rect">
            <a:avLst/>
          </a:prstGeom>
          <a:noFill/>
          <a:ln>
            <a:noFill/>
          </a:ln>
        </p:spPr>
      </p:pic>
      <p:pic>
        <p:nvPicPr>
          <p:cNvPr id="844" name="Google Shape;844;p72"/>
          <p:cNvPicPr preferRelativeResize="0"/>
          <p:nvPr/>
        </p:nvPicPr>
        <p:blipFill rotWithShape="1">
          <a:blip r:embed="rId5">
            <a:alphaModFix/>
          </a:blip>
          <a:srcRect b="24878" l="32761" r="27558" t="9980"/>
          <a:stretch/>
        </p:blipFill>
        <p:spPr>
          <a:xfrm>
            <a:off x="6161848" y="1240600"/>
            <a:ext cx="1341599" cy="1467924"/>
          </a:xfrm>
          <a:prstGeom prst="rect">
            <a:avLst/>
          </a:prstGeom>
          <a:noFill/>
          <a:ln>
            <a:noFill/>
          </a:ln>
        </p:spPr>
      </p:pic>
      <p:sp>
        <p:nvSpPr>
          <p:cNvPr id="845" name="Google Shape;845;p72"/>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3"/>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Theme layouts</a:t>
            </a:r>
            <a:endParaRPr/>
          </a:p>
        </p:txBody>
      </p:sp>
      <p:sp>
        <p:nvSpPr>
          <p:cNvPr id="851" name="Google Shape;851;p73"/>
          <p:cNvSpPr txBox="1"/>
          <p:nvPr>
            <p:ph idx="3" type="subTitle"/>
          </p:nvPr>
        </p:nvSpPr>
        <p:spPr>
          <a:xfrm>
            <a:off x="357400" y="2533300"/>
            <a:ext cx="24372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Choosing a layout</a:t>
            </a:r>
            <a:endParaRPr/>
          </a:p>
          <a:p>
            <a:pPr indent="0" lvl="0" marL="0" rtl="0" algn="l">
              <a:lnSpc>
                <a:spcPct val="120000"/>
              </a:lnSpc>
              <a:spcBef>
                <a:spcPts val="0"/>
              </a:spcBef>
              <a:spcAft>
                <a:spcPts val="0"/>
              </a:spcAft>
              <a:buNone/>
            </a:pPr>
            <a:r>
              <a:rPr lang="en">
                <a:latin typeface="DS Indigo"/>
                <a:ea typeface="DS Indigo"/>
                <a:cs typeface="DS Indigo"/>
                <a:sym typeface="DS Indigo"/>
              </a:rPr>
              <a:t>Our corporate deck template contains 60+ layout options – offering a wide selection of content and narrative solutions.</a:t>
            </a:r>
            <a:endParaRPr>
              <a:latin typeface="DS Indigo"/>
              <a:ea typeface="DS Indigo"/>
              <a:cs typeface="DS Indigo"/>
              <a:sym typeface="DS Indigo"/>
            </a:endParaRPr>
          </a:p>
        </p:txBody>
      </p:sp>
      <p:grpSp>
        <p:nvGrpSpPr>
          <p:cNvPr id="852" name="Google Shape;852;p73"/>
          <p:cNvGrpSpPr/>
          <p:nvPr/>
        </p:nvGrpSpPr>
        <p:grpSpPr>
          <a:xfrm>
            <a:off x="272976" y="3429599"/>
            <a:ext cx="2479149" cy="1713902"/>
            <a:chOff x="272976" y="3281049"/>
            <a:chExt cx="2479149" cy="1713902"/>
          </a:xfrm>
        </p:grpSpPr>
        <p:pic>
          <p:nvPicPr>
            <p:cNvPr id="853" name="Google Shape;853;p73"/>
            <p:cNvPicPr preferRelativeResize="0"/>
            <p:nvPr/>
          </p:nvPicPr>
          <p:blipFill rotWithShape="1">
            <a:blip r:embed="rId3">
              <a:alphaModFix/>
            </a:blip>
            <a:srcRect b="52107" l="0" r="0" t="0"/>
            <a:stretch/>
          </p:blipFill>
          <p:spPr>
            <a:xfrm>
              <a:off x="314925" y="3360775"/>
              <a:ext cx="2437200" cy="1634176"/>
            </a:xfrm>
            <a:prstGeom prst="rect">
              <a:avLst/>
            </a:prstGeom>
            <a:noFill/>
            <a:ln>
              <a:noFill/>
            </a:ln>
          </p:spPr>
        </p:pic>
        <p:sp>
          <p:nvSpPr>
            <p:cNvPr id="854" name="Google Shape;854;p73"/>
            <p:cNvSpPr/>
            <p:nvPr/>
          </p:nvSpPr>
          <p:spPr>
            <a:xfrm>
              <a:off x="272976" y="3281049"/>
              <a:ext cx="431100" cy="431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5" name="Google Shape;855;p73"/>
          <p:cNvPicPr preferRelativeResize="0"/>
          <p:nvPr/>
        </p:nvPicPr>
        <p:blipFill>
          <a:blip r:embed="rId4">
            <a:alphaModFix/>
          </a:blip>
          <a:stretch>
            <a:fillRect/>
          </a:stretch>
        </p:blipFill>
        <p:spPr>
          <a:xfrm>
            <a:off x="3252375" y="0"/>
            <a:ext cx="5891626" cy="4740374"/>
          </a:xfrm>
          <a:prstGeom prst="rect">
            <a:avLst/>
          </a:prstGeom>
          <a:noFill/>
          <a:ln>
            <a:noFill/>
          </a:ln>
        </p:spPr>
      </p:pic>
      <p:sp>
        <p:nvSpPr>
          <p:cNvPr id="856" name="Google Shape;856;p73"/>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74"/>
          <p:cNvSpPr txBox="1"/>
          <p:nvPr>
            <p:ph type="title"/>
          </p:nvPr>
        </p:nvSpPr>
        <p:spPr>
          <a:xfrm>
            <a:off x="339050" y="1240600"/>
            <a:ext cx="2643000" cy="52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Theme colors</a:t>
            </a:r>
            <a:endParaRPr/>
          </a:p>
        </p:txBody>
      </p:sp>
      <p:sp>
        <p:nvSpPr>
          <p:cNvPr id="862" name="Google Shape;862;p74"/>
          <p:cNvSpPr txBox="1"/>
          <p:nvPr>
            <p:ph idx="3" type="subTitle"/>
          </p:nvPr>
        </p:nvSpPr>
        <p:spPr>
          <a:xfrm>
            <a:off x="357400" y="1769650"/>
            <a:ext cx="2437200" cy="15129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latin typeface="DS Indigo"/>
                <a:ea typeface="DS Indigo"/>
                <a:cs typeface="DS Indigo"/>
                <a:sym typeface="DS Indigo"/>
              </a:rPr>
              <a:t>Docusign uses a vibrant range of colors to help increase energy and highlight key information. </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latin typeface="DS Indigo"/>
                <a:ea typeface="DS Indigo"/>
                <a:cs typeface="DS Indigo"/>
                <a:sym typeface="DS Indigo"/>
              </a:rPr>
              <a:t>The type and background combinations must meet a 4.5:1 minimum contrast ratio to help ensure people of all abilities can access and understand our communications.</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p:txBody>
      </p:sp>
      <p:grpSp>
        <p:nvGrpSpPr>
          <p:cNvPr id="863" name="Google Shape;863;p74"/>
          <p:cNvGrpSpPr/>
          <p:nvPr/>
        </p:nvGrpSpPr>
        <p:grpSpPr>
          <a:xfrm>
            <a:off x="3487530" y="1149042"/>
            <a:ext cx="1603295" cy="2593112"/>
            <a:chOff x="3487530" y="1149042"/>
            <a:chExt cx="1603295" cy="2593112"/>
          </a:xfrm>
        </p:grpSpPr>
        <p:pic>
          <p:nvPicPr>
            <p:cNvPr id="864" name="Google Shape;864;p74" title="Screenshot 2025-12-15 at 2.23.23 PM.png"/>
            <p:cNvPicPr preferRelativeResize="0"/>
            <p:nvPr/>
          </p:nvPicPr>
          <p:blipFill>
            <a:blip r:embed="rId3">
              <a:alphaModFix/>
            </a:blip>
            <a:stretch>
              <a:fillRect/>
            </a:stretch>
          </p:blipFill>
          <p:spPr>
            <a:xfrm>
              <a:off x="3582275" y="1253625"/>
              <a:ext cx="1508550" cy="2488529"/>
            </a:xfrm>
            <a:prstGeom prst="rect">
              <a:avLst/>
            </a:prstGeom>
            <a:noFill/>
            <a:ln>
              <a:noFill/>
            </a:ln>
          </p:spPr>
        </p:pic>
        <p:sp>
          <p:nvSpPr>
            <p:cNvPr id="865" name="Google Shape;865;p74"/>
            <p:cNvSpPr/>
            <p:nvPr/>
          </p:nvSpPr>
          <p:spPr>
            <a:xfrm>
              <a:off x="3487530" y="1149042"/>
              <a:ext cx="449100" cy="449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6" name="Google Shape;866;p74"/>
          <p:cNvSpPr txBox="1"/>
          <p:nvPr/>
        </p:nvSpPr>
        <p:spPr>
          <a:xfrm>
            <a:off x="342900" y="3524250"/>
            <a:ext cx="2643000" cy="1047900"/>
          </a:xfrm>
          <a:prstGeom prst="rect">
            <a:avLst/>
          </a:prstGeom>
          <a:solidFill>
            <a:schemeClr val="lt2"/>
          </a:solidFill>
          <a:ln>
            <a:noFill/>
          </a:ln>
        </p:spPr>
        <p:txBody>
          <a:bodyPr anchorCtr="0" anchor="t" bIns="182875" lIns="182875" spcFirstLastPara="1" rIns="182875" wrap="square" tIns="182875">
            <a:noAutofit/>
          </a:bodyPr>
          <a:lstStyle/>
          <a:p>
            <a:pPr indent="0" lvl="0" marL="0" marR="0" rtl="0" algn="l">
              <a:lnSpc>
                <a:spcPct val="120000"/>
              </a:lnSpc>
              <a:spcBef>
                <a:spcPts val="300"/>
              </a:spcBef>
              <a:spcAft>
                <a:spcPts val="600"/>
              </a:spcAft>
              <a:buNone/>
            </a:pPr>
            <a:r>
              <a:rPr b="1" lang="en" sz="800">
                <a:solidFill>
                  <a:srgbClr val="2E2F2E"/>
                </a:solidFill>
                <a:latin typeface="DS Indigo"/>
                <a:ea typeface="DS Indigo"/>
                <a:cs typeface="DS Indigo"/>
                <a:sym typeface="DS Indigo"/>
              </a:rPr>
              <a:t>Pro tip:</a:t>
            </a:r>
            <a:br>
              <a:rPr lang="en" sz="800">
                <a:solidFill>
                  <a:srgbClr val="2E2F2E"/>
                </a:solidFill>
                <a:latin typeface="DS Indigo"/>
                <a:ea typeface="DS Indigo"/>
                <a:cs typeface="DS Indigo"/>
                <a:sym typeface="DS Indigo"/>
              </a:rPr>
            </a:br>
            <a:r>
              <a:rPr lang="en" sz="800">
                <a:solidFill>
                  <a:schemeClr val="dk1"/>
                </a:solidFill>
                <a:latin typeface="DS Indigo"/>
                <a:ea typeface="DS Indigo"/>
                <a:cs typeface="DS Indigo"/>
                <a:sym typeface="DS Indigo"/>
              </a:rPr>
              <a:t>Use one to two colors max per section or throughout your presentation. This will help maintain a clean and consistent flow without presenting a rainbow colored deck.</a:t>
            </a:r>
            <a:endParaRPr sz="800">
              <a:solidFill>
                <a:srgbClr val="1F1F1F"/>
              </a:solidFill>
              <a:latin typeface="DS Indigo"/>
              <a:ea typeface="DS Indigo"/>
              <a:cs typeface="DS Indigo"/>
              <a:sym typeface="DS Indigo"/>
            </a:endParaRPr>
          </a:p>
        </p:txBody>
      </p:sp>
      <p:pic>
        <p:nvPicPr>
          <p:cNvPr id="867" name="Google Shape;867;p74"/>
          <p:cNvPicPr preferRelativeResize="0"/>
          <p:nvPr/>
        </p:nvPicPr>
        <p:blipFill>
          <a:blip r:embed="rId4">
            <a:alphaModFix/>
          </a:blip>
          <a:stretch>
            <a:fillRect/>
          </a:stretch>
        </p:blipFill>
        <p:spPr>
          <a:xfrm>
            <a:off x="5596312" y="1253624"/>
            <a:ext cx="3115925" cy="3064750"/>
          </a:xfrm>
          <a:prstGeom prst="rect">
            <a:avLst/>
          </a:prstGeom>
          <a:noFill/>
          <a:ln>
            <a:noFill/>
          </a:ln>
        </p:spPr>
      </p:pic>
      <p:sp>
        <p:nvSpPr>
          <p:cNvPr id="868" name="Google Shape;868;p74"/>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75"/>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Importing external slides</a:t>
            </a:r>
            <a:endParaRPr/>
          </a:p>
        </p:txBody>
      </p:sp>
      <p:sp>
        <p:nvSpPr>
          <p:cNvPr id="874" name="Google Shape;874;p75"/>
          <p:cNvSpPr txBox="1"/>
          <p:nvPr>
            <p:ph idx="3" type="subTitle"/>
          </p:nvPr>
        </p:nvSpPr>
        <p:spPr>
          <a:xfrm>
            <a:off x="357400" y="2533300"/>
            <a:ext cx="26430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Do not copy and paste slides. </a:t>
            </a:r>
            <a:r>
              <a:rPr lang="en">
                <a:latin typeface="DS Indigo"/>
                <a:ea typeface="DS Indigo"/>
                <a:cs typeface="DS Indigo"/>
                <a:sym typeface="DS Indigo"/>
              </a:rPr>
              <a:t>Doing so will create unwanted themes and styles. Instead:</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t>Select and copy pieces of content</a:t>
            </a:r>
            <a:r>
              <a:rPr lang="en">
                <a:latin typeface="DS Indigo"/>
                <a:ea typeface="DS Indigo"/>
                <a:cs typeface="DS Indigo"/>
                <a:sym typeface="DS Indigo"/>
              </a:rPr>
              <a:t> to bring over or </a:t>
            </a:r>
            <a:r>
              <a:rPr lang="en"/>
              <a:t>”Paste without formatting”</a:t>
            </a:r>
            <a:r>
              <a:rPr lang="en">
                <a:latin typeface="DS Indigo"/>
                <a:ea typeface="DS Indigo"/>
                <a:cs typeface="DS Indigo"/>
                <a:sym typeface="DS Indigo"/>
              </a:rPr>
              <a:t> is your best option to bring text over clean</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latin typeface="DS Indigo"/>
                <a:ea typeface="DS Indigo"/>
                <a:cs typeface="DS Indigo"/>
                <a:sym typeface="DS Indigo"/>
              </a:rPr>
              <a:t>This will help keep all new decks moving forward consistent</a:t>
            </a:r>
            <a:endParaRPr>
              <a:latin typeface="DS Indigo"/>
              <a:ea typeface="DS Indigo"/>
              <a:cs typeface="DS Indigo"/>
              <a:sym typeface="DS Indigo"/>
            </a:endParaRPr>
          </a:p>
        </p:txBody>
      </p:sp>
      <p:grpSp>
        <p:nvGrpSpPr>
          <p:cNvPr id="875" name="Google Shape;875;p75"/>
          <p:cNvGrpSpPr/>
          <p:nvPr/>
        </p:nvGrpSpPr>
        <p:grpSpPr>
          <a:xfrm>
            <a:off x="6024768" y="1235823"/>
            <a:ext cx="2631041" cy="1509328"/>
            <a:chOff x="8204611" y="2087517"/>
            <a:chExt cx="2692153" cy="1544386"/>
          </a:xfrm>
        </p:grpSpPr>
        <p:sp>
          <p:nvSpPr>
            <p:cNvPr id="876" name="Google Shape;876;p75"/>
            <p:cNvSpPr/>
            <p:nvPr/>
          </p:nvSpPr>
          <p:spPr>
            <a:xfrm>
              <a:off x="8204611" y="2087517"/>
              <a:ext cx="873600" cy="4932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77" name="Google Shape;877;p75"/>
            <p:cNvSpPr/>
            <p:nvPr/>
          </p:nvSpPr>
          <p:spPr>
            <a:xfrm>
              <a:off x="8305994" y="2155844"/>
              <a:ext cx="514200" cy="789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78" name="Google Shape;878;p75"/>
            <p:cNvSpPr/>
            <p:nvPr/>
          </p:nvSpPr>
          <p:spPr>
            <a:xfrm>
              <a:off x="8305994" y="2280583"/>
              <a:ext cx="323100" cy="2475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79" name="Google Shape;879;p75"/>
            <p:cNvSpPr/>
            <p:nvPr/>
          </p:nvSpPr>
          <p:spPr>
            <a:xfrm>
              <a:off x="8647629" y="2280583"/>
              <a:ext cx="323100" cy="2475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0" name="Google Shape;880;p75"/>
            <p:cNvSpPr/>
            <p:nvPr/>
          </p:nvSpPr>
          <p:spPr>
            <a:xfrm>
              <a:off x="8204611" y="2613110"/>
              <a:ext cx="873600" cy="4932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1" name="Google Shape;881;p75"/>
            <p:cNvSpPr/>
            <p:nvPr/>
          </p:nvSpPr>
          <p:spPr>
            <a:xfrm>
              <a:off x="8305994" y="2681437"/>
              <a:ext cx="514200" cy="789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2" name="Google Shape;882;p75"/>
            <p:cNvSpPr/>
            <p:nvPr/>
          </p:nvSpPr>
          <p:spPr>
            <a:xfrm>
              <a:off x="8305994" y="2806175"/>
              <a:ext cx="323100" cy="2475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3" name="Google Shape;883;p75"/>
            <p:cNvSpPr/>
            <p:nvPr/>
          </p:nvSpPr>
          <p:spPr>
            <a:xfrm>
              <a:off x="8647629" y="2806175"/>
              <a:ext cx="323100" cy="2475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4" name="Google Shape;884;p75"/>
            <p:cNvSpPr/>
            <p:nvPr/>
          </p:nvSpPr>
          <p:spPr>
            <a:xfrm>
              <a:off x="8204611" y="3138703"/>
              <a:ext cx="873600" cy="4932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5" name="Google Shape;885;p75"/>
            <p:cNvSpPr/>
            <p:nvPr/>
          </p:nvSpPr>
          <p:spPr>
            <a:xfrm>
              <a:off x="8305994" y="3207030"/>
              <a:ext cx="514200" cy="789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6" name="Google Shape;886;p75"/>
            <p:cNvSpPr/>
            <p:nvPr/>
          </p:nvSpPr>
          <p:spPr>
            <a:xfrm>
              <a:off x="8305994" y="3331769"/>
              <a:ext cx="323100" cy="2475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87" name="Google Shape;887;p75"/>
            <p:cNvSpPr/>
            <p:nvPr/>
          </p:nvSpPr>
          <p:spPr>
            <a:xfrm>
              <a:off x="8647629" y="3331769"/>
              <a:ext cx="323100" cy="247500"/>
            </a:xfrm>
            <a:prstGeom prst="rect">
              <a:avLst/>
            </a:prstGeom>
            <a:solidFill>
              <a:srgbClr val="929292"/>
            </a:solidFill>
            <a:ln cap="flat" cmpd="sng" w="12700">
              <a:solidFill>
                <a:schemeClr val="accent1"/>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nvGrpSpPr>
            <p:cNvPr id="888" name="Google Shape;888;p75"/>
            <p:cNvGrpSpPr/>
            <p:nvPr/>
          </p:nvGrpSpPr>
          <p:grpSpPr>
            <a:xfrm>
              <a:off x="10023164" y="2087517"/>
              <a:ext cx="873600" cy="493200"/>
              <a:chOff x="0" y="0"/>
              <a:chExt cx="1747200" cy="986400"/>
            </a:xfrm>
          </p:grpSpPr>
          <p:sp>
            <p:nvSpPr>
              <p:cNvPr id="889" name="Google Shape;889;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90" name="Google Shape;890;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91" name="Google Shape;891;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92" name="Google Shape;892;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893" name="Google Shape;893;p75"/>
            <p:cNvGrpSpPr/>
            <p:nvPr/>
          </p:nvGrpSpPr>
          <p:grpSpPr>
            <a:xfrm>
              <a:off x="10023164" y="2613110"/>
              <a:ext cx="873600" cy="493200"/>
              <a:chOff x="0" y="0"/>
              <a:chExt cx="1747200" cy="986400"/>
            </a:xfrm>
          </p:grpSpPr>
          <p:sp>
            <p:nvSpPr>
              <p:cNvPr id="894" name="Google Shape;894;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95" name="Google Shape;895;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96" name="Google Shape;896;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897" name="Google Shape;897;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898" name="Google Shape;898;p75"/>
            <p:cNvGrpSpPr/>
            <p:nvPr/>
          </p:nvGrpSpPr>
          <p:grpSpPr>
            <a:xfrm>
              <a:off x="10023164" y="3138703"/>
              <a:ext cx="873600" cy="493200"/>
              <a:chOff x="0" y="0"/>
              <a:chExt cx="1747200" cy="986400"/>
            </a:xfrm>
          </p:grpSpPr>
          <p:sp>
            <p:nvSpPr>
              <p:cNvPr id="899" name="Google Shape;899;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00" name="Google Shape;900;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01" name="Google Shape;901;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02" name="Google Shape;902;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cxnSp>
          <p:nvCxnSpPr>
            <p:cNvPr id="903" name="Google Shape;903;p75"/>
            <p:cNvCxnSpPr/>
            <p:nvPr/>
          </p:nvCxnSpPr>
          <p:spPr>
            <a:xfrm>
              <a:off x="8828754" y="2195354"/>
              <a:ext cx="1254900" cy="0"/>
            </a:xfrm>
            <a:prstGeom prst="straightConnector1">
              <a:avLst/>
            </a:prstGeom>
            <a:noFill/>
            <a:ln cap="flat" cmpd="sng" w="9525">
              <a:solidFill>
                <a:srgbClr val="6A6A6A"/>
              </a:solidFill>
              <a:prstDash val="solid"/>
              <a:miter lim="400000"/>
              <a:headEnd len="sm" w="sm" type="none"/>
              <a:tailEnd len="sm" w="sm" type="none"/>
            </a:ln>
          </p:spPr>
        </p:cxnSp>
        <p:sp>
          <p:nvSpPr>
            <p:cNvPr id="904" name="Google Shape;904;p75"/>
            <p:cNvSpPr/>
            <p:nvPr/>
          </p:nvSpPr>
          <p:spPr>
            <a:xfrm>
              <a:off x="8799941" y="2168403"/>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cxnSp>
          <p:nvCxnSpPr>
            <p:cNvPr id="905" name="Google Shape;905;p75"/>
            <p:cNvCxnSpPr/>
            <p:nvPr/>
          </p:nvCxnSpPr>
          <p:spPr>
            <a:xfrm>
              <a:off x="8448355" y="2358721"/>
              <a:ext cx="1630200" cy="0"/>
            </a:xfrm>
            <a:prstGeom prst="straightConnector1">
              <a:avLst/>
            </a:prstGeom>
            <a:noFill/>
            <a:ln cap="flat" cmpd="sng" w="9525">
              <a:solidFill>
                <a:srgbClr val="6A6A6A"/>
              </a:solidFill>
              <a:prstDash val="solid"/>
              <a:miter lim="400000"/>
              <a:headEnd len="sm" w="sm" type="none"/>
              <a:tailEnd len="sm" w="sm" type="none"/>
            </a:ln>
          </p:spPr>
        </p:cxnSp>
        <p:cxnSp>
          <p:nvCxnSpPr>
            <p:cNvPr id="906" name="Google Shape;906;p75"/>
            <p:cNvCxnSpPr/>
            <p:nvPr/>
          </p:nvCxnSpPr>
          <p:spPr>
            <a:xfrm>
              <a:off x="8781450" y="2452857"/>
              <a:ext cx="1767300" cy="0"/>
            </a:xfrm>
            <a:prstGeom prst="straightConnector1">
              <a:avLst/>
            </a:prstGeom>
            <a:noFill/>
            <a:ln cap="flat" cmpd="sng" w="9525">
              <a:solidFill>
                <a:srgbClr val="6A6A6A"/>
              </a:solidFill>
              <a:prstDash val="solid"/>
              <a:miter lim="400000"/>
              <a:headEnd len="sm" w="sm" type="none"/>
              <a:tailEnd len="sm" w="sm" type="none"/>
            </a:ln>
          </p:spPr>
        </p:cxnSp>
        <p:sp>
          <p:nvSpPr>
            <p:cNvPr id="907" name="Google Shape;907;p75"/>
            <p:cNvSpPr/>
            <p:nvPr/>
          </p:nvSpPr>
          <p:spPr>
            <a:xfrm>
              <a:off x="10090177" y="2168403"/>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08" name="Google Shape;908;p75"/>
            <p:cNvSpPr/>
            <p:nvPr/>
          </p:nvSpPr>
          <p:spPr>
            <a:xfrm>
              <a:off x="10090177" y="2331770"/>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09" name="Google Shape;909;p75"/>
            <p:cNvSpPr/>
            <p:nvPr/>
          </p:nvSpPr>
          <p:spPr>
            <a:xfrm>
              <a:off x="10519813" y="2425906"/>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cxnSp>
          <p:nvCxnSpPr>
            <p:cNvPr id="910" name="Google Shape;910;p75"/>
            <p:cNvCxnSpPr/>
            <p:nvPr/>
          </p:nvCxnSpPr>
          <p:spPr>
            <a:xfrm>
              <a:off x="8828754" y="2721083"/>
              <a:ext cx="1254900" cy="0"/>
            </a:xfrm>
            <a:prstGeom prst="straightConnector1">
              <a:avLst/>
            </a:prstGeom>
            <a:noFill/>
            <a:ln cap="flat" cmpd="sng" w="9525">
              <a:solidFill>
                <a:srgbClr val="6A6A6A"/>
              </a:solidFill>
              <a:prstDash val="solid"/>
              <a:miter lim="400000"/>
              <a:headEnd len="sm" w="sm" type="none"/>
              <a:tailEnd len="sm" w="sm" type="none"/>
            </a:ln>
          </p:spPr>
        </p:cxnSp>
        <p:sp>
          <p:nvSpPr>
            <p:cNvPr id="911" name="Google Shape;911;p75"/>
            <p:cNvSpPr/>
            <p:nvPr/>
          </p:nvSpPr>
          <p:spPr>
            <a:xfrm>
              <a:off x="8799941" y="2694132"/>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cxnSp>
          <p:nvCxnSpPr>
            <p:cNvPr id="912" name="Google Shape;912;p75"/>
            <p:cNvCxnSpPr/>
            <p:nvPr/>
          </p:nvCxnSpPr>
          <p:spPr>
            <a:xfrm>
              <a:off x="8448355" y="2884450"/>
              <a:ext cx="1630200" cy="0"/>
            </a:xfrm>
            <a:prstGeom prst="straightConnector1">
              <a:avLst/>
            </a:prstGeom>
            <a:noFill/>
            <a:ln cap="flat" cmpd="sng" w="9525">
              <a:solidFill>
                <a:srgbClr val="6A6A6A"/>
              </a:solidFill>
              <a:prstDash val="solid"/>
              <a:miter lim="400000"/>
              <a:headEnd len="sm" w="sm" type="none"/>
              <a:tailEnd len="sm" w="sm" type="none"/>
            </a:ln>
          </p:spPr>
        </p:cxnSp>
        <p:cxnSp>
          <p:nvCxnSpPr>
            <p:cNvPr id="913" name="Google Shape;913;p75"/>
            <p:cNvCxnSpPr/>
            <p:nvPr/>
          </p:nvCxnSpPr>
          <p:spPr>
            <a:xfrm>
              <a:off x="8781450" y="2978585"/>
              <a:ext cx="1767300" cy="0"/>
            </a:xfrm>
            <a:prstGeom prst="straightConnector1">
              <a:avLst/>
            </a:prstGeom>
            <a:noFill/>
            <a:ln cap="flat" cmpd="sng" w="9525">
              <a:solidFill>
                <a:srgbClr val="6A6A6A"/>
              </a:solidFill>
              <a:prstDash val="solid"/>
              <a:miter lim="400000"/>
              <a:headEnd len="sm" w="sm" type="none"/>
              <a:tailEnd len="sm" w="sm" type="none"/>
            </a:ln>
          </p:spPr>
        </p:cxnSp>
        <p:sp>
          <p:nvSpPr>
            <p:cNvPr id="914" name="Google Shape;914;p75"/>
            <p:cNvSpPr/>
            <p:nvPr/>
          </p:nvSpPr>
          <p:spPr>
            <a:xfrm>
              <a:off x="10090177" y="2694132"/>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15" name="Google Shape;915;p75"/>
            <p:cNvSpPr/>
            <p:nvPr/>
          </p:nvSpPr>
          <p:spPr>
            <a:xfrm>
              <a:off x="10090177" y="2857499"/>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16" name="Google Shape;916;p75"/>
            <p:cNvSpPr/>
            <p:nvPr/>
          </p:nvSpPr>
          <p:spPr>
            <a:xfrm>
              <a:off x="10519813" y="2951634"/>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cxnSp>
          <p:nvCxnSpPr>
            <p:cNvPr id="917" name="Google Shape;917;p75"/>
            <p:cNvCxnSpPr/>
            <p:nvPr/>
          </p:nvCxnSpPr>
          <p:spPr>
            <a:xfrm>
              <a:off x="8828754" y="3246540"/>
              <a:ext cx="1254900" cy="0"/>
            </a:xfrm>
            <a:prstGeom prst="straightConnector1">
              <a:avLst/>
            </a:prstGeom>
            <a:noFill/>
            <a:ln cap="flat" cmpd="sng" w="9525">
              <a:solidFill>
                <a:srgbClr val="6A6A6A"/>
              </a:solidFill>
              <a:prstDash val="solid"/>
              <a:miter lim="400000"/>
              <a:headEnd len="sm" w="sm" type="none"/>
              <a:tailEnd len="sm" w="sm" type="none"/>
            </a:ln>
          </p:spPr>
        </p:cxnSp>
        <p:sp>
          <p:nvSpPr>
            <p:cNvPr id="918" name="Google Shape;918;p75"/>
            <p:cNvSpPr/>
            <p:nvPr/>
          </p:nvSpPr>
          <p:spPr>
            <a:xfrm>
              <a:off x="8799941" y="3219589"/>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cxnSp>
          <p:nvCxnSpPr>
            <p:cNvPr id="919" name="Google Shape;919;p75"/>
            <p:cNvCxnSpPr/>
            <p:nvPr/>
          </p:nvCxnSpPr>
          <p:spPr>
            <a:xfrm>
              <a:off x="8448355" y="3409907"/>
              <a:ext cx="1630200" cy="0"/>
            </a:xfrm>
            <a:prstGeom prst="straightConnector1">
              <a:avLst/>
            </a:prstGeom>
            <a:noFill/>
            <a:ln cap="flat" cmpd="sng" w="9525">
              <a:solidFill>
                <a:srgbClr val="6A6A6A"/>
              </a:solidFill>
              <a:prstDash val="solid"/>
              <a:miter lim="400000"/>
              <a:headEnd len="sm" w="sm" type="none"/>
              <a:tailEnd len="sm" w="sm" type="none"/>
            </a:ln>
          </p:spPr>
        </p:cxnSp>
        <p:cxnSp>
          <p:nvCxnSpPr>
            <p:cNvPr id="920" name="Google Shape;920;p75"/>
            <p:cNvCxnSpPr/>
            <p:nvPr/>
          </p:nvCxnSpPr>
          <p:spPr>
            <a:xfrm>
              <a:off x="8781450" y="3504042"/>
              <a:ext cx="1767300" cy="0"/>
            </a:xfrm>
            <a:prstGeom prst="straightConnector1">
              <a:avLst/>
            </a:prstGeom>
            <a:noFill/>
            <a:ln cap="flat" cmpd="sng" w="9525">
              <a:solidFill>
                <a:srgbClr val="6A6A6A"/>
              </a:solidFill>
              <a:prstDash val="solid"/>
              <a:miter lim="400000"/>
              <a:headEnd len="sm" w="sm" type="none"/>
              <a:tailEnd len="sm" w="sm" type="none"/>
            </a:ln>
          </p:spPr>
        </p:cxnSp>
        <p:sp>
          <p:nvSpPr>
            <p:cNvPr id="921" name="Google Shape;921;p75"/>
            <p:cNvSpPr/>
            <p:nvPr/>
          </p:nvSpPr>
          <p:spPr>
            <a:xfrm>
              <a:off x="10090177" y="3219589"/>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2" name="Google Shape;922;p75"/>
            <p:cNvSpPr/>
            <p:nvPr/>
          </p:nvSpPr>
          <p:spPr>
            <a:xfrm>
              <a:off x="10090177" y="3382956"/>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3" name="Google Shape;923;p75"/>
            <p:cNvSpPr/>
            <p:nvPr/>
          </p:nvSpPr>
          <p:spPr>
            <a:xfrm>
              <a:off x="10519813" y="3477091"/>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4" name="Google Shape;924;p75"/>
            <p:cNvSpPr/>
            <p:nvPr/>
          </p:nvSpPr>
          <p:spPr>
            <a:xfrm>
              <a:off x="8382762" y="2331770"/>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5" name="Google Shape;925;p75"/>
            <p:cNvSpPr/>
            <p:nvPr/>
          </p:nvSpPr>
          <p:spPr>
            <a:xfrm>
              <a:off x="8382762" y="2857499"/>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6" name="Google Shape;926;p75"/>
            <p:cNvSpPr/>
            <p:nvPr/>
          </p:nvSpPr>
          <p:spPr>
            <a:xfrm>
              <a:off x="8382762" y="3382956"/>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7" name="Google Shape;927;p75"/>
            <p:cNvSpPr/>
            <p:nvPr/>
          </p:nvSpPr>
          <p:spPr>
            <a:xfrm>
              <a:off x="8782202" y="2425906"/>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8" name="Google Shape;928;p75"/>
            <p:cNvSpPr/>
            <p:nvPr/>
          </p:nvSpPr>
          <p:spPr>
            <a:xfrm>
              <a:off x="8782202" y="2951634"/>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29" name="Google Shape;929;p75"/>
            <p:cNvSpPr/>
            <p:nvPr/>
          </p:nvSpPr>
          <p:spPr>
            <a:xfrm>
              <a:off x="8782202" y="3477091"/>
              <a:ext cx="54000" cy="54000"/>
            </a:xfrm>
            <a:prstGeom prst="ellipse">
              <a:avLst/>
            </a:prstGeom>
            <a:solidFill>
              <a:schemeClr val="accent1"/>
            </a:solidFill>
            <a:ln cap="flat" cmpd="sng" w="9525">
              <a:solidFill>
                <a:srgbClr val="FFFFFF"/>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930" name="Google Shape;930;p75"/>
          <p:cNvGrpSpPr/>
          <p:nvPr/>
        </p:nvGrpSpPr>
        <p:grpSpPr>
          <a:xfrm>
            <a:off x="6024472" y="3088807"/>
            <a:ext cx="2667653" cy="1561610"/>
            <a:chOff x="8171268" y="4297677"/>
            <a:chExt cx="2812496" cy="1646400"/>
          </a:xfrm>
        </p:grpSpPr>
        <p:sp>
          <p:nvSpPr>
            <p:cNvPr id="931" name="Google Shape;931;p75"/>
            <p:cNvSpPr/>
            <p:nvPr/>
          </p:nvSpPr>
          <p:spPr>
            <a:xfrm>
              <a:off x="8171268" y="4297677"/>
              <a:ext cx="1006800" cy="1646400"/>
            </a:xfrm>
            <a:prstGeom prst="rect">
              <a:avLst/>
            </a:prstGeom>
            <a:noFill/>
            <a:ln cap="flat" cmpd="sng" w="38100">
              <a:solidFill>
                <a:schemeClr val="accent6"/>
              </a:solidFill>
              <a:prstDash val="solid"/>
              <a:miter lim="4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nvGrpSpPr>
            <p:cNvPr id="932" name="Google Shape;932;p75"/>
            <p:cNvGrpSpPr/>
            <p:nvPr/>
          </p:nvGrpSpPr>
          <p:grpSpPr>
            <a:xfrm>
              <a:off x="8237956" y="4348617"/>
              <a:ext cx="873600" cy="493200"/>
              <a:chOff x="0" y="0"/>
              <a:chExt cx="1747200" cy="986400"/>
            </a:xfrm>
          </p:grpSpPr>
          <p:sp>
            <p:nvSpPr>
              <p:cNvPr id="933" name="Google Shape;933;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34" name="Google Shape;934;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35" name="Google Shape;935;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36" name="Google Shape;936;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937" name="Google Shape;937;p75"/>
            <p:cNvGrpSpPr/>
            <p:nvPr/>
          </p:nvGrpSpPr>
          <p:grpSpPr>
            <a:xfrm>
              <a:off x="8237956" y="4874210"/>
              <a:ext cx="873600" cy="493200"/>
              <a:chOff x="0" y="0"/>
              <a:chExt cx="1747200" cy="986400"/>
            </a:xfrm>
          </p:grpSpPr>
          <p:sp>
            <p:nvSpPr>
              <p:cNvPr id="938" name="Google Shape;938;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39" name="Google Shape;939;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40" name="Google Shape;940;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41" name="Google Shape;941;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942" name="Google Shape;942;p75"/>
            <p:cNvGrpSpPr/>
            <p:nvPr/>
          </p:nvGrpSpPr>
          <p:grpSpPr>
            <a:xfrm>
              <a:off x="8237956" y="5399803"/>
              <a:ext cx="873600" cy="493200"/>
              <a:chOff x="0" y="0"/>
              <a:chExt cx="1747200" cy="986400"/>
            </a:xfrm>
          </p:grpSpPr>
          <p:sp>
            <p:nvSpPr>
              <p:cNvPr id="943" name="Google Shape;943;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44" name="Google Shape;944;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45" name="Google Shape;945;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46" name="Google Shape;946;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947" name="Google Shape;947;p75"/>
            <p:cNvGrpSpPr/>
            <p:nvPr/>
          </p:nvGrpSpPr>
          <p:grpSpPr>
            <a:xfrm>
              <a:off x="10056508" y="4310517"/>
              <a:ext cx="873600" cy="493200"/>
              <a:chOff x="0" y="0"/>
              <a:chExt cx="1747200" cy="986400"/>
            </a:xfrm>
          </p:grpSpPr>
          <p:sp>
            <p:nvSpPr>
              <p:cNvPr id="948" name="Google Shape;948;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49" name="Google Shape;949;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50" name="Google Shape;950;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51" name="Google Shape;951;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952" name="Google Shape;952;p75"/>
            <p:cNvGrpSpPr/>
            <p:nvPr/>
          </p:nvGrpSpPr>
          <p:grpSpPr>
            <a:xfrm>
              <a:off x="10056508" y="4836110"/>
              <a:ext cx="873600" cy="493200"/>
              <a:chOff x="0" y="0"/>
              <a:chExt cx="1747200" cy="986400"/>
            </a:xfrm>
          </p:grpSpPr>
          <p:sp>
            <p:nvSpPr>
              <p:cNvPr id="953" name="Google Shape;953;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54" name="Google Shape;954;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55" name="Google Shape;955;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56" name="Google Shape;956;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grpSp>
          <p:nvGrpSpPr>
            <p:cNvPr id="957" name="Google Shape;957;p75"/>
            <p:cNvGrpSpPr/>
            <p:nvPr/>
          </p:nvGrpSpPr>
          <p:grpSpPr>
            <a:xfrm>
              <a:off x="10056508" y="5441067"/>
              <a:ext cx="873600" cy="493200"/>
              <a:chOff x="0" y="0"/>
              <a:chExt cx="1747200" cy="986400"/>
            </a:xfrm>
          </p:grpSpPr>
          <p:sp>
            <p:nvSpPr>
              <p:cNvPr id="958" name="Google Shape;958;p75"/>
              <p:cNvSpPr/>
              <p:nvPr/>
            </p:nvSpPr>
            <p:spPr>
              <a:xfrm>
                <a:off x="0" y="0"/>
                <a:ext cx="1747200" cy="986400"/>
              </a:xfrm>
              <a:prstGeom prst="rect">
                <a:avLst/>
              </a:prstGeom>
              <a:solidFill>
                <a:srgbClr val="D5D5D5"/>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59" name="Google Shape;959;p75"/>
              <p:cNvSpPr/>
              <p:nvPr/>
            </p:nvSpPr>
            <p:spPr>
              <a:xfrm>
                <a:off x="202763" y="136654"/>
                <a:ext cx="1028100" cy="1581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60" name="Google Shape;960;p75"/>
              <p:cNvSpPr/>
              <p:nvPr/>
            </p:nvSpPr>
            <p:spPr>
              <a:xfrm>
                <a:off x="202763"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sp>
            <p:nvSpPr>
              <p:cNvPr id="961" name="Google Shape;961;p75"/>
              <p:cNvSpPr/>
              <p:nvPr/>
            </p:nvSpPr>
            <p:spPr>
              <a:xfrm>
                <a:off x="886034" y="386130"/>
                <a:ext cx="646200" cy="494700"/>
              </a:xfrm>
              <a:prstGeom prst="rect">
                <a:avLst/>
              </a:prstGeom>
              <a:solidFill>
                <a:srgbClr val="929292"/>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cxnSp>
          <p:nvCxnSpPr>
            <p:cNvPr id="962" name="Google Shape;962;p75"/>
            <p:cNvCxnSpPr/>
            <p:nvPr/>
          </p:nvCxnSpPr>
          <p:spPr>
            <a:xfrm>
              <a:off x="9184023" y="5379385"/>
              <a:ext cx="799800" cy="0"/>
            </a:xfrm>
            <a:prstGeom prst="straightConnector1">
              <a:avLst/>
            </a:prstGeom>
            <a:noFill/>
            <a:ln cap="flat" cmpd="sng" w="9525">
              <a:solidFill>
                <a:srgbClr val="6A6A6A"/>
              </a:solidFill>
              <a:prstDash val="solid"/>
              <a:miter lim="400000"/>
              <a:headEnd len="sm" w="sm" type="none"/>
              <a:tailEnd len="sm" w="sm" type="none"/>
            </a:ln>
          </p:spPr>
        </p:cxnSp>
        <p:sp>
          <p:nvSpPr>
            <p:cNvPr id="963" name="Google Shape;963;p75"/>
            <p:cNvSpPr/>
            <p:nvPr/>
          </p:nvSpPr>
          <p:spPr>
            <a:xfrm>
              <a:off x="9136829" y="5339966"/>
              <a:ext cx="78900" cy="78900"/>
            </a:xfrm>
            <a:prstGeom prst="ellipse">
              <a:avLst/>
            </a:prstGeom>
            <a:solidFill>
              <a:schemeClr val="accent6"/>
            </a:solidFill>
            <a:ln cap="flat" cmpd="sng" w="9525">
              <a:solidFill>
                <a:srgbClr val="FFFFFF"/>
              </a:solidFill>
              <a:prstDash val="solid"/>
              <a:miter lim="400000"/>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FFFFFF"/>
                </a:buClr>
                <a:buSzPts val="1750"/>
                <a:buFont typeface="Helvetica Neue"/>
                <a:buNone/>
              </a:pPr>
              <a:r>
                <a:t/>
              </a:r>
              <a:endParaRPr b="1" i="0" sz="1750" u="none" cap="none" strike="noStrike">
                <a:solidFill>
                  <a:srgbClr val="00797D"/>
                </a:solidFill>
              </a:endParaRPr>
            </a:p>
          </p:txBody>
        </p:sp>
        <p:grpSp>
          <p:nvGrpSpPr>
            <p:cNvPr id="964" name="Google Shape;964;p75"/>
            <p:cNvGrpSpPr/>
            <p:nvPr/>
          </p:nvGrpSpPr>
          <p:grpSpPr>
            <a:xfrm>
              <a:off x="9940639" y="5337476"/>
              <a:ext cx="43351" cy="86723"/>
              <a:chOff x="-1" y="0"/>
              <a:chExt cx="86701" cy="173446"/>
            </a:xfrm>
          </p:grpSpPr>
          <p:cxnSp>
            <p:nvCxnSpPr>
              <p:cNvPr id="965" name="Google Shape;965;p75"/>
              <p:cNvCxnSpPr/>
              <p:nvPr/>
            </p:nvCxnSpPr>
            <p:spPr>
              <a:xfrm flipH="1" rot="10800000">
                <a:off x="0" y="86746"/>
                <a:ext cx="86700" cy="86700"/>
              </a:xfrm>
              <a:prstGeom prst="straightConnector1">
                <a:avLst/>
              </a:prstGeom>
              <a:noFill/>
              <a:ln cap="flat" cmpd="sng" w="9525">
                <a:solidFill>
                  <a:srgbClr val="6A6A6A"/>
                </a:solidFill>
                <a:prstDash val="solid"/>
                <a:miter lim="400000"/>
                <a:headEnd len="sm" w="sm" type="none"/>
                <a:tailEnd len="sm" w="sm" type="none"/>
              </a:ln>
            </p:spPr>
          </p:cxnSp>
          <p:cxnSp>
            <p:nvCxnSpPr>
              <p:cNvPr id="966" name="Google Shape;966;p75"/>
              <p:cNvCxnSpPr/>
              <p:nvPr/>
            </p:nvCxnSpPr>
            <p:spPr>
              <a:xfrm>
                <a:off x="-1" y="0"/>
                <a:ext cx="86700" cy="86700"/>
              </a:xfrm>
              <a:prstGeom prst="straightConnector1">
                <a:avLst/>
              </a:prstGeom>
              <a:noFill/>
              <a:ln cap="flat" cmpd="sng" w="9525">
                <a:solidFill>
                  <a:srgbClr val="6A6A6A"/>
                </a:solidFill>
                <a:prstDash val="solid"/>
                <a:miter lim="400000"/>
                <a:headEnd len="sm" w="sm" type="none"/>
                <a:tailEnd len="sm" w="sm" type="none"/>
              </a:ln>
            </p:spPr>
          </p:cxnSp>
        </p:grpSp>
        <p:cxnSp>
          <p:nvCxnSpPr>
            <p:cNvPr id="967" name="Google Shape;967;p75"/>
            <p:cNvCxnSpPr/>
            <p:nvPr/>
          </p:nvCxnSpPr>
          <p:spPr>
            <a:xfrm>
              <a:off x="10015664" y="5385184"/>
              <a:ext cx="968100" cy="0"/>
            </a:xfrm>
            <a:prstGeom prst="straightConnector1">
              <a:avLst/>
            </a:prstGeom>
            <a:noFill/>
            <a:ln cap="flat" cmpd="sng" w="9525">
              <a:solidFill>
                <a:srgbClr val="6A6A6A"/>
              </a:solidFill>
              <a:prstDash val="solid"/>
              <a:miter lim="400000"/>
              <a:headEnd len="sm" w="sm" type="none"/>
              <a:tailEnd len="sm" w="sm" type="none"/>
            </a:ln>
          </p:spPr>
        </p:cxnSp>
      </p:grpSp>
      <p:sp>
        <p:nvSpPr>
          <p:cNvPr id="968" name="Google Shape;968;p75"/>
          <p:cNvSpPr txBox="1"/>
          <p:nvPr/>
        </p:nvSpPr>
        <p:spPr>
          <a:xfrm>
            <a:off x="3979750" y="1235250"/>
            <a:ext cx="1299600" cy="59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 sz="1600">
                <a:solidFill>
                  <a:schemeClr val="accent1"/>
                </a:solidFill>
                <a:latin typeface="DS Indigo SemiBold"/>
                <a:ea typeface="DS Indigo SemiBold"/>
                <a:cs typeface="DS Indigo SemiBold"/>
                <a:sym typeface="DS Indigo SemiBold"/>
              </a:rPr>
              <a:t>Copy slide objects over</a:t>
            </a:r>
            <a:endParaRPr sz="1600">
              <a:solidFill>
                <a:schemeClr val="accent1"/>
              </a:solidFill>
              <a:latin typeface="DS Indigo SemiBold"/>
              <a:ea typeface="DS Indigo SemiBold"/>
              <a:cs typeface="DS Indigo SemiBold"/>
              <a:sym typeface="DS Indigo SemiBold"/>
            </a:endParaRPr>
          </a:p>
        </p:txBody>
      </p:sp>
      <p:sp>
        <p:nvSpPr>
          <p:cNvPr id="969" name="Google Shape;969;p75"/>
          <p:cNvSpPr txBox="1"/>
          <p:nvPr/>
        </p:nvSpPr>
        <p:spPr>
          <a:xfrm>
            <a:off x="3979750" y="3147381"/>
            <a:ext cx="1562700" cy="59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 sz="1600">
                <a:solidFill>
                  <a:schemeClr val="accent6"/>
                </a:solidFill>
                <a:latin typeface="DS Indigo SemiBold"/>
                <a:ea typeface="DS Indigo SemiBold"/>
                <a:cs typeface="DS Indigo SemiBold"/>
                <a:sym typeface="DS Indigo SemiBold"/>
              </a:rPr>
              <a:t>Don’t copy entire slides over</a:t>
            </a:r>
            <a:endParaRPr sz="1600">
              <a:solidFill>
                <a:schemeClr val="accent6"/>
              </a:solidFill>
              <a:latin typeface="DS Indigo SemiBold"/>
              <a:ea typeface="DS Indigo SemiBold"/>
              <a:cs typeface="DS Indigo SemiBold"/>
              <a:sym typeface="DS Indigo SemiBold"/>
            </a:endParaRPr>
          </a:p>
        </p:txBody>
      </p:sp>
      <p:cxnSp>
        <p:nvCxnSpPr>
          <p:cNvPr id="970" name="Google Shape;970;p75"/>
          <p:cNvCxnSpPr/>
          <p:nvPr/>
        </p:nvCxnSpPr>
        <p:spPr>
          <a:xfrm>
            <a:off x="3979750" y="2907786"/>
            <a:ext cx="4710000" cy="0"/>
          </a:xfrm>
          <a:prstGeom prst="straightConnector1">
            <a:avLst/>
          </a:prstGeom>
          <a:noFill/>
          <a:ln cap="flat" cmpd="sng" w="9525">
            <a:solidFill>
              <a:srgbClr val="999999"/>
            </a:solidFill>
            <a:prstDash val="solid"/>
            <a:round/>
            <a:headEnd len="med" w="med" type="none"/>
            <a:tailEnd len="med" w="med" type="none"/>
          </a:ln>
        </p:spPr>
      </p:cxnSp>
      <p:sp>
        <p:nvSpPr>
          <p:cNvPr id="971" name="Google Shape;971;p75"/>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76"/>
          <p:cNvSpPr txBox="1"/>
          <p:nvPr>
            <p:ph idx="1" type="body"/>
          </p:nvPr>
        </p:nvSpPr>
        <p:spPr>
          <a:xfrm>
            <a:off x="3252375" y="1240628"/>
            <a:ext cx="2643000" cy="59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1. Open Source</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Click on the graph, in the top right corner click the down arrow and select ‘Open Source’</a:t>
            </a:r>
            <a:endParaRPr sz="1000"/>
          </a:p>
          <a:p>
            <a:pPr indent="0" lvl="0" marL="0" rtl="0" algn="l">
              <a:spcBef>
                <a:spcPts val="0"/>
              </a:spcBef>
              <a:spcAft>
                <a:spcPts val="0"/>
              </a:spcAft>
              <a:buNone/>
            </a:pPr>
            <a:r>
              <a:t/>
            </a:r>
            <a:endParaRPr sz="1000"/>
          </a:p>
        </p:txBody>
      </p:sp>
      <p:sp>
        <p:nvSpPr>
          <p:cNvPr id="977" name="Google Shape;977;p76"/>
          <p:cNvSpPr txBox="1"/>
          <p:nvPr>
            <p:ph idx="2" type="body"/>
          </p:nvPr>
        </p:nvSpPr>
        <p:spPr>
          <a:xfrm>
            <a:off x="6160050" y="1240600"/>
            <a:ext cx="2643000" cy="160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2. Make a copy</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This will open GSheets. Go to </a:t>
            </a:r>
            <a:r>
              <a:rPr lang="en" sz="1000">
                <a:latin typeface="DS Indigo SemiBold"/>
                <a:ea typeface="DS Indigo SemiBold"/>
                <a:cs typeface="DS Indigo SemiBold"/>
                <a:sym typeface="DS Indigo SemiBold"/>
              </a:rPr>
              <a:t>File &gt; Make a copy</a:t>
            </a:r>
            <a:r>
              <a:rPr lang="en" sz="1000"/>
              <a:t> of the document before editing the data.</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latin typeface="DS Indigo SemiBold"/>
                <a:ea typeface="DS Indigo SemiBold"/>
                <a:cs typeface="DS Indigo SemiBold"/>
                <a:sym typeface="DS Indigo SemiBold"/>
              </a:rPr>
              <a:t>3. Copy chart</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When you’re finished editing, click on the 3 dots in the top right corner of the chart and select ‘Copy chart’. Then return to Google Slides paste it into your slide.</a:t>
            </a:r>
            <a:endParaRPr sz="1000"/>
          </a:p>
        </p:txBody>
      </p:sp>
      <p:sp>
        <p:nvSpPr>
          <p:cNvPr id="978" name="Google Shape;978;p76"/>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use GSheet charts</a:t>
            </a:r>
            <a:endParaRPr/>
          </a:p>
        </p:txBody>
      </p:sp>
      <p:grpSp>
        <p:nvGrpSpPr>
          <p:cNvPr id="979" name="Google Shape;979;p76"/>
          <p:cNvGrpSpPr/>
          <p:nvPr/>
        </p:nvGrpSpPr>
        <p:grpSpPr>
          <a:xfrm>
            <a:off x="3181775" y="1837984"/>
            <a:ext cx="2842491" cy="1837290"/>
            <a:chOff x="3098900" y="2016676"/>
            <a:chExt cx="2905838" cy="1878428"/>
          </a:xfrm>
        </p:grpSpPr>
        <p:pic>
          <p:nvPicPr>
            <p:cNvPr id="980" name="Google Shape;980;p76"/>
            <p:cNvPicPr preferRelativeResize="0"/>
            <p:nvPr/>
          </p:nvPicPr>
          <p:blipFill rotWithShape="1">
            <a:blip r:embed="rId3">
              <a:alphaModFix/>
            </a:blip>
            <a:srcRect b="0" l="0" r="-1482" t="0"/>
            <a:stretch/>
          </p:blipFill>
          <p:spPr>
            <a:xfrm>
              <a:off x="3098900" y="2016676"/>
              <a:ext cx="2905838" cy="1878428"/>
            </a:xfrm>
            <a:prstGeom prst="rect">
              <a:avLst/>
            </a:prstGeom>
            <a:noFill/>
            <a:ln>
              <a:noFill/>
            </a:ln>
          </p:spPr>
        </p:pic>
        <p:sp>
          <p:nvSpPr>
            <p:cNvPr id="981" name="Google Shape;981;p76"/>
            <p:cNvSpPr/>
            <p:nvPr/>
          </p:nvSpPr>
          <p:spPr>
            <a:xfrm>
              <a:off x="4894200" y="2289025"/>
              <a:ext cx="508500" cy="16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sp>
          <p:nvSpPr>
            <p:cNvPr id="982" name="Google Shape;982;p76"/>
            <p:cNvSpPr/>
            <p:nvPr/>
          </p:nvSpPr>
          <p:spPr>
            <a:xfrm>
              <a:off x="5467445" y="2111726"/>
              <a:ext cx="246000" cy="2460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3" name="Google Shape;983;p76"/>
          <p:cNvGrpSpPr/>
          <p:nvPr/>
        </p:nvGrpSpPr>
        <p:grpSpPr>
          <a:xfrm>
            <a:off x="6162074" y="3000424"/>
            <a:ext cx="1237467" cy="1567023"/>
            <a:chOff x="7404725" y="2797625"/>
            <a:chExt cx="1396375" cy="1768250"/>
          </a:xfrm>
        </p:grpSpPr>
        <p:pic>
          <p:nvPicPr>
            <p:cNvPr id="984" name="Google Shape;984;p76"/>
            <p:cNvPicPr preferRelativeResize="0"/>
            <p:nvPr/>
          </p:nvPicPr>
          <p:blipFill rotWithShape="1">
            <a:blip r:embed="rId4">
              <a:alphaModFix/>
            </a:blip>
            <a:srcRect b="0" l="0" r="0" t="6059"/>
            <a:stretch/>
          </p:blipFill>
          <p:spPr>
            <a:xfrm>
              <a:off x="7404725" y="2797625"/>
              <a:ext cx="1396375" cy="1768250"/>
            </a:xfrm>
            <a:prstGeom prst="rect">
              <a:avLst/>
            </a:prstGeom>
            <a:noFill/>
            <a:ln>
              <a:noFill/>
            </a:ln>
          </p:spPr>
        </p:pic>
        <p:sp>
          <p:nvSpPr>
            <p:cNvPr id="985" name="Google Shape;985;p76"/>
            <p:cNvSpPr/>
            <p:nvPr/>
          </p:nvSpPr>
          <p:spPr>
            <a:xfrm>
              <a:off x="7715250" y="3766119"/>
              <a:ext cx="840000" cy="210600"/>
            </a:xfrm>
            <a:prstGeom prst="rect">
              <a:avLst/>
            </a:prstGeom>
            <a:noFill/>
            <a:ln cap="flat" cmpd="sng" w="2857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6" name="Google Shape;986;p76"/>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77"/>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Spell check</a:t>
            </a:r>
            <a:endParaRPr/>
          </a:p>
        </p:txBody>
      </p:sp>
      <p:sp>
        <p:nvSpPr>
          <p:cNvPr id="992" name="Google Shape;992;p77"/>
          <p:cNvSpPr txBox="1"/>
          <p:nvPr>
            <p:ph idx="3" type="subTitle"/>
          </p:nvPr>
        </p:nvSpPr>
        <p:spPr>
          <a:xfrm>
            <a:off x="357400" y="2533300"/>
            <a:ext cx="24372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Remember to run spell check </a:t>
            </a:r>
            <a:br>
              <a:rPr lang="en"/>
            </a:br>
            <a:r>
              <a:rPr lang="en"/>
              <a:t>in the toolbar.</a:t>
            </a:r>
            <a:r>
              <a:rPr lang="en">
                <a:latin typeface="DS Indigo"/>
                <a:ea typeface="DS Indigo"/>
                <a:cs typeface="DS Indigo"/>
                <a:sym typeface="DS Indigo"/>
              </a:rPr>
              <a:t> </a:t>
            </a:r>
            <a:br>
              <a:rPr lang="en">
                <a:latin typeface="DS Indigo"/>
                <a:ea typeface="DS Indigo"/>
                <a:cs typeface="DS Indigo"/>
                <a:sym typeface="DS Indigo"/>
              </a:rPr>
            </a:br>
            <a:r>
              <a:rPr lang="en">
                <a:latin typeface="DS Indigo"/>
                <a:ea typeface="DS Indigo"/>
                <a:cs typeface="DS Indigo"/>
                <a:sym typeface="DS Indigo"/>
              </a:rPr>
              <a:t>It’s always good practice to check your work and ensure we deliver clean and accurate presentations.</a:t>
            </a:r>
            <a:endParaRPr>
              <a:latin typeface="DS Indigo"/>
              <a:ea typeface="DS Indigo"/>
              <a:cs typeface="DS Indigo"/>
              <a:sym typeface="DS Indigo"/>
            </a:endParaRPr>
          </a:p>
        </p:txBody>
      </p:sp>
      <p:grpSp>
        <p:nvGrpSpPr>
          <p:cNvPr id="993" name="Google Shape;993;p77"/>
          <p:cNvGrpSpPr/>
          <p:nvPr/>
        </p:nvGrpSpPr>
        <p:grpSpPr>
          <a:xfrm>
            <a:off x="3174674" y="1109725"/>
            <a:ext cx="4750701" cy="2694675"/>
            <a:chOff x="3174674" y="1109725"/>
            <a:chExt cx="4750701" cy="2694675"/>
          </a:xfrm>
        </p:grpSpPr>
        <p:pic>
          <p:nvPicPr>
            <p:cNvPr id="994" name="Google Shape;994;p77"/>
            <p:cNvPicPr preferRelativeResize="0"/>
            <p:nvPr/>
          </p:nvPicPr>
          <p:blipFill rotWithShape="1">
            <a:blip r:embed="rId3">
              <a:alphaModFix/>
            </a:blip>
            <a:srcRect b="0" l="0" r="0" t="0"/>
            <a:stretch/>
          </p:blipFill>
          <p:spPr>
            <a:xfrm>
              <a:off x="3258850" y="1240600"/>
              <a:ext cx="4666525" cy="2563801"/>
            </a:xfrm>
            <a:prstGeom prst="rect">
              <a:avLst/>
            </a:prstGeom>
            <a:noFill/>
            <a:ln>
              <a:noFill/>
            </a:ln>
          </p:spPr>
        </p:pic>
        <p:sp>
          <p:nvSpPr>
            <p:cNvPr id="995" name="Google Shape;995;p77"/>
            <p:cNvSpPr/>
            <p:nvPr/>
          </p:nvSpPr>
          <p:spPr>
            <a:xfrm>
              <a:off x="3174674" y="1109725"/>
              <a:ext cx="534900" cy="534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6" name="Google Shape;996;p77"/>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78"/>
          <p:cNvSpPr txBox="1"/>
          <p:nvPr>
            <p:ph type="title"/>
          </p:nvPr>
        </p:nvSpPr>
        <p:spPr>
          <a:xfrm>
            <a:off x="1533525" y="953400"/>
            <a:ext cx="6083100" cy="2308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Style Guide</a:t>
            </a:r>
            <a:endParaRPr/>
          </a:p>
        </p:txBody>
      </p:sp>
      <p:sp>
        <p:nvSpPr>
          <p:cNvPr id="1002" name="Google Shape;1002;p78"/>
          <p:cNvSpPr txBox="1"/>
          <p:nvPr>
            <p:ph idx="1" type="subTitle"/>
          </p:nvPr>
        </p:nvSpPr>
        <p:spPr>
          <a:xfrm>
            <a:off x="1533525" y="3424100"/>
            <a:ext cx="5548800" cy="61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3" name="Google Shape;1003;p78"/>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9"/>
          <p:cNvSpPr/>
          <p:nvPr/>
        </p:nvSpPr>
        <p:spPr>
          <a:xfrm>
            <a:off x="3235600" y="3699350"/>
            <a:ext cx="1488300" cy="856500"/>
          </a:xfrm>
          <a:prstGeom prst="roundRect">
            <a:avLst>
              <a:gd fmla="val 8295"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1009" name="Google Shape;1009;p79"/>
          <p:cNvSpPr/>
          <p:nvPr/>
        </p:nvSpPr>
        <p:spPr>
          <a:xfrm>
            <a:off x="3235600" y="2688075"/>
            <a:ext cx="1488300" cy="856500"/>
          </a:xfrm>
          <a:prstGeom prst="roundRect">
            <a:avLst>
              <a:gd fmla="val 8295"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sp>
        <p:nvSpPr>
          <p:cNvPr id="1010" name="Google Shape;1010;p79"/>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Logo</a:t>
            </a:r>
            <a:endParaRPr/>
          </a:p>
        </p:txBody>
      </p:sp>
      <p:sp>
        <p:nvSpPr>
          <p:cNvPr id="1011" name="Google Shape;1011;p79"/>
          <p:cNvSpPr txBox="1"/>
          <p:nvPr>
            <p:ph idx="3" type="subTitle"/>
          </p:nvPr>
        </p:nvSpPr>
        <p:spPr>
          <a:xfrm>
            <a:off x="357400" y="2533300"/>
            <a:ext cx="20670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The face of Docusign</a:t>
            </a:r>
            <a:endParaRPr/>
          </a:p>
          <a:p>
            <a:pPr indent="0" lvl="0" marL="0" rtl="0" algn="l">
              <a:lnSpc>
                <a:spcPct val="120000"/>
              </a:lnSpc>
              <a:spcBef>
                <a:spcPts val="0"/>
              </a:spcBef>
              <a:spcAft>
                <a:spcPts val="0"/>
              </a:spcAft>
              <a:buNone/>
            </a:pPr>
            <a:r>
              <a:rPr lang="en">
                <a:latin typeface="DS Indigo"/>
                <a:ea typeface="DS Indigo"/>
                <a:cs typeface="DS Indigo"/>
                <a:sym typeface="DS Indigo"/>
              </a:rPr>
              <a:t>Our logo conveys trust, confidence and connection. Use the wordmark wisely. That means wherever you place it, make sure the materials are current and best reflect Docusign as it is today. All countries and languages must use the logo in this exact format.</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p:txBody>
      </p:sp>
      <p:sp>
        <p:nvSpPr>
          <p:cNvPr id="1012" name="Google Shape;1012;p79"/>
          <p:cNvSpPr txBox="1"/>
          <p:nvPr>
            <p:ph idx="1" type="body"/>
          </p:nvPr>
        </p:nvSpPr>
        <p:spPr>
          <a:xfrm>
            <a:off x="3252375" y="1240627"/>
            <a:ext cx="2643000" cy="28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Main logos</a:t>
            </a:r>
            <a:endParaRPr sz="1000"/>
          </a:p>
        </p:txBody>
      </p:sp>
      <p:sp>
        <p:nvSpPr>
          <p:cNvPr id="1013" name="Google Shape;1013;p79"/>
          <p:cNvSpPr txBox="1"/>
          <p:nvPr>
            <p:ph idx="2" type="body"/>
          </p:nvPr>
        </p:nvSpPr>
        <p:spPr>
          <a:xfrm>
            <a:off x="6160050" y="1240600"/>
            <a:ext cx="2643000" cy="28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Co-branding lockups</a:t>
            </a:r>
            <a:endParaRPr sz="1000"/>
          </a:p>
        </p:txBody>
      </p:sp>
      <p:sp>
        <p:nvSpPr>
          <p:cNvPr id="1014" name="Google Shape;1014;p79"/>
          <p:cNvSpPr/>
          <p:nvPr/>
        </p:nvSpPr>
        <p:spPr>
          <a:xfrm>
            <a:off x="3235600" y="1676800"/>
            <a:ext cx="1488300" cy="856500"/>
          </a:xfrm>
          <a:prstGeom prst="roundRect">
            <a:avLst>
              <a:gd fmla="val 829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grpSp>
        <p:nvGrpSpPr>
          <p:cNvPr id="1015" name="Google Shape;1015;p79"/>
          <p:cNvGrpSpPr/>
          <p:nvPr/>
        </p:nvGrpSpPr>
        <p:grpSpPr>
          <a:xfrm>
            <a:off x="3584673" y="2026063"/>
            <a:ext cx="790154" cy="157973"/>
            <a:chOff x="238125" y="2139750"/>
            <a:chExt cx="7144250" cy="1437425"/>
          </a:xfrm>
        </p:grpSpPr>
        <p:sp>
          <p:nvSpPr>
            <p:cNvPr id="1016" name="Google Shape;1016;p79"/>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9"/>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9"/>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79"/>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9"/>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9"/>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9"/>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9"/>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9"/>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9"/>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9"/>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79"/>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9"/>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9" name="Google Shape;1029;p79"/>
          <p:cNvGrpSpPr/>
          <p:nvPr/>
        </p:nvGrpSpPr>
        <p:grpSpPr>
          <a:xfrm>
            <a:off x="3584673" y="3037338"/>
            <a:ext cx="790154" cy="157973"/>
            <a:chOff x="238125" y="2139750"/>
            <a:chExt cx="7144250" cy="1437425"/>
          </a:xfrm>
        </p:grpSpPr>
        <p:sp>
          <p:nvSpPr>
            <p:cNvPr id="1030" name="Google Shape;1030;p79"/>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79"/>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9"/>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9"/>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9"/>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79"/>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9"/>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9"/>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79"/>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9"/>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79"/>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rgbClr val="4C0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79"/>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rgbClr val="FF52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79"/>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3" name="Google Shape;1043;p79"/>
          <p:cNvGrpSpPr/>
          <p:nvPr/>
        </p:nvGrpSpPr>
        <p:grpSpPr>
          <a:xfrm>
            <a:off x="3584673" y="4048613"/>
            <a:ext cx="790154" cy="157973"/>
            <a:chOff x="238125" y="2139750"/>
            <a:chExt cx="7144250" cy="1437425"/>
          </a:xfrm>
        </p:grpSpPr>
        <p:sp>
          <p:nvSpPr>
            <p:cNvPr id="1044" name="Google Shape;1044;p79"/>
            <p:cNvSpPr/>
            <p:nvPr/>
          </p:nvSpPr>
          <p:spPr>
            <a:xfrm>
              <a:off x="6548850" y="2501700"/>
              <a:ext cx="650150" cy="759225"/>
            </a:xfrm>
            <a:custGeom>
              <a:rect b="b" l="l" r="r" t="t"/>
              <a:pathLst>
                <a:path extrusionOk="0" h="30369" w="26006">
                  <a:moveTo>
                    <a:pt x="15889" y="1"/>
                  </a:moveTo>
                  <a:lnTo>
                    <a:pt x="15165" y="20"/>
                  </a:lnTo>
                  <a:lnTo>
                    <a:pt x="13813" y="191"/>
                  </a:lnTo>
                  <a:lnTo>
                    <a:pt x="12536" y="496"/>
                  </a:lnTo>
                  <a:lnTo>
                    <a:pt x="11355" y="915"/>
                  </a:lnTo>
                  <a:lnTo>
                    <a:pt x="10231" y="1468"/>
                  </a:lnTo>
                  <a:lnTo>
                    <a:pt x="9164" y="2077"/>
                  </a:lnTo>
                  <a:lnTo>
                    <a:pt x="7640" y="3125"/>
                  </a:lnTo>
                  <a:lnTo>
                    <a:pt x="6687" y="3868"/>
                  </a:lnTo>
                  <a:lnTo>
                    <a:pt x="6554" y="3944"/>
                  </a:lnTo>
                  <a:lnTo>
                    <a:pt x="6287" y="3830"/>
                  </a:lnTo>
                  <a:lnTo>
                    <a:pt x="6268" y="3678"/>
                  </a:lnTo>
                  <a:lnTo>
                    <a:pt x="6192" y="2173"/>
                  </a:lnTo>
                  <a:lnTo>
                    <a:pt x="6097" y="572"/>
                  </a:lnTo>
                  <a:lnTo>
                    <a:pt x="0" y="572"/>
                  </a:lnTo>
                  <a:lnTo>
                    <a:pt x="0" y="30349"/>
                  </a:lnTo>
                  <a:lnTo>
                    <a:pt x="6878" y="30349"/>
                  </a:lnTo>
                  <a:lnTo>
                    <a:pt x="6878" y="18728"/>
                  </a:lnTo>
                  <a:lnTo>
                    <a:pt x="6897" y="16499"/>
                  </a:lnTo>
                  <a:lnTo>
                    <a:pt x="6992" y="13737"/>
                  </a:lnTo>
                  <a:lnTo>
                    <a:pt x="7126" y="12917"/>
                  </a:lnTo>
                  <a:lnTo>
                    <a:pt x="7259" y="12136"/>
                  </a:lnTo>
                  <a:lnTo>
                    <a:pt x="7659" y="10727"/>
                  </a:lnTo>
                  <a:lnTo>
                    <a:pt x="8211" y="9488"/>
                  </a:lnTo>
                  <a:lnTo>
                    <a:pt x="8916" y="8440"/>
                  </a:lnTo>
                  <a:lnTo>
                    <a:pt x="9755" y="7583"/>
                  </a:lnTo>
                  <a:lnTo>
                    <a:pt x="10726" y="6916"/>
                  </a:lnTo>
                  <a:lnTo>
                    <a:pt x="11831" y="6478"/>
                  </a:lnTo>
                  <a:lnTo>
                    <a:pt x="13050" y="6250"/>
                  </a:lnTo>
                  <a:lnTo>
                    <a:pt x="13717" y="6231"/>
                  </a:lnTo>
                  <a:lnTo>
                    <a:pt x="14365" y="6231"/>
                  </a:lnTo>
                  <a:lnTo>
                    <a:pt x="15546" y="6459"/>
                  </a:lnTo>
                  <a:lnTo>
                    <a:pt x="16556" y="6897"/>
                  </a:lnTo>
                  <a:lnTo>
                    <a:pt x="17413" y="7545"/>
                  </a:lnTo>
                  <a:lnTo>
                    <a:pt x="18080" y="8383"/>
                  </a:lnTo>
                  <a:lnTo>
                    <a:pt x="18594" y="9431"/>
                  </a:lnTo>
                  <a:lnTo>
                    <a:pt x="18937" y="10669"/>
                  </a:lnTo>
                  <a:lnTo>
                    <a:pt x="19109" y="12079"/>
                  </a:lnTo>
                  <a:lnTo>
                    <a:pt x="19128" y="12860"/>
                  </a:lnTo>
                  <a:lnTo>
                    <a:pt x="19128" y="30368"/>
                  </a:lnTo>
                  <a:lnTo>
                    <a:pt x="26005" y="30368"/>
                  </a:lnTo>
                  <a:lnTo>
                    <a:pt x="26005" y="11622"/>
                  </a:lnTo>
                  <a:lnTo>
                    <a:pt x="26005" y="10955"/>
                  </a:lnTo>
                  <a:lnTo>
                    <a:pt x="25910" y="9641"/>
                  </a:lnTo>
                  <a:lnTo>
                    <a:pt x="25739" y="8421"/>
                  </a:lnTo>
                  <a:lnTo>
                    <a:pt x="25491" y="7278"/>
                  </a:lnTo>
                  <a:lnTo>
                    <a:pt x="25148" y="6192"/>
                  </a:lnTo>
                  <a:lnTo>
                    <a:pt x="24729" y="5202"/>
                  </a:lnTo>
                  <a:lnTo>
                    <a:pt x="24234" y="4287"/>
                  </a:lnTo>
                  <a:lnTo>
                    <a:pt x="23662" y="3449"/>
                  </a:lnTo>
                  <a:lnTo>
                    <a:pt x="23014" y="2706"/>
                  </a:lnTo>
                  <a:lnTo>
                    <a:pt x="22290" y="2039"/>
                  </a:lnTo>
                  <a:lnTo>
                    <a:pt x="21490" y="1468"/>
                  </a:lnTo>
                  <a:lnTo>
                    <a:pt x="20614" y="992"/>
                  </a:lnTo>
                  <a:lnTo>
                    <a:pt x="19680" y="610"/>
                  </a:lnTo>
                  <a:lnTo>
                    <a:pt x="18690" y="306"/>
                  </a:lnTo>
                  <a:lnTo>
                    <a:pt x="17604" y="115"/>
                  </a:lnTo>
                  <a:lnTo>
                    <a:pt x="16480" y="20"/>
                  </a:lnTo>
                  <a:lnTo>
                    <a:pt x="1588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9"/>
            <p:cNvSpPr/>
            <p:nvPr/>
          </p:nvSpPr>
          <p:spPr>
            <a:xfrm>
              <a:off x="5702975" y="2502650"/>
              <a:ext cx="722550" cy="1074525"/>
            </a:xfrm>
            <a:custGeom>
              <a:rect b="b" l="l" r="r" t="t"/>
              <a:pathLst>
                <a:path extrusionOk="0" h="42981" w="28902">
                  <a:moveTo>
                    <a:pt x="14460" y="6193"/>
                  </a:moveTo>
                  <a:lnTo>
                    <a:pt x="15279" y="6212"/>
                  </a:lnTo>
                  <a:lnTo>
                    <a:pt x="16804" y="6555"/>
                  </a:lnTo>
                  <a:lnTo>
                    <a:pt x="18194" y="7202"/>
                  </a:lnTo>
                  <a:lnTo>
                    <a:pt x="19394" y="8136"/>
                  </a:lnTo>
                  <a:lnTo>
                    <a:pt x="20404" y="9336"/>
                  </a:lnTo>
                  <a:lnTo>
                    <a:pt x="21185" y="10765"/>
                  </a:lnTo>
                  <a:lnTo>
                    <a:pt x="21738" y="12403"/>
                  </a:lnTo>
                  <a:lnTo>
                    <a:pt x="22024" y="14232"/>
                  </a:lnTo>
                  <a:lnTo>
                    <a:pt x="22043" y="15204"/>
                  </a:lnTo>
                  <a:lnTo>
                    <a:pt x="22024" y="16194"/>
                  </a:lnTo>
                  <a:lnTo>
                    <a:pt x="21719" y="18023"/>
                  </a:lnTo>
                  <a:lnTo>
                    <a:pt x="21185" y="19681"/>
                  </a:lnTo>
                  <a:lnTo>
                    <a:pt x="20385" y="21129"/>
                  </a:lnTo>
                  <a:lnTo>
                    <a:pt x="19375" y="22329"/>
                  </a:lnTo>
                  <a:lnTo>
                    <a:pt x="18175" y="23281"/>
                  </a:lnTo>
                  <a:lnTo>
                    <a:pt x="16804" y="23948"/>
                  </a:lnTo>
                  <a:lnTo>
                    <a:pt x="15660" y="24234"/>
                  </a:lnTo>
                  <a:lnTo>
                    <a:pt x="14860" y="24329"/>
                  </a:lnTo>
                  <a:lnTo>
                    <a:pt x="14041" y="24329"/>
                  </a:lnTo>
                  <a:lnTo>
                    <a:pt x="13241" y="24234"/>
                  </a:lnTo>
                  <a:lnTo>
                    <a:pt x="12098" y="23948"/>
                  </a:lnTo>
                  <a:lnTo>
                    <a:pt x="10707" y="23281"/>
                  </a:lnTo>
                  <a:lnTo>
                    <a:pt x="9507" y="22329"/>
                  </a:lnTo>
                  <a:lnTo>
                    <a:pt x="8497" y="21110"/>
                  </a:lnTo>
                  <a:lnTo>
                    <a:pt x="7716" y="19662"/>
                  </a:lnTo>
                  <a:lnTo>
                    <a:pt x="7164" y="18004"/>
                  </a:lnTo>
                  <a:lnTo>
                    <a:pt x="6878" y="16175"/>
                  </a:lnTo>
                  <a:lnTo>
                    <a:pt x="6859" y="15204"/>
                  </a:lnTo>
                  <a:lnTo>
                    <a:pt x="6878" y="14232"/>
                  </a:lnTo>
                  <a:lnTo>
                    <a:pt x="7164" y="12422"/>
                  </a:lnTo>
                  <a:lnTo>
                    <a:pt x="7716" y="10784"/>
                  </a:lnTo>
                  <a:lnTo>
                    <a:pt x="8497" y="9336"/>
                  </a:lnTo>
                  <a:lnTo>
                    <a:pt x="9507" y="8136"/>
                  </a:lnTo>
                  <a:lnTo>
                    <a:pt x="10707" y="7202"/>
                  </a:lnTo>
                  <a:lnTo>
                    <a:pt x="12098" y="6555"/>
                  </a:lnTo>
                  <a:lnTo>
                    <a:pt x="13622" y="6212"/>
                  </a:lnTo>
                  <a:lnTo>
                    <a:pt x="14460" y="6193"/>
                  </a:lnTo>
                  <a:close/>
                  <a:moveTo>
                    <a:pt x="12269" y="1"/>
                  </a:moveTo>
                  <a:lnTo>
                    <a:pt x="10917" y="153"/>
                  </a:lnTo>
                  <a:lnTo>
                    <a:pt x="9621" y="439"/>
                  </a:lnTo>
                  <a:lnTo>
                    <a:pt x="8383" y="877"/>
                  </a:lnTo>
                  <a:lnTo>
                    <a:pt x="7202" y="1430"/>
                  </a:lnTo>
                  <a:lnTo>
                    <a:pt x="6097" y="2097"/>
                  </a:lnTo>
                  <a:lnTo>
                    <a:pt x="5068" y="2897"/>
                  </a:lnTo>
                  <a:lnTo>
                    <a:pt x="4115" y="3811"/>
                  </a:lnTo>
                  <a:lnTo>
                    <a:pt x="3258" y="4821"/>
                  </a:lnTo>
                  <a:lnTo>
                    <a:pt x="2477" y="5945"/>
                  </a:lnTo>
                  <a:lnTo>
                    <a:pt x="1791" y="7164"/>
                  </a:lnTo>
                  <a:lnTo>
                    <a:pt x="1220" y="8460"/>
                  </a:lnTo>
                  <a:lnTo>
                    <a:pt x="743" y="9831"/>
                  </a:lnTo>
                  <a:lnTo>
                    <a:pt x="381" y="11279"/>
                  </a:lnTo>
                  <a:lnTo>
                    <a:pt x="134" y="12803"/>
                  </a:lnTo>
                  <a:lnTo>
                    <a:pt x="0" y="14385"/>
                  </a:lnTo>
                  <a:lnTo>
                    <a:pt x="0" y="15204"/>
                  </a:lnTo>
                  <a:lnTo>
                    <a:pt x="0" y="16042"/>
                  </a:lnTo>
                  <a:lnTo>
                    <a:pt x="134" y="17642"/>
                  </a:lnTo>
                  <a:lnTo>
                    <a:pt x="381" y="19185"/>
                  </a:lnTo>
                  <a:lnTo>
                    <a:pt x="743" y="20652"/>
                  </a:lnTo>
                  <a:lnTo>
                    <a:pt x="1201" y="22043"/>
                  </a:lnTo>
                  <a:lnTo>
                    <a:pt x="1791" y="23358"/>
                  </a:lnTo>
                  <a:lnTo>
                    <a:pt x="2458" y="24577"/>
                  </a:lnTo>
                  <a:lnTo>
                    <a:pt x="3239" y="25701"/>
                  </a:lnTo>
                  <a:lnTo>
                    <a:pt x="4096" y="26730"/>
                  </a:lnTo>
                  <a:lnTo>
                    <a:pt x="5049" y="27644"/>
                  </a:lnTo>
                  <a:lnTo>
                    <a:pt x="6078" y="28444"/>
                  </a:lnTo>
                  <a:lnTo>
                    <a:pt x="7183" y="29130"/>
                  </a:lnTo>
                  <a:lnTo>
                    <a:pt x="8364" y="29683"/>
                  </a:lnTo>
                  <a:lnTo>
                    <a:pt x="9602" y="30121"/>
                  </a:lnTo>
                  <a:lnTo>
                    <a:pt x="10917" y="30406"/>
                  </a:lnTo>
                  <a:lnTo>
                    <a:pt x="12269" y="30559"/>
                  </a:lnTo>
                  <a:lnTo>
                    <a:pt x="12974" y="30578"/>
                  </a:lnTo>
                  <a:lnTo>
                    <a:pt x="13908" y="30540"/>
                  </a:lnTo>
                  <a:lnTo>
                    <a:pt x="15603" y="30273"/>
                  </a:lnTo>
                  <a:lnTo>
                    <a:pt x="17108" y="29797"/>
                  </a:lnTo>
                  <a:lnTo>
                    <a:pt x="18404" y="29187"/>
                  </a:lnTo>
                  <a:lnTo>
                    <a:pt x="19509" y="28501"/>
                  </a:lnTo>
                  <a:lnTo>
                    <a:pt x="20404" y="27835"/>
                  </a:lnTo>
                  <a:lnTo>
                    <a:pt x="21357" y="26939"/>
                  </a:lnTo>
                  <a:lnTo>
                    <a:pt x="21643" y="26596"/>
                  </a:lnTo>
                  <a:lnTo>
                    <a:pt x="21719" y="26539"/>
                  </a:lnTo>
                  <a:lnTo>
                    <a:pt x="21871" y="26501"/>
                  </a:lnTo>
                  <a:lnTo>
                    <a:pt x="22024" y="26539"/>
                  </a:lnTo>
                  <a:lnTo>
                    <a:pt x="22100" y="26672"/>
                  </a:lnTo>
                  <a:lnTo>
                    <a:pt x="22119" y="26768"/>
                  </a:lnTo>
                  <a:lnTo>
                    <a:pt x="22062" y="27606"/>
                  </a:lnTo>
                  <a:lnTo>
                    <a:pt x="21795" y="29625"/>
                  </a:lnTo>
                  <a:lnTo>
                    <a:pt x="21433" y="31111"/>
                  </a:lnTo>
                  <a:lnTo>
                    <a:pt x="21166" y="31854"/>
                  </a:lnTo>
                  <a:lnTo>
                    <a:pt x="20976" y="32312"/>
                  </a:lnTo>
                  <a:lnTo>
                    <a:pt x="20499" y="33188"/>
                  </a:lnTo>
                  <a:lnTo>
                    <a:pt x="19909" y="34026"/>
                  </a:lnTo>
                  <a:lnTo>
                    <a:pt x="19166" y="34769"/>
                  </a:lnTo>
                  <a:lnTo>
                    <a:pt x="18270" y="35436"/>
                  </a:lnTo>
                  <a:lnTo>
                    <a:pt x="17204" y="35950"/>
                  </a:lnTo>
                  <a:lnTo>
                    <a:pt x="15965" y="36331"/>
                  </a:lnTo>
                  <a:lnTo>
                    <a:pt x="14555" y="36522"/>
                  </a:lnTo>
                  <a:lnTo>
                    <a:pt x="13755" y="36541"/>
                  </a:lnTo>
                  <a:lnTo>
                    <a:pt x="13089" y="36541"/>
                  </a:lnTo>
                  <a:lnTo>
                    <a:pt x="11812" y="36408"/>
                  </a:lnTo>
                  <a:lnTo>
                    <a:pt x="10536" y="36141"/>
                  </a:lnTo>
                  <a:lnTo>
                    <a:pt x="9316" y="35760"/>
                  </a:lnTo>
                  <a:lnTo>
                    <a:pt x="8116" y="35226"/>
                  </a:lnTo>
                  <a:lnTo>
                    <a:pt x="6935" y="34560"/>
                  </a:lnTo>
                  <a:lnTo>
                    <a:pt x="5792" y="33759"/>
                  </a:lnTo>
                  <a:lnTo>
                    <a:pt x="4649" y="32807"/>
                  </a:lnTo>
                  <a:lnTo>
                    <a:pt x="4096" y="32293"/>
                  </a:lnTo>
                  <a:lnTo>
                    <a:pt x="496" y="37208"/>
                  </a:lnTo>
                  <a:lnTo>
                    <a:pt x="1124" y="37894"/>
                  </a:lnTo>
                  <a:lnTo>
                    <a:pt x="2515" y="39113"/>
                  </a:lnTo>
                  <a:lnTo>
                    <a:pt x="4058" y="40199"/>
                  </a:lnTo>
                  <a:lnTo>
                    <a:pt x="5735" y="41094"/>
                  </a:lnTo>
                  <a:lnTo>
                    <a:pt x="7526" y="41837"/>
                  </a:lnTo>
                  <a:lnTo>
                    <a:pt x="9431" y="42390"/>
                  </a:lnTo>
                  <a:lnTo>
                    <a:pt x="11412" y="42771"/>
                  </a:lnTo>
                  <a:lnTo>
                    <a:pt x="13450" y="42961"/>
                  </a:lnTo>
                  <a:lnTo>
                    <a:pt x="14498" y="42980"/>
                  </a:lnTo>
                  <a:lnTo>
                    <a:pt x="15337" y="42961"/>
                  </a:lnTo>
                  <a:lnTo>
                    <a:pt x="16937" y="42828"/>
                  </a:lnTo>
                  <a:lnTo>
                    <a:pt x="18442" y="42542"/>
                  </a:lnTo>
                  <a:lnTo>
                    <a:pt x="19871" y="42123"/>
                  </a:lnTo>
                  <a:lnTo>
                    <a:pt x="21204" y="41570"/>
                  </a:lnTo>
                  <a:lnTo>
                    <a:pt x="22443" y="40885"/>
                  </a:lnTo>
                  <a:lnTo>
                    <a:pt x="23567" y="40084"/>
                  </a:lnTo>
                  <a:lnTo>
                    <a:pt x="24595" y="39151"/>
                  </a:lnTo>
                  <a:lnTo>
                    <a:pt x="25529" y="38103"/>
                  </a:lnTo>
                  <a:lnTo>
                    <a:pt x="26348" y="36922"/>
                  </a:lnTo>
                  <a:lnTo>
                    <a:pt x="27072" y="35646"/>
                  </a:lnTo>
                  <a:lnTo>
                    <a:pt x="27663" y="34255"/>
                  </a:lnTo>
                  <a:lnTo>
                    <a:pt x="28158" y="32769"/>
                  </a:lnTo>
                  <a:lnTo>
                    <a:pt x="28520" y="31169"/>
                  </a:lnTo>
                  <a:lnTo>
                    <a:pt x="28768" y="29473"/>
                  </a:lnTo>
                  <a:lnTo>
                    <a:pt x="28901" y="27663"/>
                  </a:lnTo>
                  <a:lnTo>
                    <a:pt x="28901" y="26730"/>
                  </a:lnTo>
                  <a:lnTo>
                    <a:pt x="28901" y="572"/>
                  </a:lnTo>
                  <a:lnTo>
                    <a:pt x="22747" y="572"/>
                  </a:lnTo>
                  <a:lnTo>
                    <a:pt x="22519" y="3964"/>
                  </a:lnTo>
                  <a:lnTo>
                    <a:pt x="22481" y="4116"/>
                  </a:lnTo>
                  <a:lnTo>
                    <a:pt x="22214" y="4230"/>
                  </a:lnTo>
                  <a:lnTo>
                    <a:pt x="22100" y="4154"/>
                  </a:lnTo>
                  <a:lnTo>
                    <a:pt x="21719" y="3792"/>
                  </a:lnTo>
                  <a:lnTo>
                    <a:pt x="20671" y="2840"/>
                  </a:lnTo>
                  <a:lnTo>
                    <a:pt x="19737" y="2135"/>
                  </a:lnTo>
                  <a:lnTo>
                    <a:pt x="18594" y="1430"/>
                  </a:lnTo>
                  <a:lnTo>
                    <a:pt x="17242" y="801"/>
                  </a:lnTo>
                  <a:lnTo>
                    <a:pt x="15699" y="306"/>
                  </a:lnTo>
                  <a:lnTo>
                    <a:pt x="13927" y="20"/>
                  </a:lnTo>
                  <a:lnTo>
                    <a:pt x="1297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9"/>
            <p:cNvSpPr/>
            <p:nvPr/>
          </p:nvSpPr>
          <p:spPr>
            <a:xfrm>
              <a:off x="4720400" y="2503150"/>
              <a:ext cx="623000" cy="772525"/>
            </a:xfrm>
            <a:custGeom>
              <a:rect b="b" l="l" r="r" t="t"/>
              <a:pathLst>
                <a:path extrusionOk="0" h="30901" w="24920">
                  <a:moveTo>
                    <a:pt x="12250" y="0"/>
                  </a:moveTo>
                  <a:lnTo>
                    <a:pt x="11050" y="19"/>
                  </a:lnTo>
                  <a:lnTo>
                    <a:pt x="9374" y="248"/>
                  </a:lnTo>
                  <a:lnTo>
                    <a:pt x="8326" y="495"/>
                  </a:lnTo>
                  <a:lnTo>
                    <a:pt x="7335" y="819"/>
                  </a:lnTo>
                  <a:lnTo>
                    <a:pt x="6402" y="1219"/>
                  </a:lnTo>
                  <a:lnTo>
                    <a:pt x="5544" y="1696"/>
                  </a:lnTo>
                  <a:lnTo>
                    <a:pt x="4744" y="2229"/>
                  </a:lnTo>
                  <a:lnTo>
                    <a:pt x="4039" y="2839"/>
                  </a:lnTo>
                  <a:lnTo>
                    <a:pt x="3392" y="3505"/>
                  </a:lnTo>
                  <a:lnTo>
                    <a:pt x="2839" y="4229"/>
                  </a:lnTo>
                  <a:lnTo>
                    <a:pt x="2363" y="4991"/>
                  </a:lnTo>
                  <a:lnTo>
                    <a:pt x="1982" y="5830"/>
                  </a:lnTo>
                  <a:lnTo>
                    <a:pt x="1696" y="6706"/>
                  </a:lnTo>
                  <a:lnTo>
                    <a:pt x="1506" y="7639"/>
                  </a:lnTo>
                  <a:lnTo>
                    <a:pt x="1391" y="8611"/>
                  </a:lnTo>
                  <a:lnTo>
                    <a:pt x="1391" y="9125"/>
                  </a:lnTo>
                  <a:lnTo>
                    <a:pt x="1391" y="9716"/>
                  </a:lnTo>
                  <a:lnTo>
                    <a:pt x="1544" y="10802"/>
                  </a:lnTo>
                  <a:lnTo>
                    <a:pt x="1810" y="11812"/>
                  </a:lnTo>
                  <a:lnTo>
                    <a:pt x="2210" y="12707"/>
                  </a:lnTo>
                  <a:lnTo>
                    <a:pt x="2706" y="13507"/>
                  </a:lnTo>
                  <a:lnTo>
                    <a:pt x="3296" y="14231"/>
                  </a:lnTo>
                  <a:lnTo>
                    <a:pt x="3963" y="14879"/>
                  </a:lnTo>
                  <a:lnTo>
                    <a:pt x="4725" y="15450"/>
                  </a:lnTo>
                  <a:lnTo>
                    <a:pt x="5945" y="16174"/>
                  </a:lnTo>
                  <a:lnTo>
                    <a:pt x="7754" y="16955"/>
                  </a:lnTo>
                  <a:lnTo>
                    <a:pt x="9640" y="17546"/>
                  </a:lnTo>
                  <a:lnTo>
                    <a:pt x="11507" y="18003"/>
                  </a:lnTo>
                  <a:lnTo>
                    <a:pt x="12422" y="18194"/>
                  </a:lnTo>
                  <a:lnTo>
                    <a:pt x="13641" y="18422"/>
                  </a:lnTo>
                  <a:lnTo>
                    <a:pt x="15318" y="18822"/>
                  </a:lnTo>
                  <a:lnTo>
                    <a:pt x="16289" y="19146"/>
                  </a:lnTo>
                  <a:lnTo>
                    <a:pt x="17128" y="19527"/>
                  </a:lnTo>
                  <a:lnTo>
                    <a:pt x="17794" y="20004"/>
                  </a:lnTo>
                  <a:lnTo>
                    <a:pt x="18271" y="20575"/>
                  </a:lnTo>
                  <a:lnTo>
                    <a:pt x="18518" y="21280"/>
                  </a:lnTo>
                  <a:lnTo>
                    <a:pt x="18537" y="21699"/>
                  </a:lnTo>
                  <a:lnTo>
                    <a:pt x="18518" y="22061"/>
                  </a:lnTo>
                  <a:lnTo>
                    <a:pt x="18328" y="22747"/>
                  </a:lnTo>
                  <a:lnTo>
                    <a:pt x="17966" y="23376"/>
                  </a:lnTo>
                  <a:lnTo>
                    <a:pt x="17432" y="23928"/>
                  </a:lnTo>
                  <a:lnTo>
                    <a:pt x="16708" y="24404"/>
                  </a:lnTo>
                  <a:lnTo>
                    <a:pt x="15851" y="24785"/>
                  </a:lnTo>
                  <a:lnTo>
                    <a:pt x="14822" y="25033"/>
                  </a:lnTo>
                  <a:lnTo>
                    <a:pt x="13660" y="25186"/>
                  </a:lnTo>
                  <a:lnTo>
                    <a:pt x="13013" y="25186"/>
                  </a:lnTo>
                  <a:lnTo>
                    <a:pt x="12079" y="25166"/>
                  </a:lnTo>
                  <a:lnTo>
                    <a:pt x="10326" y="24919"/>
                  </a:lnTo>
                  <a:lnTo>
                    <a:pt x="8726" y="24481"/>
                  </a:lnTo>
                  <a:lnTo>
                    <a:pt x="7259" y="23871"/>
                  </a:lnTo>
                  <a:lnTo>
                    <a:pt x="5925" y="23166"/>
                  </a:lnTo>
                  <a:lnTo>
                    <a:pt x="4706" y="22366"/>
                  </a:lnTo>
                  <a:lnTo>
                    <a:pt x="3125" y="21147"/>
                  </a:lnTo>
                  <a:lnTo>
                    <a:pt x="2268" y="20385"/>
                  </a:lnTo>
                  <a:lnTo>
                    <a:pt x="1" y="25757"/>
                  </a:lnTo>
                  <a:lnTo>
                    <a:pt x="572" y="26329"/>
                  </a:lnTo>
                  <a:lnTo>
                    <a:pt x="1829" y="27357"/>
                  </a:lnTo>
                  <a:lnTo>
                    <a:pt x="3258" y="28291"/>
                  </a:lnTo>
                  <a:lnTo>
                    <a:pt x="4820" y="29110"/>
                  </a:lnTo>
                  <a:lnTo>
                    <a:pt x="6516" y="29796"/>
                  </a:lnTo>
                  <a:lnTo>
                    <a:pt x="8326" y="30329"/>
                  </a:lnTo>
                  <a:lnTo>
                    <a:pt x="10231" y="30691"/>
                  </a:lnTo>
                  <a:lnTo>
                    <a:pt x="12212" y="30882"/>
                  </a:lnTo>
                  <a:lnTo>
                    <a:pt x="13222" y="30901"/>
                  </a:lnTo>
                  <a:lnTo>
                    <a:pt x="13870" y="30901"/>
                  </a:lnTo>
                  <a:lnTo>
                    <a:pt x="15127" y="30806"/>
                  </a:lnTo>
                  <a:lnTo>
                    <a:pt x="16308" y="30634"/>
                  </a:lnTo>
                  <a:lnTo>
                    <a:pt x="17451" y="30386"/>
                  </a:lnTo>
                  <a:lnTo>
                    <a:pt x="18518" y="30063"/>
                  </a:lnTo>
                  <a:lnTo>
                    <a:pt x="19509" y="29643"/>
                  </a:lnTo>
                  <a:lnTo>
                    <a:pt x="20443" y="29167"/>
                  </a:lnTo>
                  <a:lnTo>
                    <a:pt x="21281" y="28615"/>
                  </a:lnTo>
                  <a:lnTo>
                    <a:pt x="22062" y="27986"/>
                  </a:lnTo>
                  <a:lnTo>
                    <a:pt x="22748" y="27300"/>
                  </a:lnTo>
                  <a:lnTo>
                    <a:pt x="23338" y="26557"/>
                  </a:lnTo>
                  <a:lnTo>
                    <a:pt x="23853" y="25757"/>
                  </a:lnTo>
                  <a:lnTo>
                    <a:pt x="24272" y="24900"/>
                  </a:lnTo>
                  <a:lnTo>
                    <a:pt x="24577" y="23985"/>
                  </a:lnTo>
                  <a:lnTo>
                    <a:pt x="24805" y="23014"/>
                  </a:lnTo>
                  <a:lnTo>
                    <a:pt x="24901" y="22004"/>
                  </a:lnTo>
                  <a:lnTo>
                    <a:pt x="24920" y="21471"/>
                  </a:lnTo>
                  <a:lnTo>
                    <a:pt x="24901" y="20899"/>
                  </a:lnTo>
                  <a:lnTo>
                    <a:pt x="24767" y="19851"/>
                  </a:lnTo>
                  <a:lnTo>
                    <a:pt x="24519" y="18880"/>
                  </a:lnTo>
                  <a:lnTo>
                    <a:pt x="24177" y="18022"/>
                  </a:lnTo>
                  <a:lnTo>
                    <a:pt x="23700" y="17222"/>
                  </a:lnTo>
                  <a:lnTo>
                    <a:pt x="23148" y="16517"/>
                  </a:lnTo>
                  <a:lnTo>
                    <a:pt x="22500" y="15870"/>
                  </a:lnTo>
                  <a:lnTo>
                    <a:pt x="21757" y="15298"/>
                  </a:lnTo>
                  <a:lnTo>
                    <a:pt x="20538" y="14555"/>
                  </a:lnTo>
                  <a:lnTo>
                    <a:pt x="18671" y="13755"/>
                  </a:lnTo>
                  <a:lnTo>
                    <a:pt x="16632" y="13107"/>
                  </a:lnTo>
                  <a:lnTo>
                    <a:pt x="14479" y="12593"/>
                  </a:lnTo>
                  <a:lnTo>
                    <a:pt x="13355" y="12383"/>
                  </a:lnTo>
                  <a:lnTo>
                    <a:pt x="12460" y="12193"/>
                  </a:lnTo>
                  <a:lnTo>
                    <a:pt x="11031" y="11831"/>
                  </a:lnTo>
                  <a:lnTo>
                    <a:pt x="10117" y="11526"/>
                  </a:lnTo>
                  <a:lnTo>
                    <a:pt x="9298" y="11126"/>
                  </a:lnTo>
                  <a:lnTo>
                    <a:pt x="8612" y="10611"/>
                  </a:lnTo>
                  <a:lnTo>
                    <a:pt x="8097" y="9983"/>
                  </a:lnTo>
                  <a:lnTo>
                    <a:pt x="7812" y="9221"/>
                  </a:lnTo>
                  <a:lnTo>
                    <a:pt x="7792" y="8764"/>
                  </a:lnTo>
                  <a:lnTo>
                    <a:pt x="7812" y="8421"/>
                  </a:lnTo>
                  <a:lnTo>
                    <a:pt x="7945" y="7811"/>
                  </a:lnTo>
                  <a:lnTo>
                    <a:pt x="8212" y="7258"/>
                  </a:lnTo>
                  <a:lnTo>
                    <a:pt x="8631" y="6782"/>
                  </a:lnTo>
                  <a:lnTo>
                    <a:pt x="9183" y="6382"/>
                  </a:lnTo>
                  <a:lnTo>
                    <a:pt x="9888" y="6077"/>
                  </a:lnTo>
                  <a:lnTo>
                    <a:pt x="10726" y="5849"/>
                  </a:lnTo>
                  <a:lnTo>
                    <a:pt x="11698" y="5753"/>
                  </a:lnTo>
                  <a:lnTo>
                    <a:pt x="12250" y="5734"/>
                  </a:lnTo>
                  <a:lnTo>
                    <a:pt x="12803" y="5734"/>
                  </a:lnTo>
                  <a:lnTo>
                    <a:pt x="13927" y="5849"/>
                  </a:lnTo>
                  <a:lnTo>
                    <a:pt x="15032" y="6058"/>
                  </a:lnTo>
                  <a:lnTo>
                    <a:pt x="16156" y="6382"/>
                  </a:lnTo>
                  <a:lnTo>
                    <a:pt x="17261" y="6801"/>
                  </a:lnTo>
                  <a:lnTo>
                    <a:pt x="18366" y="7316"/>
                  </a:lnTo>
                  <a:lnTo>
                    <a:pt x="19452" y="7963"/>
                  </a:lnTo>
                  <a:lnTo>
                    <a:pt x="20538" y="8706"/>
                  </a:lnTo>
                  <a:lnTo>
                    <a:pt x="21090" y="9125"/>
                  </a:lnTo>
                  <a:lnTo>
                    <a:pt x="24462" y="4382"/>
                  </a:lnTo>
                  <a:lnTo>
                    <a:pt x="23891" y="3925"/>
                  </a:lnTo>
                  <a:lnTo>
                    <a:pt x="22672" y="3048"/>
                  </a:lnTo>
                  <a:lnTo>
                    <a:pt x="21319" y="2267"/>
                  </a:lnTo>
                  <a:lnTo>
                    <a:pt x="19871" y="1562"/>
                  </a:lnTo>
                  <a:lnTo>
                    <a:pt x="18328" y="972"/>
                  </a:lnTo>
                  <a:lnTo>
                    <a:pt x="16689" y="514"/>
                  </a:lnTo>
                  <a:lnTo>
                    <a:pt x="14975" y="171"/>
                  </a:lnTo>
                  <a:lnTo>
                    <a:pt x="13165" y="19"/>
                  </a:lnTo>
                  <a:lnTo>
                    <a:pt x="1225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79"/>
            <p:cNvSpPr/>
            <p:nvPr/>
          </p:nvSpPr>
          <p:spPr>
            <a:xfrm>
              <a:off x="2466150" y="2501700"/>
              <a:ext cx="723025" cy="773975"/>
            </a:xfrm>
            <a:custGeom>
              <a:rect b="b" l="l" r="r" t="t"/>
              <a:pathLst>
                <a:path extrusionOk="0" h="30959" w="28921">
                  <a:moveTo>
                    <a:pt x="14442" y="6192"/>
                  </a:moveTo>
                  <a:lnTo>
                    <a:pt x="15280" y="6231"/>
                  </a:lnTo>
                  <a:lnTo>
                    <a:pt x="16842" y="6573"/>
                  </a:lnTo>
                  <a:lnTo>
                    <a:pt x="18214" y="7221"/>
                  </a:lnTo>
                  <a:lnTo>
                    <a:pt x="19433" y="8193"/>
                  </a:lnTo>
                  <a:lnTo>
                    <a:pt x="20424" y="9412"/>
                  </a:lnTo>
                  <a:lnTo>
                    <a:pt x="21205" y="10879"/>
                  </a:lnTo>
                  <a:lnTo>
                    <a:pt x="21738" y="12556"/>
                  </a:lnTo>
                  <a:lnTo>
                    <a:pt x="22024" y="14442"/>
                  </a:lnTo>
                  <a:lnTo>
                    <a:pt x="22043" y="15451"/>
                  </a:lnTo>
                  <a:lnTo>
                    <a:pt x="22024" y="16480"/>
                  </a:lnTo>
                  <a:lnTo>
                    <a:pt x="21738" y="18366"/>
                  </a:lnTo>
                  <a:lnTo>
                    <a:pt x="21186" y="20043"/>
                  </a:lnTo>
                  <a:lnTo>
                    <a:pt x="20405" y="21510"/>
                  </a:lnTo>
                  <a:lnTo>
                    <a:pt x="19395" y="22729"/>
                  </a:lnTo>
                  <a:lnTo>
                    <a:pt x="18195" y="23700"/>
                  </a:lnTo>
                  <a:lnTo>
                    <a:pt x="16804" y="24348"/>
                  </a:lnTo>
                  <a:lnTo>
                    <a:pt x="15280" y="24691"/>
                  </a:lnTo>
                  <a:lnTo>
                    <a:pt x="14442" y="24729"/>
                  </a:lnTo>
                  <a:lnTo>
                    <a:pt x="13623" y="24691"/>
                  </a:lnTo>
                  <a:lnTo>
                    <a:pt x="12079" y="24348"/>
                  </a:lnTo>
                  <a:lnTo>
                    <a:pt x="10708" y="23700"/>
                  </a:lnTo>
                  <a:lnTo>
                    <a:pt x="9507" y="22729"/>
                  </a:lnTo>
                  <a:lnTo>
                    <a:pt x="8498" y="21510"/>
                  </a:lnTo>
                  <a:lnTo>
                    <a:pt x="7698" y="20043"/>
                  </a:lnTo>
                  <a:lnTo>
                    <a:pt x="7164" y="18366"/>
                  </a:lnTo>
                  <a:lnTo>
                    <a:pt x="6878" y="16480"/>
                  </a:lnTo>
                  <a:lnTo>
                    <a:pt x="6859" y="15451"/>
                  </a:lnTo>
                  <a:lnTo>
                    <a:pt x="6878" y="14442"/>
                  </a:lnTo>
                  <a:lnTo>
                    <a:pt x="7145" y="12556"/>
                  </a:lnTo>
                  <a:lnTo>
                    <a:pt x="7698" y="10879"/>
                  </a:lnTo>
                  <a:lnTo>
                    <a:pt x="8460" y="9412"/>
                  </a:lnTo>
                  <a:lnTo>
                    <a:pt x="9469" y="8193"/>
                  </a:lnTo>
                  <a:lnTo>
                    <a:pt x="10670" y="7221"/>
                  </a:lnTo>
                  <a:lnTo>
                    <a:pt x="12060" y="6573"/>
                  </a:lnTo>
                  <a:lnTo>
                    <a:pt x="13603" y="6231"/>
                  </a:lnTo>
                  <a:lnTo>
                    <a:pt x="14442" y="6192"/>
                  </a:lnTo>
                  <a:close/>
                  <a:moveTo>
                    <a:pt x="14442" y="1"/>
                  </a:moveTo>
                  <a:lnTo>
                    <a:pt x="13661" y="20"/>
                  </a:lnTo>
                  <a:lnTo>
                    <a:pt x="12137" y="172"/>
                  </a:lnTo>
                  <a:lnTo>
                    <a:pt x="10689" y="458"/>
                  </a:lnTo>
                  <a:lnTo>
                    <a:pt x="9298" y="896"/>
                  </a:lnTo>
                  <a:lnTo>
                    <a:pt x="7983" y="1449"/>
                  </a:lnTo>
                  <a:lnTo>
                    <a:pt x="6764" y="2154"/>
                  </a:lnTo>
                  <a:lnTo>
                    <a:pt x="5621" y="2954"/>
                  </a:lnTo>
                  <a:lnTo>
                    <a:pt x="4554" y="3887"/>
                  </a:lnTo>
                  <a:lnTo>
                    <a:pt x="3602" y="4916"/>
                  </a:lnTo>
                  <a:lnTo>
                    <a:pt x="2725" y="6040"/>
                  </a:lnTo>
                  <a:lnTo>
                    <a:pt x="1982" y="7278"/>
                  </a:lnTo>
                  <a:lnTo>
                    <a:pt x="1334" y="8593"/>
                  </a:lnTo>
                  <a:lnTo>
                    <a:pt x="820" y="10003"/>
                  </a:lnTo>
                  <a:lnTo>
                    <a:pt x="420" y="11470"/>
                  </a:lnTo>
                  <a:lnTo>
                    <a:pt x="134" y="13032"/>
                  </a:lnTo>
                  <a:lnTo>
                    <a:pt x="1" y="14651"/>
                  </a:lnTo>
                  <a:lnTo>
                    <a:pt x="1" y="15489"/>
                  </a:lnTo>
                  <a:lnTo>
                    <a:pt x="1" y="16328"/>
                  </a:lnTo>
                  <a:lnTo>
                    <a:pt x="134" y="17947"/>
                  </a:lnTo>
                  <a:lnTo>
                    <a:pt x="420" y="19490"/>
                  </a:lnTo>
                  <a:lnTo>
                    <a:pt x="820" y="20976"/>
                  </a:lnTo>
                  <a:lnTo>
                    <a:pt x="1334" y="22367"/>
                  </a:lnTo>
                  <a:lnTo>
                    <a:pt x="1982" y="23700"/>
                  </a:lnTo>
                  <a:lnTo>
                    <a:pt x="2725" y="24920"/>
                  </a:lnTo>
                  <a:lnTo>
                    <a:pt x="3602" y="26063"/>
                  </a:lnTo>
                  <a:lnTo>
                    <a:pt x="4554" y="27091"/>
                  </a:lnTo>
                  <a:lnTo>
                    <a:pt x="5621" y="28006"/>
                  </a:lnTo>
                  <a:lnTo>
                    <a:pt x="6764" y="28825"/>
                  </a:lnTo>
                  <a:lnTo>
                    <a:pt x="7983" y="29511"/>
                  </a:lnTo>
                  <a:lnTo>
                    <a:pt x="9298" y="30082"/>
                  </a:lnTo>
                  <a:lnTo>
                    <a:pt x="10689" y="30502"/>
                  </a:lnTo>
                  <a:lnTo>
                    <a:pt x="12137" y="30806"/>
                  </a:lnTo>
                  <a:lnTo>
                    <a:pt x="13661" y="30959"/>
                  </a:lnTo>
                  <a:lnTo>
                    <a:pt x="15223" y="30959"/>
                  </a:lnTo>
                  <a:lnTo>
                    <a:pt x="16747" y="30806"/>
                  </a:lnTo>
                  <a:lnTo>
                    <a:pt x="18214" y="30502"/>
                  </a:lnTo>
                  <a:lnTo>
                    <a:pt x="19586" y="30082"/>
                  </a:lnTo>
                  <a:lnTo>
                    <a:pt x="20900" y="29511"/>
                  </a:lnTo>
                  <a:lnTo>
                    <a:pt x="22138" y="28825"/>
                  </a:lnTo>
                  <a:lnTo>
                    <a:pt x="23281" y="28006"/>
                  </a:lnTo>
                  <a:lnTo>
                    <a:pt x="24348" y="27091"/>
                  </a:lnTo>
                  <a:lnTo>
                    <a:pt x="25320" y="26063"/>
                  </a:lnTo>
                  <a:lnTo>
                    <a:pt x="26177" y="24920"/>
                  </a:lnTo>
                  <a:lnTo>
                    <a:pt x="26920" y="23700"/>
                  </a:lnTo>
                  <a:lnTo>
                    <a:pt x="27568" y="22367"/>
                  </a:lnTo>
                  <a:lnTo>
                    <a:pt x="28101" y="20976"/>
                  </a:lnTo>
                  <a:lnTo>
                    <a:pt x="28502" y="19490"/>
                  </a:lnTo>
                  <a:lnTo>
                    <a:pt x="28768" y="17947"/>
                  </a:lnTo>
                  <a:lnTo>
                    <a:pt x="28921" y="16328"/>
                  </a:lnTo>
                  <a:lnTo>
                    <a:pt x="28921" y="15489"/>
                  </a:lnTo>
                  <a:lnTo>
                    <a:pt x="28921" y="14651"/>
                  </a:lnTo>
                  <a:lnTo>
                    <a:pt x="28768" y="13032"/>
                  </a:lnTo>
                  <a:lnTo>
                    <a:pt x="28502" y="11470"/>
                  </a:lnTo>
                  <a:lnTo>
                    <a:pt x="28101" y="10003"/>
                  </a:lnTo>
                  <a:lnTo>
                    <a:pt x="27568" y="8593"/>
                  </a:lnTo>
                  <a:lnTo>
                    <a:pt x="26939" y="7278"/>
                  </a:lnTo>
                  <a:lnTo>
                    <a:pt x="26177" y="6040"/>
                  </a:lnTo>
                  <a:lnTo>
                    <a:pt x="25320" y="4916"/>
                  </a:lnTo>
                  <a:lnTo>
                    <a:pt x="24367" y="3887"/>
                  </a:lnTo>
                  <a:lnTo>
                    <a:pt x="23301" y="2954"/>
                  </a:lnTo>
                  <a:lnTo>
                    <a:pt x="22157" y="2154"/>
                  </a:lnTo>
                  <a:lnTo>
                    <a:pt x="20919" y="1449"/>
                  </a:lnTo>
                  <a:lnTo>
                    <a:pt x="19605" y="896"/>
                  </a:lnTo>
                  <a:lnTo>
                    <a:pt x="18214" y="458"/>
                  </a:lnTo>
                  <a:lnTo>
                    <a:pt x="16747" y="172"/>
                  </a:lnTo>
                  <a:lnTo>
                    <a:pt x="15223" y="20"/>
                  </a:lnTo>
                  <a:lnTo>
                    <a:pt x="1444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9"/>
            <p:cNvSpPr/>
            <p:nvPr/>
          </p:nvSpPr>
          <p:spPr>
            <a:xfrm>
              <a:off x="3250125" y="2501700"/>
              <a:ext cx="684900" cy="775400"/>
            </a:xfrm>
            <a:custGeom>
              <a:rect b="b" l="l" r="r" t="t"/>
              <a:pathLst>
                <a:path extrusionOk="0" h="31016" w="27396">
                  <a:moveTo>
                    <a:pt x="14117" y="1"/>
                  </a:moveTo>
                  <a:lnTo>
                    <a:pt x="13355" y="20"/>
                  </a:lnTo>
                  <a:lnTo>
                    <a:pt x="11907" y="172"/>
                  </a:lnTo>
                  <a:lnTo>
                    <a:pt x="10497" y="477"/>
                  </a:lnTo>
                  <a:lnTo>
                    <a:pt x="9145" y="915"/>
                  </a:lnTo>
                  <a:lnTo>
                    <a:pt x="7868" y="1487"/>
                  </a:lnTo>
                  <a:lnTo>
                    <a:pt x="6668" y="2173"/>
                  </a:lnTo>
                  <a:lnTo>
                    <a:pt x="5544" y="2992"/>
                  </a:lnTo>
                  <a:lnTo>
                    <a:pt x="4515" y="3925"/>
                  </a:lnTo>
                  <a:lnTo>
                    <a:pt x="3563" y="4954"/>
                  </a:lnTo>
                  <a:lnTo>
                    <a:pt x="2725" y="6097"/>
                  </a:lnTo>
                  <a:lnTo>
                    <a:pt x="1963" y="7336"/>
                  </a:lnTo>
                  <a:lnTo>
                    <a:pt x="1334" y="8650"/>
                  </a:lnTo>
                  <a:lnTo>
                    <a:pt x="819" y="10041"/>
                  </a:lnTo>
                  <a:lnTo>
                    <a:pt x="419" y="11527"/>
                  </a:lnTo>
                  <a:lnTo>
                    <a:pt x="153" y="13051"/>
                  </a:lnTo>
                  <a:lnTo>
                    <a:pt x="0" y="14651"/>
                  </a:lnTo>
                  <a:lnTo>
                    <a:pt x="0" y="15489"/>
                  </a:lnTo>
                  <a:lnTo>
                    <a:pt x="0" y="16309"/>
                  </a:lnTo>
                  <a:lnTo>
                    <a:pt x="153" y="17909"/>
                  </a:lnTo>
                  <a:lnTo>
                    <a:pt x="419" y="19452"/>
                  </a:lnTo>
                  <a:lnTo>
                    <a:pt x="819" y="20919"/>
                  </a:lnTo>
                  <a:lnTo>
                    <a:pt x="1334" y="22329"/>
                  </a:lnTo>
                  <a:lnTo>
                    <a:pt x="1963" y="23643"/>
                  </a:lnTo>
                  <a:lnTo>
                    <a:pt x="2725" y="24882"/>
                  </a:lnTo>
                  <a:lnTo>
                    <a:pt x="3563" y="26006"/>
                  </a:lnTo>
                  <a:lnTo>
                    <a:pt x="4515" y="27053"/>
                  </a:lnTo>
                  <a:lnTo>
                    <a:pt x="5544" y="27987"/>
                  </a:lnTo>
                  <a:lnTo>
                    <a:pt x="6668" y="28806"/>
                  </a:lnTo>
                  <a:lnTo>
                    <a:pt x="7868" y="29511"/>
                  </a:lnTo>
                  <a:lnTo>
                    <a:pt x="9145" y="30082"/>
                  </a:lnTo>
                  <a:lnTo>
                    <a:pt x="10497" y="30521"/>
                  </a:lnTo>
                  <a:lnTo>
                    <a:pt x="11907" y="30825"/>
                  </a:lnTo>
                  <a:lnTo>
                    <a:pt x="13355" y="30997"/>
                  </a:lnTo>
                  <a:lnTo>
                    <a:pt x="14117" y="31016"/>
                  </a:lnTo>
                  <a:lnTo>
                    <a:pt x="15298" y="30978"/>
                  </a:lnTo>
                  <a:lnTo>
                    <a:pt x="17546" y="30692"/>
                  </a:lnTo>
                  <a:lnTo>
                    <a:pt x="19604" y="30102"/>
                  </a:lnTo>
                  <a:lnTo>
                    <a:pt x="21490" y="29206"/>
                  </a:lnTo>
                  <a:lnTo>
                    <a:pt x="23167" y="28044"/>
                  </a:lnTo>
                  <a:lnTo>
                    <a:pt x="24653" y="26596"/>
                  </a:lnTo>
                  <a:lnTo>
                    <a:pt x="25929" y="24862"/>
                  </a:lnTo>
                  <a:lnTo>
                    <a:pt x="26977" y="22862"/>
                  </a:lnTo>
                  <a:lnTo>
                    <a:pt x="27396" y="21757"/>
                  </a:lnTo>
                  <a:lnTo>
                    <a:pt x="21300" y="19433"/>
                  </a:lnTo>
                  <a:lnTo>
                    <a:pt x="20995" y="20119"/>
                  </a:lnTo>
                  <a:lnTo>
                    <a:pt x="20309" y="21319"/>
                  </a:lnTo>
                  <a:lnTo>
                    <a:pt x="19585" y="22348"/>
                  </a:lnTo>
                  <a:lnTo>
                    <a:pt x="18785" y="23167"/>
                  </a:lnTo>
                  <a:lnTo>
                    <a:pt x="17908" y="23815"/>
                  </a:lnTo>
                  <a:lnTo>
                    <a:pt x="16956" y="24291"/>
                  </a:lnTo>
                  <a:lnTo>
                    <a:pt x="15908" y="24615"/>
                  </a:lnTo>
                  <a:lnTo>
                    <a:pt x="14765" y="24767"/>
                  </a:lnTo>
                  <a:lnTo>
                    <a:pt x="13755" y="24767"/>
                  </a:lnTo>
                  <a:lnTo>
                    <a:pt x="12993" y="24672"/>
                  </a:lnTo>
                  <a:lnTo>
                    <a:pt x="11926" y="24386"/>
                  </a:lnTo>
                  <a:lnTo>
                    <a:pt x="10612" y="23719"/>
                  </a:lnTo>
                  <a:lnTo>
                    <a:pt x="9450" y="22748"/>
                  </a:lnTo>
                  <a:lnTo>
                    <a:pt x="8497" y="21510"/>
                  </a:lnTo>
                  <a:lnTo>
                    <a:pt x="7735" y="20043"/>
                  </a:lnTo>
                  <a:lnTo>
                    <a:pt x="7202" y="18366"/>
                  </a:lnTo>
                  <a:lnTo>
                    <a:pt x="6935" y="16499"/>
                  </a:lnTo>
                  <a:lnTo>
                    <a:pt x="6897" y="15508"/>
                  </a:lnTo>
                  <a:lnTo>
                    <a:pt x="6935" y="14518"/>
                  </a:lnTo>
                  <a:lnTo>
                    <a:pt x="7202" y="12651"/>
                  </a:lnTo>
                  <a:lnTo>
                    <a:pt x="7735" y="10974"/>
                  </a:lnTo>
                  <a:lnTo>
                    <a:pt x="8497" y="9507"/>
                  </a:lnTo>
                  <a:lnTo>
                    <a:pt x="9469" y="8269"/>
                  </a:lnTo>
                  <a:lnTo>
                    <a:pt x="10612" y="7297"/>
                  </a:lnTo>
                  <a:lnTo>
                    <a:pt x="11926" y="6631"/>
                  </a:lnTo>
                  <a:lnTo>
                    <a:pt x="13012" y="6345"/>
                  </a:lnTo>
                  <a:lnTo>
                    <a:pt x="13755" y="6250"/>
                  </a:lnTo>
                  <a:lnTo>
                    <a:pt x="14746" y="6250"/>
                  </a:lnTo>
                  <a:lnTo>
                    <a:pt x="15889" y="6402"/>
                  </a:lnTo>
                  <a:lnTo>
                    <a:pt x="16937" y="6726"/>
                  </a:lnTo>
                  <a:lnTo>
                    <a:pt x="17889" y="7202"/>
                  </a:lnTo>
                  <a:lnTo>
                    <a:pt x="18766" y="7850"/>
                  </a:lnTo>
                  <a:lnTo>
                    <a:pt x="19585" y="8669"/>
                  </a:lnTo>
                  <a:lnTo>
                    <a:pt x="20309" y="9698"/>
                  </a:lnTo>
                  <a:lnTo>
                    <a:pt x="20995" y="10898"/>
                  </a:lnTo>
                  <a:lnTo>
                    <a:pt x="21300" y="11584"/>
                  </a:lnTo>
                  <a:lnTo>
                    <a:pt x="27396" y="9279"/>
                  </a:lnTo>
                  <a:lnTo>
                    <a:pt x="26977" y="8155"/>
                  </a:lnTo>
                  <a:lnTo>
                    <a:pt x="25929" y="6154"/>
                  </a:lnTo>
                  <a:lnTo>
                    <a:pt x="24653" y="4421"/>
                  </a:lnTo>
                  <a:lnTo>
                    <a:pt x="23167" y="2973"/>
                  </a:lnTo>
                  <a:lnTo>
                    <a:pt x="21490" y="1811"/>
                  </a:lnTo>
                  <a:lnTo>
                    <a:pt x="19604" y="915"/>
                  </a:lnTo>
                  <a:lnTo>
                    <a:pt x="17546" y="325"/>
                  </a:lnTo>
                  <a:lnTo>
                    <a:pt x="15298" y="39"/>
                  </a:lnTo>
                  <a:lnTo>
                    <a:pt x="1411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9"/>
            <p:cNvSpPr/>
            <p:nvPr/>
          </p:nvSpPr>
          <p:spPr>
            <a:xfrm>
              <a:off x="1653625" y="2170700"/>
              <a:ext cx="723500" cy="1104975"/>
            </a:xfrm>
            <a:custGeom>
              <a:rect b="b" l="l" r="r" t="t"/>
              <a:pathLst>
                <a:path extrusionOk="0" h="44199" w="28940">
                  <a:moveTo>
                    <a:pt x="14460" y="19452"/>
                  </a:moveTo>
                  <a:lnTo>
                    <a:pt x="15279" y="19490"/>
                  </a:lnTo>
                  <a:lnTo>
                    <a:pt x="16823" y="19833"/>
                  </a:lnTo>
                  <a:lnTo>
                    <a:pt x="18194" y="20499"/>
                  </a:lnTo>
                  <a:lnTo>
                    <a:pt x="19395" y="21452"/>
                  </a:lnTo>
                  <a:lnTo>
                    <a:pt x="20404" y="22671"/>
                  </a:lnTo>
                  <a:lnTo>
                    <a:pt x="21204" y="24138"/>
                  </a:lnTo>
                  <a:lnTo>
                    <a:pt x="21757" y="25834"/>
                  </a:lnTo>
                  <a:lnTo>
                    <a:pt x="22043" y="27720"/>
                  </a:lnTo>
                  <a:lnTo>
                    <a:pt x="22062" y="28729"/>
                  </a:lnTo>
                  <a:lnTo>
                    <a:pt x="22043" y="29739"/>
                  </a:lnTo>
                  <a:lnTo>
                    <a:pt x="21757" y="31625"/>
                  </a:lnTo>
                  <a:lnTo>
                    <a:pt x="21223" y="33302"/>
                  </a:lnTo>
                  <a:lnTo>
                    <a:pt x="20442" y="34769"/>
                  </a:lnTo>
                  <a:lnTo>
                    <a:pt x="19452" y="35988"/>
                  </a:lnTo>
                  <a:lnTo>
                    <a:pt x="18232" y="36940"/>
                  </a:lnTo>
                  <a:lnTo>
                    <a:pt x="16861" y="37588"/>
                  </a:lnTo>
                  <a:lnTo>
                    <a:pt x="15299" y="37931"/>
                  </a:lnTo>
                  <a:lnTo>
                    <a:pt x="14460" y="37969"/>
                  </a:lnTo>
                  <a:lnTo>
                    <a:pt x="13641" y="37931"/>
                  </a:lnTo>
                  <a:lnTo>
                    <a:pt x="12079" y="37588"/>
                  </a:lnTo>
                  <a:lnTo>
                    <a:pt x="10707" y="36940"/>
                  </a:lnTo>
                  <a:lnTo>
                    <a:pt x="9507" y="35969"/>
                  </a:lnTo>
                  <a:lnTo>
                    <a:pt x="8497" y="34750"/>
                  </a:lnTo>
                  <a:lnTo>
                    <a:pt x="7716" y="33283"/>
                  </a:lnTo>
                  <a:lnTo>
                    <a:pt x="7164" y="31606"/>
                  </a:lnTo>
                  <a:lnTo>
                    <a:pt x="6897" y="29720"/>
                  </a:lnTo>
                  <a:lnTo>
                    <a:pt x="6878" y="28691"/>
                  </a:lnTo>
                  <a:lnTo>
                    <a:pt x="6897" y="27682"/>
                  </a:lnTo>
                  <a:lnTo>
                    <a:pt x="7183" y="25815"/>
                  </a:lnTo>
                  <a:lnTo>
                    <a:pt x="7735" y="24119"/>
                  </a:lnTo>
                  <a:lnTo>
                    <a:pt x="8516" y="22652"/>
                  </a:lnTo>
                  <a:lnTo>
                    <a:pt x="9526" y="21433"/>
                  </a:lnTo>
                  <a:lnTo>
                    <a:pt x="10726" y="20480"/>
                  </a:lnTo>
                  <a:lnTo>
                    <a:pt x="12117" y="19833"/>
                  </a:lnTo>
                  <a:lnTo>
                    <a:pt x="13641" y="19490"/>
                  </a:lnTo>
                  <a:lnTo>
                    <a:pt x="14460" y="19452"/>
                  </a:lnTo>
                  <a:close/>
                  <a:moveTo>
                    <a:pt x="27072" y="0"/>
                  </a:moveTo>
                  <a:lnTo>
                    <a:pt x="26882" y="19"/>
                  </a:lnTo>
                  <a:lnTo>
                    <a:pt x="26672" y="96"/>
                  </a:lnTo>
                  <a:lnTo>
                    <a:pt x="22195" y="2477"/>
                  </a:lnTo>
                  <a:lnTo>
                    <a:pt x="22081" y="2572"/>
                  </a:lnTo>
                  <a:lnTo>
                    <a:pt x="22062" y="2725"/>
                  </a:lnTo>
                  <a:lnTo>
                    <a:pt x="22062" y="16899"/>
                  </a:lnTo>
                  <a:lnTo>
                    <a:pt x="22062" y="16975"/>
                  </a:lnTo>
                  <a:lnTo>
                    <a:pt x="21966" y="17089"/>
                  </a:lnTo>
                  <a:lnTo>
                    <a:pt x="21757" y="17165"/>
                  </a:lnTo>
                  <a:lnTo>
                    <a:pt x="21605" y="17089"/>
                  </a:lnTo>
                  <a:lnTo>
                    <a:pt x="20995" y="16537"/>
                  </a:lnTo>
                  <a:lnTo>
                    <a:pt x="19414" y="15298"/>
                  </a:lnTo>
                  <a:lnTo>
                    <a:pt x="18042" y="14441"/>
                  </a:lnTo>
                  <a:lnTo>
                    <a:pt x="17242" y="14060"/>
                  </a:lnTo>
                  <a:lnTo>
                    <a:pt x="16823" y="13870"/>
                  </a:lnTo>
                  <a:lnTo>
                    <a:pt x="15813" y="13565"/>
                  </a:lnTo>
                  <a:lnTo>
                    <a:pt x="14708" y="13355"/>
                  </a:lnTo>
                  <a:lnTo>
                    <a:pt x="13565" y="13260"/>
                  </a:lnTo>
                  <a:lnTo>
                    <a:pt x="12993" y="13241"/>
                  </a:lnTo>
                  <a:lnTo>
                    <a:pt x="12288" y="13260"/>
                  </a:lnTo>
                  <a:lnTo>
                    <a:pt x="10936" y="13412"/>
                  </a:lnTo>
                  <a:lnTo>
                    <a:pt x="9621" y="13698"/>
                  </a:lnTo>
                  <a:lnTo>
                    <a:pt x="8383" y="14136"/>
                  </a:lnTo>
                  <a:lnTo>
                    <a:pt x="7202" y="14689"/>
                  </a:lnTo>
                  <a:lnTo>
                    <a:pt x="6097" y="15394"/>
                  </a:lnTo>
                  <a:lnTo>
                    <a:pt x="5068" y="16194"/>
                  </a:lnTo>
                  <a:lnTo>
                    <a:pt x="4115" y="17127"/>
                  </a:lnTo>
                  <a:lnTo>
                    <a:pt x="3258" y="18156"/>
                  </a:lnTo>
                  <a:lnTo>
                    <a:pt x="2477" y="19280"/>
                  </a:lnTo>
                  <a:lnTo>
                    <a:pt x="1810" y="20518"/>
                  </a:lnTo>
                  <a:lnTo>
                    <a:pt x="1220" y="21833"/>
                  </a:lnTo>
                  <a:lnTo>
                    <a:pt x="743" y="23243"/>
                  </a:lnTo>
                  <a:lnTo>
                    <a:pt x="400" y="24710"/>
                  </a:lnTo>
                  <a:lnTo>
                    <a:pt x="153" y="26272"/>
                  </a:lnTo>
                  <a:lnTo>
                    <a:pt x="19" y="27891"/>
                  </a:lnTo>
                  <a:lnTo>
                    <a:pt x="0" y="28729"/>
                  </a:lnTo>
                  <a:lnTo>
                    <a:pt x="19" y="29568"/>
                  </a:lnTo>
                  <a:lnTo>
                    <a:pt x="153" y="31187"/>
                  </a:lnTo>
                  <a:lnTo>
                    <a:pt x="400" y="32730"/>
                  </a:lnTo>
                  <a:lnTo>
                    <a:pt x="743" y="34216"/>
                  </a:lnTo>
                  <a:lnTo>
                    <a:pt x="1220" y="35607"/>
                  </a:lnTo>
                  <a:lnTo>
                    <a:pt x="1810" y="36940"/>
                  </a:lnTo>
                  <a:lnTo>
                    <a:pt x="2477" y="38160"/>
                  </a:lnTo>
                  <a:lnTo>
                    <a:pt x="3258" y="39303"/>
                  </a:lnTo>
                  <a:lnTo>
                    <a:pt x="4115" y="40331"/>
                  </a:lnTo>
                  <a:lnTo>
                    <a:pt x="5068" y="41246"/>
                  </a:lnTo>
                  <a:lnTo>
                    <a:pt x="6097" y="42065"/>
                  </a:lnTo>
                  <a:lnTo>
                    <a:pt x="7202" y="42751"/>
                  </a:lnTo>
                  <a:lnTo>
                    <a:pt x="8383" y="43322"/>
                  </a:lnTo>
                  <a:lnTo>
                    <a:pt x="9621" y="43742"/>
                  </a:lnTo>
                  <a:lnTo>
                    <a:pt x="10936" y="44046"/>
                  </a:lnTo>
                  <a:lnTo>
                    <a:pt x="12288" y="44199"/>
                  </a:lnTo>
                  <a:lnTo>
                    <a:pt x="12993" y="44199"/>
                  </a:lnTo>
                  <a:lnTo>
                    <a:pt x="13717" y="44180"/>
                  </a:lnTo>
                  <a:lnTo>
                    <a:pt x="15108" y="44008"/>
                  </a:lnTo>
                  <a:lnTo>
                    <a:pt x="16404" y="43665"/>
                  </a:lnTo>
                  <a:lnTo>
                    <a:pt x="17604" y="43208"/>
                  </a:lnTo>
                  <a:lnTo>
                    <a:pt x="18709" y="42656"/>
                  </a:lnTo>
                  <a:lnTo>
                    <a:pt x="19699" y="42008"/>
                  </a:lnTo>
                  <a:lnTo>
                    <a:pt x="21014" y="40979"/>
                  </a:lnTo>
                  <a:lnTo>
                    <a:pt x="21719" y="40274"/>
                  </a:lnTo>
                  <a:lnTo>
                    <a:pt x="22043" y="39969"/>
                  </a:lnTo>
                  <a:lnTo>
                    <a:pt x="22176" y="39874"/>
                  </a:lnTo>
                  <a:lnTo>
                    <a:pt x="22386" y="39931"/>
                  </a:lnTo>
                  <a:lnTo>
                    <a:pt x="22481" y="40046"/>
                  </a:lnTo>
                  <a:lnTo>
                    <a:pt x="22481" y="40141"/>
                  </a:lnTo>
                  <a:lnTo>
                    <a:pt x="22729" y="43608"/>
                  </a:lnTo>
                  <a:lnTo>
                    <a:pt x="28939" y="43608"/>
                  </a:lnTo>
                  <a:lnTo>
                    <a:pt x="28939" y="191"/>
                  </a:lnTo>
                  <a:lnTo>
                    <a:pt x="28939" y="115"/>
                  </a:lnTo>
                  <a:lnTo>
                    <a:pt x="28844" y="19"/>
                  </a:lnTo>
                  <a:lnTo>
                    <a:pt x="28749"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9"/>
            <p:cNvSpPr/>
            <p:nvPr/>
          </p:nvSpPr>
          <p:spPr>
            <a:xfrm>
              <a:off x="5434350" y="2516000"/>
              <a:ext cx="171950" cy="744925"/>
            </a:xfrm>
            <a:custGeom>
              <a:rect b="b" l="l" r="r" t="t"/>
              <a:pathLst>
                <a:path extrusionOk="0" h="29797" w="6878">
                  <a:moveTo>
                    <a:pt x="4839" y="0"/>
                  </a:moveTo>
                  <a:lnTo>
                    <a:pt x="4630" y="38"/>
                  </a:lnTo>
                  <a:lnTo>
                    <a:pt x="4458" y="134"/>
                  </a:lnTo>
                  <a:lnTo>
                    <a:pt x="153" y="2401"/>
                  </a:lnTo>
                  <a:lnTo>
                    <a:pt x="19" y="2496"/>
                  </a:lnTo>
                  <a:lnTo>
                    <a:pt x="0" y="2648"/>
                  </a:lnTo>
                  <a:lnTo>
                    <a:pt x="0" y="29796"/>
                  </a:lnTo>
                  <a:lnTo>
                    <a:pt x="6878" y="29796"/>
                  </a:lnTo>
                  <a:lnTo>
                    <a:pt x="6878" y="191"/>
                  </a:lnTo>
                  <a:lnTo>
                    <a:pt x="6878" y="115"/>
                  </a:lnTo>
                  <a:lnTo>
                    <a:pt x="6783" y="19"/>
                  </a:lnTo>
                  <a:lnTo>
                    <a:pt x="668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9"/>
            <p:cNvSpPr/>
            <p:nvPr/>
          </p:nvSpPr>
          <p:spPr>
            <a:xfrm>
              <a:off x="5416725" y="2188800"/>
              <a:ext cx="207200" cy="207200"/>
            </a:xfrm>
            <a:custGeom>
              <a:rect b="b" l="l" r="r" t="t"/>
              <a:pathLst>
                <a:path extrusionOk="0" h="8288" w="8288">
                  <a:moveTo>
                    <a:pt x="4135" y="0"/>
                  </a:moveTo>
                  <a:lnTo>
                    <a:pt x="3715" y="19"/>
                  </a:lnTo>
                  <a:lnTo>
                    <a:pt x="2896" y="172"/>
                  </a:lnTo>
                  <a:lnTo>
                    <a:pt x="2153" y="496"/>
                  </a:lnTo>
                  <a:lnTo>
                    <a:pt x="1486" y="934"/>
                  </a:lnTo>
                  <a:lnTo>
                    <a:pt x="934" y="1505"/>
                  </a:lnTo>
                  <a:lnTo>
                    <a:pt x="477" y="2153"/>
                  </a:lnTo>
                  <a:lnTo>
                    <a:pt x="172" y="2896"/>
                  </a:lnTo>
                  <a:lnTo>
                    <a:pt x="0" y="3715"/>
                  </a:lnTo>
                  <a:lnTo>
                    <a:pt x="0" y="4134"/>
                  </a:lnTo>
                  <a:lnTo>
                    <a:pt x="0" y="4573"/>
                  </a:lnTo>
                  <a:lnTo>
                    <a:pt x="172" y="5373"/>
                  </a:lnTo>
                  <a:lnTo>
                    <a:pt x="477" y="6116"/>
                  </a:lnTo>
                  <a:lnTo>
                    <a:pt x="934" y="6782"/>
                  </a:lnTo>
                  <a:lnTo>
                    <a:pt x="1486" y="7335"/>
                  </a:lnTo>
                  <a:lnTo>
                    <a:pt x="2153" y="7792"/>
                  </a:lnTo>
                  <a:lnTo>
                    <a:pt x="2896" y="8097"/>
                  </a:lnTo>
                  <a:lnTo>
                    <a:pt x="3715" y="8268"/>
                  </a:lnTo>
                  <a:lnTo>
                    <a:pt x="4135" y="8288"/>
                  </a:lnTo>
                  <a:lnTo>
                    <a:pt x="4554" y="8268"/>
                  </a:lnTo>
                  <a:lnTo>
                    <a:pt x="5373" y="8097"/>
                  </a:lnTo>
                  <a:lnTo>
                    <a:pt x="6116" y="7792"/>
                  </a:lnTo>
                  <a:lnTo>
                    <a:pt x="6783" y="7335"/>
                  </a:lnTo>
                  <a:lnTo>
                    <a:pt x="7335" y="6782"/>
                  </a:lnTo>
                  <a:lnTo>
                    <a:pt x="7792" y="6116"/>
                  </a:lnTo>
                  <a:lnTo>
                    <a:pt x="8097" y="5373"/>
                  </a:lnTo>
                  <a:lnTo>
                    <a:pt x="8269" y="4573"/>
                  </a:lnTo>
                  <a:lnTo>
                    <a:pt x="8288" y="4134"/>
                  </a:lnTo>
                  <a:lnTo>
                    <a:pt x="8269" y="3715"/>
                  </a:lnTo>
                  <a:lnTo>
                    <a:pt x="8097" y="2896"/>
                  </a:lnTo>
                  <a:lnTo>
                    <a:pt x="7792" y="2153"/>
                  </a:lnTo>
                  <a:lnTo>
                    <a:pt x="7335" y="1505"/>
                  </a:lnTo>
                  <a:lnTo>
                    <a:pt x="6783" y="934"/>
                  </a:lnTo>
                  <a:lnTo>
                    <a:pt x="6116" y="496"/>
                  </a:lnTo>
                  <a:lnTo>
                    <a:pt x="5373" y="172"/>
                  </a:lnTo>
                  <a:lnTo>
                    <a:pt x="4554" y="19"/>
                  </a:lnTo>
                  <a:lnTo>
                    <a:pt x="41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79"/>
            <p:cNvSpPr/>
            <p:nvPr/>
          </p:nvSpPr>
          <p:spPr>
            <a:xfrm>
              <a:off x="4009800" y="2516000"/>
              <a:ext cx="648700" cy="759200"/>
            </a:xfrm>
            <a:custGeom>
              <a:rect b="b" l="l" r="r" t="t"/>
              <a:pathLst>
                <a:path extrusionOk="0" h="30368" w="25948">
                  <a:moveTo>
                    <a:pt x="0" y="0"/>
                  </a:moveTo>
                  <a:lnTo>
                    <a:pt x="0" y="16175"/>
                  </a:lnTo>
                  <a:lnTo>
                    <a:pt x="0" y="17299"/>
                  </a:lnTo>
                  <a:lnTo>
                    <a:pt x="171" y="19356"/>
                  </a:lnTo>
                  <a:lnTo>
                    <a:pt x="457" y="21204"/>
                  </a:lnTo>
                  <a:lnTo>
                    <a:pt x="895" y="22824"/>
                  </a:lnTo>
                  <a:lnTo>
                    <a:pt x="1448" y="24252"/>
                  </a:lnTo>
                  <a:lnTo>
                    <a:pt x="2115" y="25491"/>
                  </a:lnTo>
                  <a:lnTo>
                    <a:pt x="2877" y="26558"/>
                  </a:lnTo>
                  <a:lnTo>
                    <a:pt x="3734" y="27472"/>
                  </a:lnTo>
                  <a:lnTo>
                    <a:pt x="4668" y="28234"/>
                  </a:lnTo>
                  <a:lnTo>
                    <a:pt x="5658" y="28844"/>
                  </a:lnTo>
                  <a:lnTo>
                    <a:pt x="6706" y="29339"/>
                  </a:lnTo>
                  <a:lnTo>
                    <a:pt x="7811" y="29720"/>
                  </a:lnTo>
                  <a:lnTo>
                    <a:pt x="9507" y="30120"/>
                  </a:lnTo>
                  <a:lnTo>
                    <a:pt x="11812" y="30349"/>
                  </a:lnTo>
                  <a:lnTo>
                    <a:pt x="12974" y="30368"/>
                  </a:lnTo>
                  <a:lnTo>
                    <a:pt x="14136" y="30349"/>
                  </a:lnTo>
                  <a:lnTo>
                    <a:pt x="16441" y="30120"/>
                  </a:lnTo>
                  <a:lnTo>
                    <a:pt x="18137" y="29720"/>
                  </a:lnTo>
                  <a:lnTo>
                    <a:pt x="19242" y="29339"/>
                  </a:lnTo>
                  <a:lnTo>
                    <a:pt x="20290" y="28863"/>
                  </a:lnTo>
                  <a:lnTo>
                    <a:pt x="21280" y="28234"/>
                  </a:lnTo>
                  <a:lnTo>
                    <a:pt x="22214" y="27472"/>
                  </a:lnTo>
                  <a:lnTo>
                    <a:pt x="23071" y="26577"/>
                  </a:lnTo>
                  <a:lnTo>
                    <a:pt x="23833" y="25510"/>
                  </a:lnTo>
                  <a:lnTo>
                    <a:pt x="24500" y="24271"/>
                  </a:lnTo>
                  <a:lnTo>
                    <a:pt x="25052" y="22843"/>
                  </a:lnTo>
                  <a:lnTo>
                    <a:pt x="25491" y="21204"/>
                  </a:lnTo>
                  <a:lnTo>
                    <a:pt x="25776" y="19375"/>
                  </a:lnTo>
                  <a:lnTo>
                    <a:pt x="25948" y="17299"/>
                  </a:lnTo>
                  <a:lnTo>
                    <a:pt x="25948" y="16175"/>
                  </a:lnTo>
                  <a:lnTo>
                    <a:pt x="25948" y="0"/>
                  </a:lnTo>
                  <a:lnTo>
                    <a:pt x="19089" y="0"/>
                  </a:lnTo>
                  <a:lnTo>
                    <a:pt x="19089" y="17889"/>
                  </a:lnTo>
                  <a:lnTo>
                    <a:pt x="19089" y="18632"/>
                  </a:lnTo>
                  <a:lnTo>
                    <a:pt x="18823" y="20118"/>
                  </a:lnTo>
                  <a:lnTo>
                    <a:pt x="18461" y="21166"/>
                  </a:lnTo>
                  <a:lnTo>
                    <a:pt x="17832" y="22176"/>
                  </a:lnTo>
                  <a:lnTo>
                    <a:pt x="17184" y="22862"/>
                  </a:lnTo>
                  <a:lnTo>
                    <a:pt x="16632" y="23243"/>
                  </a:lnTo>
                  <a:lnTo>
                    <a:pt x="16003" y="23586"/>
                  </a:lnTo>
                  <a:lnTo>
                    <a:pt x="15279" y="23852"/>
                  </a:lnTo>
                  <a:lnTo>
                    <a:pt x="14441" y="24043"/>
                  </a:lnTo>
                  <a:lnTo>
                    <a:pt x="13488" y="24138"/>
                  </a:lnTo>
                  <a:lnTo>
                    <a:pt x="12974" y="24157"/>
                  </a:lnTo>
                  <a:lnTo>
                    <a:pt x="12460" y="24138"/>
                  </a:lnTo>
                  <a:lnTo>
                    <a:pt x="11507" y="24043"/>
                  </a:lnTo>
                  <a:lnTo>
                    <a:pt x="10669" y="23852"/>
                  </a:lnTo>
                  <a:lnTo>
                    <a:pt x="9945" y="23586"/>
                  </a:lnTo>
                  <a:lnTo>
                    <a:pt x="9316" y="23243"/>
                  </a:lnTo>
                  <a:lnTo>
                    <a:pt x="8764" y="22843"/>
                  </a:lnTo>
                  <a:lnTo>
                    <a:pt x="8116" y="22176"/>
                  </a:lnTo>
                  <a:lnTo>
                    <a:pt x="7487" y="21166"/>
                  </a:lnTo>
                  <a:lnTo>
                    <a:pt x="7125" y="20118"/>
                  </a:lnTo>
                  <a:lnTo>
                    <a:pt x="6858" y="18632"/>
                  </a:lnTo>
                  <a:lnTo>
                    <a:pt x="6858" y="17889"/>
                  </a:lnTo>
                  <a:lnTo>
                    <a:pt x="685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79"/>
            <p:cNvSpPr/>
            <p:nvPr/>
          </p:nvSpPr>
          <p:spPr>
            <a:xfrm>
              <a:off x="7236600" y="3184700"/>
              <a:ext cx="145775" cy="75750"/>
            </a:xfrm>
            <a:custGeom>
              <a:rect b="b" l="l" r="r" t="t"/>
              <a:pathLst>
                <a:path extrusionOk="0" h="3030" w="5831">
                  <a:moveTo>
                    <a:pt x="0" y="0"/>
                  </a:moveTo>
                  <a:lnTo>
                    <a:pt x="0" y="438"/>
                  </a:lnTo>
                  <a:lnTo>
                    <a:pt x="972" y="438"/>
                  </a:lnTo>
                  <a:lnTo>
                    <a:pt x="972" y="3029"/>
                  </a:lnTo>
                  <a:lnTo>
                    <a:pt x="1448" y="3029"/>
                  </a:lnTo>
                  <a:lnTo>
                    <a:pt x="1448" y="438"/>
                  </a:lnTo>
                  <a:lnTo>
                    <a:pt x="2420" y="438"/>
                  </a:lnTo>
                  <a:lnTo>
                    <a:pt x="2420" y="0"/>
                  </a:lnTo>
                  <a:close/>
                  <a:moveTo>
                    <a:pt x="2763" y="0"/>
                  </a:moveTo>
                  <a:lnTo>
                    <a:pt x="2763" y="3029"/>
                  </a:lnTo>
                  <a:lnTo>
                    <a:pt x="3239" y="3029"/>
                  </a:lnTo>
                  <a:lnTo>
                    <a:pt x="3239" y="667"/>
                  </a:lnTo>
                  <a:lnTo>
                    <a:pt x="4173" y="2439"/>
                  </a:lnTo>
                  <a:lnTo>
                    <a:pt x="4420" y="2439"/>
                  </a:lnTo>
                  <a:lnTo>
                    <a:pt x="5354" y="648"/>
                  </a:lnTo>
                  <a:lnTo>
                    <a:pt x="5354" y="3029"/>
                  </a:lnTo>
                  <a:lnTo>
                    <a:pt x="5830" y="3029"/>
                  </a:lnTo>
                  <a:lnTo>
                    <a:pt x="5811" y="0"/>
                  </a:lnTo>
                  <a:lnTo>
                    <a:pt x="5182" y="0"/>
                  </a:lnTo>
                  <a:lnTo>
                    <a:pt x="4287" y="1734"/>
                  </a:lnTo>
                  <a:lnTo>
                    <a:pt x="337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79"/>
            <p:cNvSpPr/>
            <p:nvPr/>
          </p:nvSpPr>
          <p:spPr>
            <a:xfrm>
              <a:off x="238125" y="2462650"/>
              <a:ext cx="830650" cy="829700"/>
            </a:xfrm>
            <a:custGeom>
              <a:rect b="b" l="l" r="r" t="t"/>
              <a:pathLst>
                <a:path extrusionOk="0" h="33188" w="33226">
                  <a:moveTo>
                    <a:pt x="1124" y="1"/>
                  </a:moveTo>
                  <a:lnTo>
                    <a:pt x="895" y="20"/>
                  </a:lnTo>
                  <a:lnTo>
                    <a:pt x="495" y="172"/>
                  </a:lnTo>
                  <a:lnTo>
                    <a:pt x="191" y="477"/>
                  </a:lnTo>
                  <a:lnTo>
                    <a:pt x="19" y="896"/>
                  </a:lnTo>
                  <a:lnTo>
                    <a:pt x="0" y="1125"/>
                  </a:lnTo>
                  <a:lnTo>
                    <a:pt x="0" y="32083"/>
                  </a:lnTo>
                  <a:lnTo>
                    <a:pt x="19" y="32292"/>
                  </a:lnTo>
                  <a:lnTo>
                    <a:pt x="191" y="32711"/>
                  </a:lnTo>
                  <a:lnTo>
                    <a:pt x="495" y="33016"/>
                  </a:lnTo>
                  <a:lnTo>
                    <a:pt x="895" y="33169"/>
                  </a:lnTo>
                  <a:lnTo>
                    <a:pt x="1124" y="33188"/>
                  </a:lnTo>
                  <a:lnTo>
                    <a:pt x="32101" y="33188"/>
                  </a:lnTo>
                  <a:lnTo>
                    <a:pt x="32330" y="33169"/>
                  </a:lnTo>
                  <a:lnTo>
                    <a:pt x="32730" y="33016"/>
                  </a:lnTo>
                  <a:lnTo>
                    <a:pt x="33035" y="32711"/>
                  </a:lnTo>
                  <a:lnTo>
                    <a:pt x="33206" y="32292"/>
                  </a:lnTo>
                  <a:lnTo>
                    <a:pt x="33225" y="32083"/>
                  </a:lnTo>
                  <a:lnTo>
                    <a:pt x="33225" y="20290"/>
                  </a:lnTo>
                  <a:lnTo>
                    <a:pt x="14003" y="20290"/>
                  </a:lnTo>
                  <a:lnTo>
                    <a:pt x="13774" y="20271"/>
                  </a:lnTo>
                  <a:lnTo>
                    <a:pt x="13374" y="20100"/>
                  </a:lnTo>
                  <a:lnTo>
                    <a:pt x="13069" y="19795"/>
                  </a:lnTo>
                  <a:lnTo>
                    <a:pt x="12898" y="19395"/>
                  </a:lnTo>
                  <a:lnTo>
                    <a:pt x="12879" y="19166"/>
                  </a:lnTo>
                  <a:lnTo>
                    <a:pt x="1287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79"/>
            <p:cNvSpPr/>
            <p:nvPr/>
          </p:nvSpPr>
          <p:spPr>
            <a:xfrm>
              <a:off x="561025" y="2139750"/>
              <a:ext cx="830200" cy="830175"/>
            </a:xfrm>
            <a:custGeom>
              <a:rect b="b" l="l" r="r" t="t"/>
              <a:pathLst>
                <a:path extrusionOk="0" h="33207" w="33208">
                  <a:moveTo>
                    <a:pt x="1106" y="0"/>
                  </a:moveTo>
                  <a:lnTo>
                    <a:pt x="877" y="19"/>
                  </a:lnTo>
                  <a:lnTo>
                    <a:pt x="477" y="191"/>
                  </a:lnTo>
                  <a:lnTo>
                    <a:pt x="172" y="495"/>
                  </a:lnTo>
                  <a:lnTo>
                    <a:pt x="1" y="895"/>
                  </a:lnTo>
                  <a:lnTo>
                    <a:pt x="1" y="1124"/>
                  </a:lnTo>
                  <a:lnTo>
                    <a:pt x="1" y="12879"/>
                  </a:lnTo>
                  <a:lnTo>
                    <a:pt x="12479" y="12879"/>
                  </a:lnTo>
                  <a:lnTo>
                    <a:pt x="12727" y="12898"/>
                  </a:lnTo>
                  <a:lnTo>
                    <a:pt x="13222" y="13107"/>
                  </a:lnTo>
                  <a:lnTo>
                    <a:pt x="13432" y="13298"/>
                  </a:lnTo>
                  <a:lnTo>
                    <a:pt x="19909" y="19775"/>
                  </a:lnTo>
                  <a:lnTo>
                    <a:pt x="20081" y="19966"/>
                  </a:lnTo>
                  <a:lnTo>
                    <a:pt x="20290" y="20461"/>
                  </a:lnTo>
                  <a:lnTo>
                    <a:pt x="20309" y="20728"/>
                  </a:lnTo>
                  <a:lnTo>
                    <a:pt x="20309" y="33206"/>
                  </a:lnTo>
                  <a:lnTo>
                    <a:pt x="20976" y="33187"/>
                  </a:lnTo>
                  <a:lnTo>
                    <a:pt x="22272" y="33035"/>
                  </a:lnTo>
                  <a:lnTo>
                    <a:pt x="23529" y="32730"/>
                  </a:lnTo>
                  <a:lnTo>
                    <a:pt x="24748" y="32273"/>
                  </a:lnTo>
                  <a:lnTo>
                    <a:pt x="25891" y="31682"/>
                  </a:lnTo>
                  <a:lnTo>
                    <a:pt x="26996" y="30958"/>
                  </a:lnTo>
                  <a:lnTo>
                    <a:pt x="28025" y="30101"/>
                  </a:lnTo>
                  <a:lnTo>
                    <a:pt x="28978" y="29129"/>
                  </a:lnTo>
                  <a:lnTo>
                    <a:pt x="29854" y="28043"/>
                  </a:lnTo>
                  <a:lnTo>
                    <a:pt x="30654" y="26843"/>
                  </a:lnTo>
                  <a:lnTo>
                    <a:pt x="31340" y="25528"/>
                  </a:lnTo>
                  <a:lnTo>
                    <a:pt x="31950" y="24100"/>
                  </a:lnTo>
                  <a:lnTo>
                    <a:pt x="32426" y="22595"/>
                  </a:lnTo>
                  <a:lnTo>
                    <a:pt x="32807" y="20975"/>
                  </a:lnTo>
                  <a:lnTo>
                    <a:pt x="33074" y="19280"/>
                  </a:lnTo>
                  <a:lnTo>
                    <a:pt x="33207" y="17508"/>
                  </a:lnTo>
                  <a:lnTo>
                    <a:pt x="33207" y="16574"/>
                  </a:lnTo>
                  <a:lnTo>
                    <a:pt x="33207" y="15660"/>
                  </a:lnTo>
                  <a:lnTo>
                    <a:pt x="33055" y="13869"/>
                  </a:lnTo>
                  <a:lnTo>
                    <a:pt x="32769" y="12174"/>
                  </a:lnTo>
                  <a:lnTo>
                    <a:pt x="32350" y="10554"/>
                  </a:lnTo>
                  <a:lnTo>
                    <a:pt x="31797" y="9049"/>
                  </a:lnTo>
                  <a:lnTo>
                    <a:pt x="31150" y="7640"/>
                  </a:lnTo>
                  <a:lnTo>
                    <a:pt x="30368" y="6325"/>
                  </a:lnTo>
                  <a:lnTo>
                    <a:pt x="29473" y="5106"/>
                  </a:lnTo>
                  <a:lnTo>
                    <a:pt x="28501" y="4020"/>
                  </a:lnTo>
                  <a:lnTo>
                    <a:pt x="27416" y="3048"/>
                  </a:lnTo>
                  <a:lnTo>
                    <a:pt x="26253" y="2210"/>
                  </a:lnTo>
                  <a:lnTo>
                    <a:pt x="24996" y="1486"/>
                  </a:lnTo>
                  <a:lnTo>
                    <a:pt x="23681" y="915"/>
                  </a:lnTo>
                  <a:lnTo>
                    <a:pt x="22291" y="457"/>
                  </a:lnTo>
                  <a:lnTo>
                    <a:pt x="20843" y="172"/>
                  </a:lnTo>
                  <a:lnTo>
                    <a:pt x="19338" y="19"/>
                  </a:lnTo>
                  <a:lnTo>
                    <a:pt x="1857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79"/>
            <p:cNvSpPr/>
            <p:nvPr/>
          </p:nvSpPr>
          <p:spPr>
            <a:xfrm>
              <a:off x="561025" y="2462175"/>
              <a:ext cx="507750" cy="507250"/>
            </a:xfrm>
            <a:custGeom>
              <a:rect b="b" l="l" r="r" t="t"/>
              <a:pathLst>
                <a:path extrusionOk="0" h="20290" w="20310">
                  <a:moveTo>
                    <a:pt x="1" y="1"/>
                  </a:moveTo>
                  <a:lnTo>
                    <a:pt x="1" y="19166"/>
                  </a:lnTo>
                  <a:lnTo>
                    <a:pt x="1" y="19395"/>
                  </a:lnTo>
                  <a:lnTo>
                    <a:pt x="172" y="19795"/>
                  </a:lnTo>
                  <a:lnTo>
                    <a:pt x="477" y="20099"/>
                  </a:lnTo>
                  <a:lnTo>
                    <a:pt x="877" y="20271"/>
                  </a:lnTo>
                  <a:lnTo>
                    <a:pt x="1106" y="20290"/>
                  </a:lnTo>
                  <a:lnTo>
                    <a:pt x="20309" y="20290"/>
                  </a:lnTo>
                  <a:lnTo>
                    <a:pt x="20309" y="7812"/>
                  </a:lnTo>
                  <a:lnTo>
                    <a:pt x="20290" y="7545"/>
                  </a:lnTo>
                  <a:lnTo>
                    <a:pt x="20081" y="7050"/>
                  </a:lnTo>
                  <a:lnTo>
                    <a:pt x="19909" y="6859"/>
                  </a:lnTo>
                  <a:lnTo>
                    <a:pt x="13432" y="401"/>
                  </a:lnTo>
                  <a:lnTo>
                    <a:pt x="13222" y="210"/>
                  </a:lnTo>
                  <a:lnTo>
                    <a:pt x="1274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7" name="Google Shape;1057;p79"/>
          <p:cNvGrpSpPr/>
          <p:nvPr/>
        </p:nvGrpSpPr>
        <p:grpSpPr>
          <a:xfrm>
            <a:off x="6145075" y="1676800"/>
            <a:ext cx="2583300" cy="2879100"/>
            <a:chOff x="6145075" y="1676800"/>
            <a:chExt cx="2583300" cy="2879100"/>
          </a:xfrm>
        </p:grpSpPr>
        <p:sp>
          <p:nvSpPr>
            <p:cNvPr id="1058" name="Google Shape;1058;p79"/>
            <p:cNvSpPr/>
            <p:nvPr/>
          </p:nvSpPr>
          <p:spPr>
            <a:xfrm>
              <a:off x="6145075" y="1676800"/>
              <a:ext cx="2583300" cy="2879100"/>
            </a:xfrm>
            <a:prstGeom prst="roundRect">
              <a:avLst>
                <a:gd fmla="val 299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S Indigo"/>
                <a:ea typeface="DS Indigo"/>
                <a:cs typeface="DS Indigo"/>
                <a:sym typeface="DS Indigo"/>
              </a:endParaRPr>
            </a:p>
          </p:txBody>
        </p:sp>
        <p:grpSp>
          <p:nvGrpSpPr>
            <p:cNvPr id="1059" name="Google Shape;1059;p79"/>
            <p:cNvGrpSpPr/>
            <p:nvPr/>
          </p:nvGrpSpPr>
          <p:grpSpPr>
            <a:xfrm>
              <a:off x="6596597" y="3000699"/>
              <a:ext cx="1783496" cy="177635"/>
              <a:chOff x="6506297" y="3000699"/>
              <a:chExt cx="1783496" cy="177635"/>
            </a:xfrm>
          </p:grpSpPr>
          <p:grpSp>
            <p:nvGrpSpPr>
              <p:cNvPr id="1060" name="Google Shape;1060;p79"/>
              <p:cNvGrpSpPr/>
              <p:nvPr/>
            </p:nvGrpSpPr>
            <p:grpSpPr>
              <a:xfrm>
                <a:off x="6506297" y="3000872"/>
                <a:ext cx="860298" cy="177463"/>
                <a:chOff x="4782196" y="3246142"/>
                <a:chExt cx="1345477" cy="277546"/>
              </a:xfrm>
            </p:grpSpPr>
            <p:sp>
              <p:nvSpPr>
                <p:cNvPr id="1061" name="Google Shape;1061;p79"/>
                <p:cNvSpPr/>
                <p:nvPr/>
              </p:nvSpPr>
              <p:spPr>
                <a:xfrm>
                  <a:off x="6002193" y="3316108"/>
                  <a:ext cx="125480" cy="146548"/>
                </a:xfrm>
                <a:custGeom>
                  <a:rect b="b" l="l" r="r" t="t"/>
                  <a:pathLst>
                    <a:path extrusionOk="0" h="146548" w="125480">
                      <a:moveTo>
                        <a:pt x="125481" y="56099"/>
                      </a:moveTo>
                      <a:lnTo>
                        <a:pt x="125481" y="146549"/>
                      </a:lnTo>
                      <a:lnTo>
                        <a:pt x="92265" y="146549"/>
                      </a:lnTo>
                      <a:lnTo>
                        <a:pt x="92265" y="62115"/>
                      </a:lnTo>
                      <a:cubicBezTo>
                        <a:pt x="92265" y="41518"/>
                        <a:pt x="83388" y="30055"/>
                        <a:pt x="66175" y="30055"/>
                      </a:cubicBezTo>
                      <a:cubicBezTo>
                        <a:pt x="48963" y="30055"/>
                        <a:pt x="37517" y="42079"/>
                        <a:pt x="34348" y="62382"/>
                      </a:cubicBezTo>
                      <a:cubicBezTo>
                        <a:pt x="33483" y="67239"/>
                        <a:pt x="33216" y="74662"/>
                        <a:pt x="33216" y="90431"/>
                      </a:cubicBezTo>
                      <a:lnTo>
                        <a:pt x="33216" y="146530"/>
                      </a:lnTo>
                      <a:lnTo>
                        <a:pt x="0" y="146530"/>
                      </a:lnTo>
                      <a:lnTo>
                        <a:pt x="0" y="2852"/>
                      </a:lnTo>
                      <a:lnTo>
                        <a:pt x="29439" y="2852"/>
                      </a:lnTo>
                      <a:cubicBezTo>
                        <a:pt x="29505" y="4144"/>
                        <a:pt x="30219" y="16986"/>
                        <a:pt x="30267" y="17746"/>
                      </a:cubicBezTo>
                      <a:cubicBezTo>
                        <a:pt x="30324" y="18791"/>
                        <a:pt x="31532" y="19314"/>
                        <a:pt x="32341" y="18668"/>
                      </a:cubicBezTo>
                      <a:cubicBezTo>
                        <a:pt x="44586" y="8982"/>
                        <a:pt x="58021" y="0"/>
                        <a:pt x="76765" y="0"/>
                      </a:cubicBezTo>
                      <a:cubicBezTo>
                        <a:pt x="107393" y="0"/>
                        <a:pt x="125481" y="20892"/>
                        <a:pt x="125481" y="5609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2" name="Google Shape;1062;p79"/>
                <p:cNvSpPr/>
                <p:nvPr/>
              </p:nvSpPr>
              <p:spPr>
                <a:xfrm>
                  <a:off x="5838349" y="3316156"/>
                  <a:ext cx="139867" cy="207532"/>
                </a:xfrm>
                <a:custGeom>
                  <a:rect b="b" l="l" r="r" t="t"/>
                  <a:pathLst>
                    <a:path extrusionOk="0" h="207532" w="139867">
                      <a:moveTo>
                        <a:pt x="110086" y="2870"/>
                      </a:moveTo>
                      <a:lnTo>
                        <a:pt x="109001" y="19267"/>
                      </a:lnTo>
                      <a:cubicBezTo>
                        <a:pt x="108935" y="20322"/>
                        <a:pt x="107669" y="20844"/>
                        <a:pt x="106889" y="20151"/>
                      </a:cubicBezTo>
                      <a:cubicBezTo>
                        <a:pt x="102893" y="16311"/>
                        <a:pt x="87974" y="0"/>
                        <a:pt x="62788" y="0"/>
                      </a:cubicBezTo>
                      <a:cubicBezTo>
                        <a:pt x="26679" y="0"/>
                        <a:pt x="47" y="31176"/>
                        <a:pt x="28" y="73502"/>
                      </a:cubicBezTo>
                      <a:lnTo>
                        <a:pt x="0" y="73502"/>
                      </a:lnTo>
                      <a:cubicBezTo>
                        <a:pt x="0" y="116418"/>
                        <a:pt x="26356" y="147632"/>
                        <a:pt x="62769" y="147632"/>
                      </a:cubicBezTo>
                      <a:cubicBezTo>
                        <a:pt x="87041" y="147632"/>
                        <a:pt x="101941" y="131911"/>
                        <a:pt x="104663" y="128394"/>
                      </a:cubicBezTo>
                      <a:cubicBezTo>
                        <a:pt x="105443" y="127443"/>
                        <a:pt x="106956" y="128004"/>
                        <a:pt x="106927" y="129230"/>
                      </a:cubicBezTo>
                      <a:cubicBezTo>
                        <a:pt x="106623" y="133612"/>
                        <a:pt x="105957" y="144571"/>
                        <a:pt x="102331" y="153877"/>
                      </a:cubicBezTo>
                      <a:cubicBezTo>
                        <a:pt x="97755" y="165654"/>
                        <a:pt x="87384" y="176565"/>
                        <a:pt x="66499" y="176565"/>
                      </a:cubicBezTo>
                      <a:cubicBezTo>
                        <a:pt x="49325" y="176565"/>
                        <a:pt x="34148" y="169988"/>
                        <a:pt x="19800" y="155968"/>
                      </a:cubicBezTo>
                      <a:lnTo>
                        <a:pt x="2617" y="179740"/>
                      </a:lnTo>
                      <a:cubicBezTo>
                        <a:pt x="18363" y="197515"/>
                        <a:pt x="43283" y="207533"/>
                        <a:pt x="70238" y="207533"/>
                      </a:cubicBezTo>
                      <a:cubicBezTo>
                        <a:pt x="113778" y="207533"/>
                        <a:pt x="139867" y="177753"/>
                        <a:pt x="139867" y="129088"/>
                      </a:cubicBezTo>
                      <a:lnTo>
                        <a:pt x="139867" y="2870"/>
                      </a:lnTo>
                      <a:lnTo>
                        <a:pt x="110086" y="2870"/>
                      </a:lnTo>
                      <a:close/>
                      <a:moveTo>
                        <a:pt x="69981" y="117625"/>
                      </a:moveTo>
                      <a:cubicBezTo>
                        <a:pt x="48506" y="117625"/>
                        <a:pt x="33302" y="99033"/>
                        <a:pt x="33302" y="73550"/>
                      </a:cubicBezTo>
                      <a:cubicBezTo>
                        <a:pt x="33302" y="48067"/>
                        <a:pt x="48506" y="30026"/>
                        <a:pt x="69981" y="30026"/>
                      </a:cubicBezTo>
                      <a:cubicBezTo>
                        <a:pt x="91466" y="30026"/>
                        <a:pt x="106651" y="48048"/>
                        <a:pt x="106651" y="73550"/>
                      </a:cubicBezTo>
                      <a:cubicBezTo>
                        <a:pt x="106651" y="99052"/>
                        <a:pt x="91447" y="117625"/>
                        <a:pt x="69981" y="1176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3" name="Google Shape;1063;p79"/>
                <p:cNvSpPr/>
                <p:nvPr/>
              </p:nvSpPr>
              <p:spPr>
                <a:xfrm>
                  <a:off x="5648652" y="3316156"/>
                  <a:ext cx="120381" cy="149428"/>
                </a:xfrm>
                <a:custGeom>
                  <a:rect b="b" l="l" r="r" t="t"/>
                  <a:pathLst>
                    <a:path extrusionOk="0" h="149428" w="120381">
                      <a:moveTo>
                        <a:pt x="120381" y="103900"/>
                      </a:moveTo>
                      <a:cubicBezTo>
                        <a:pt x="120381" y="131112"/>
                        <a:pt x="97441" y="149429"/>
                        <a:pt x="63920" y="149429"/>
                      </a:cubicBezTo>
                      <a:cubicBezTo>
                        <a:pt x="37555" y="149429"/>
                        <a:pt x="14120" y="139154"/>
                        <a:pt x="19" y="124573"/>
                      </a:cubicBezTo>
                      <a:lnTo>
                        <a:pt x="57" y="124535"/>
                      </a:lnTo>
                      <a:lnTo>
                        <a:pt x="0" y="124535"/>
                      </a:lnTo>
                      <a:lnTo>
                        <a:pt x="10942" y="98529"/>
                      </a:lnTo>
                      <a:cubicBezTo>
                        <a:pt x="21503" y="108053"/>
                        <a:pt x="38563" y="121702"/>
                        <a:pt x="62817" y="121702"/>
                      </a:cubicBezTo>
                      <a:cubicBezTo>
                        <a:pt x="79734" y="121702"/>
                        <a:pt x="89458" y="114260"/>
                        <a:pt x="89458" y="104793"/>
                      </a:cubicBezTo>
                      <a:cubicBezTo>
                        <a:pt x="89458" y="93910"/>
                        <a:pt x="75976" y="91030"/>
                        <a:pt x="59934" y="87874"/>
                      </a:cubicBezTo>
                      <a:cubicBezTo>
                        <a:pt x="37013" y="83036"/>
                        <a:pt x="6651" y="75280"/>
                        <a:pt x="6651" y="44075"/>
                      </a:cubicBezTo>
                      <a:cubicBezTo>
                        <a:pt x="6651" y="18012"/>
                        <a:pt x="27859" y="0"/>
                        <a:pt x="59087" y="0"/>
                      </a:cubicBezTo>
                      <a:cubicBezTo>
                        <a:pt x="83140" y="0"/>
                        <a:pt x="103797" y="9163"/>
                        <a:pt x="118088" y="21187"/>
                      </a:cubicBezTo>
                      <a:lnTo>
                        <a:pt x="101723" y="44094"/>
                      </a:lnTo>
                      <a:cubicBezTo>
                        <a:pt x="87964" y="33220"/>
                        <a:pt x="73378" y="27764"/>
                        <a:pt x="59020" y="27764"/>
                      </a:cubicBezTo>
                      <a:cubicBezTo>
                        <a:pt x="44662" y="27764"/>
                        <a:pt x="37555" y="33790"/>
                        <a:pt x="37555" y="42373"/>
                      </a:cubicBezTo>
                      <a:cubicBezTo>
                        <a:pt x="37555" y="54407"/>
                        <a:pt x="53045" y="57562"/>
                        <a:pt x="64510" y="59844"/>
                      </a:cubicBezTo>
                      <a:cubicBezTo>
                        <a:pt x="93169" y="65547"/>
                        <a:pt x="120381" y="74158"/>
                        <a:pt x="120381" y="10390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4" name="Google Shape;1064;p79"/>
                <p:cNvSpPr/>
                <p:nvPr/>
              </p:nvSpPr>
              <p:spPr>
                <a:xfrm>
                  <a:off x="5212843" y="3316108"/>
                  <a:ext cx="139800" cy="149438"/>
                </a:xfrm>
                <a:custGeom>
                  <a:rect b="b" l="l" r="r" t="t"/>
                  <a:pathLst>
                    <a:path extrusionOk="0" h="149438" w="139800">
                      <a:moveTo>
                        <a:pt x="69883" y="0"/>
                      </a:moveTo>
                      <a:cubicBezTo>
                        <a:pt x="29218" y="0"/>
                        <a:pt x="0" y="31509"/>
                        <a:pt x="0" y="74719"/>
                      </a:cubicBezTo>
                      <a:cubicBezTo>
                        <a:pt x="0" y="117919"/>
                        <a:pt x="29201" y="149438"/>
                        <a:pt x="69883" y="149438"/>
                      </a:cubicBezTo>
                      <a:cubicBezTo>
                        <a:pt x="110565" y="149438"/>
                        <a:pt x="139801" y="117976"/>
                        <a:pt x="139801" y="74719"/>
                      </a:cubicBezTo>
                      <a:cubicBezTo>
                        <a:pt x="139801" y="31462"/>
                        <a:pt x="110548" y="0"/>
                        <a:pt x="69883" y="0"/>
                      </a:cubicBezTo>
                      <a:close/>
                      <a:moveTo>
                        <a:pt x="69883" y="119383"/>
                      </a:moveTo>
                      <a:cubicBezTo>
                        <a:pt x="48420" y="119383"/>
                        <a:pt x="33215" y="101067"/>
                        <a:pt x="33215" y="74719"/>
                      </a:cubicBezTo>
                      <a:cubicBezTo>
                        <a:pt x="33215" y="48362"/>
                        <a:pt x="48113" y="30055"/>
                        <a:pt x="69883" y="30055"/>
                      </a:cubicBezTo>
                      <a:cubicBezTo>
                        <a:pt x="91652" y="30055"/>
                        <a:pt x="106551" y="48381"/>
                        <a:pt x="106551" y="74719"/>
                      </a:cubicBezTo>
                      <a:cubicBezTo>
                        <a:pt x="106551" y="101048"/>
                        <a:pt x="91364" y="119383"/>
                        <a:pt x="69883" y="11938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5" name="Google Shape;1065;p79"/>
                <p:cNvSpPr/>
                <p:nvPr/>
              </p:nvSpPr>
              <p:spPr>
                <a:xfrm>
                  <a:off x="5364345" y="3316108"/>
                  <a:ext cx="132385" cy="149476"/>
                </a:xfrm>
                <a:custGeom>
                  <a:rect b="b" l="l" r="r" t="t"/>
                  <a:pathLst>
                    <a:path extrusionOk="0" h="149476" w="132385">
                      <a:moveTo>
                        <a:pt x="0" y="74719"/>
                      </a:moveTo>
                      <a:cubicBezTo>
                        <a:pt x="0" y="32060"/>
                        <a:pt x="29219" y="0"/>
                        <a:pt x="68217" y="0"/>
                      </a:cubicBezTo>
                      <a:cubicBezTo>
                        <a:pt x="99171" y="0"/>
                        <a:pt x="121807" y="15474"/>
                        <a:pt x="132386" y="44664"/>
                      </a:cubicBezTo>
                      <a:lnTo>
                        <a:pt x="102878" y="55823"/>
                      </a:lnTo>
                      <a:cubicBezTo>
                        <a:pt x="94867" y="37802"/>
                        <a:pt x="84254" y="30064"/>
                        <a:pt x="68200" y="30064"/>
                      </a:cubicBezTo>
                      <a:cubicBezTo>
                        <a:pt x="48148" y="30064"/>
                        <a:pt x="33249" y="48960"/>
                        <a:pt x="33249" y="74738"/>
                      </a:cubicBezTo>
                      <a:cubicBezTo>
                        <a:pt x="33249" y="100506"/>
                        <a:pt x="48132" y="119402"/>
                        <a:pt x="68200" y="119402"/>
                      </a:cubicBezTo>
                      <a:cubicBezTo>
                        <a:pt x="84254" y="119402"/>
                        <a:pt x="94833" y="111656"/>
                        <a:pt x="102878" y="93644"/>
                      </a:cubicBezTo>
                      <a:lnTo>
                        <a:pt x="132386" y="104802"/>
                      </a:lnTo>
                      <a:cubicBezTo>
                        <a:pt x="121807" y="133992"/>
                        <a:pt x="99171" y="149476"/>
                        <a:pt x="68217" y="149476"/>
                      </a:cubicBezTo>
                      <a:cubicBezTo>
                        <a:pt x="29269" y="149476"/>
                        <a:pt x="0" y="117416"/>
                        <a:pt x="0" y="74748"/>
                      </a:cubicBezTo>
                      <a:lnTo>
                        <a:pt x="0" y="74662"/>
                      </a:lnTo>
                      <a:lnTo>
                        <a:pt x="0" y="74700"/>
                      </a:lnTo>
                      <a:lnTo>
                        <a:pt x="0" y="7471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6" name="Google Shape;1066;p79"/>
                <p:cNvSpPr/>
                <p:nvPr/>
              </p:nvSpPr>
              <p:spPr>
                <a:xfrm>
                  <a:off x="5055812" y="3252272"/>
                  <a:ext cx="139834" cy="213245"/>
                </a:xfrm>
                <a:custGeom>
                  <a:rect b="b" l="l" r="r" t="t"/>
                  <a:pathLst>
                    <a:path extrusionOk="0" h="213245" w="139834">
                      <a:moveTo>
                        <a:pt x="130787" y="0"/>
                      </a:moveTo>
                      <a:cubicBezTo>
                        <a:pt x="130175" y="0"/>
                        <a:pt x="129562" y="152"/>
                        <a:pt x="129001" y="437"/>
                      </a:cubicBezTo>
                      <a:lnTo>
                        <a:pt x="107282" y="11872"/>
                      </a:lnTo>
                      <a:cubicBezTo>
                        <a:pt x="106857" y="12100"/>
                        <a:pt x="106602" y="12537"/>
                        <a:pt x="106602" y="13012"/>
                      </a:cubicBezTo>
                      <a:lnTo>
                        <a:pt x="106602" y="81468"/>
                      </a:lnTo>
                      <a:cubicBezTo>
                        <a:pt x="106602" y="82608"/>
                        <a:pt x="105275" y="83131"/>
                        <a:pt x="104425" y="82371"/>
                      </a:cubicBezTo>
                      <a:cubicBezTo>
                        <a:pt x="101245" y="79567"/>
                        <a:pt x="93744" y="72580"/>
                        <a:pt x="83319" y="67790"/>
                      </a:cubicBezTo>
                      <a:cubicBezTo>
                        <a:pt x="77927" y="65309"/>
                        <a:pt x="69934" y="63845"/>
                        <a:pt x="62757" y="63845"/>
                      </a:cubicBezTo>
                      <a:cubicBezTo>
                        <a:pt x="26378" y="63845"/>
                        <a:pt x="0" y="95364"/>
                        <a:pt x="0" y="138574"/>
                      </a:cubicBezTo>
                      <a:cubicBezTo>
                        <a:pt x="0" y="181774"/>
                        <a:pt x="26361" y="213245"/>
                        <a:pt x="62757" y="213245"/>
                      </a:cubicBezTo>
                      <a:cubicBezTo>
                        <a:pt x="81907" y="213245"/>
                        <a:pt x="96211" y="203237"/>
                        <a:pt x="104952" y="194311"/>
                      </a:cubicBezTo>
                      <a:cubicBezTo>
                        <a:pt x="105548" y="193703"/>
                        <a:pt x="105871" y="193361"/>
                        <a:pt x="106398" y="192781"/>
                      </a:cubicBezTo>
                      <a:cubicBezTo>
                        <a:pt x="107163" y="191973"/>
                        <a:pt x="108541" y="192448"/>
                        <a:pt x="108608" y="193570"/>
                      </a:cubicBezTo>
                      <a:lnTo>
                        <a:pt x="109748" y="210365"/>
                      </a:lnTo>
                      <a:lnTo>
                        <a:pt x="139834" y="210365"/>
                      </a:lnTo>
                      <a:lnTo>
                        <a:pt x="139834" y="865"/>
                      </a:lnTo>
                      <a:cubicBezTo>
                        <a:pt x="139834" y="390"/>
                        <a:pt x="139443" y="0"/>
                        <a:pt x="138967" y="0"/>
                      </a:cubicBezTo>
                      <a:lnTo>
                        <a:pt x="130787" y="0"/>
                      </a:lnTo>
                      <a:close/>
                      <a:moveTo>
                        <a:pt x="69934" y="183219"/>
                      </a:moveTo>
                      <a:cubicBezTo>
                        <a:pt x="48165" y="183219"/>
                        <a:pt x="33266" y="164903"/>
                        <a:pt x="33266" y="138555"/>
                      </a:cubicBezTo>
                      <a:cubicBezTo>
                        <a:pt x="33266" y="112197"/>
                        <a:pt x="48470" y="93891"/>
                        <a:pt x="69934" y="93891"/>
                      </a:cubicBezTo>
                      <a:cubicBezTo>
                        <a:pt x="91397" y="93891"/>
                        <a:pt x="106602" y="112216"/>
                        <a:pt x="106602" y="138555"/>
                      </a:cubicBezTo>
                      <a:cubicBezTo>
                        <a:pt x="106602" y="164884"/>
                        <a:pt x="91721" y="183219"/>
                        <a:pt x="69934" y="18321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7" name="Google Shape;1067;p79"/>
                <p:cNvSpPr/>
                <p:nvPr/>
              </p:nvSpPr>
              <p:spPr>
                <a:xfrm>
                  <a:off x="5786617" y="3318998"/>
                  <a:ext cx="33235" cy="143649"/>
                </a:xfrm>
                <a:custGeom>
                  <a:rect b="b" l="l" r="r" t="t"/>
                  <a:pathLst>
                    <a:path extrusionOk="0" h="143649" w="33235">
                      <a:moveTo>
                        <a:pt x="21570" y="437"/>
                      </a:moveTo>
                      <a:lnTo>
                        <a:pt x="685" y="11444"/>
                      </a:lnTo>
                      <a:cubicBezTo>
                        <a:pt x="257" y="11672"/>
                        <a:pt x="0" y="12109"/>
                        <a:pt x="0" y="12585"/>
                      </a:cubicBezTo>
                      <a:lnTo>
                        <a:pt x="0" y="143649"/>
                      </a:lnTo>
                      <a:lnTo>
                        <a:pt x="33235" y="143649"/>
                      </a:lnTo>
                      <a:lnTo>
                        <a:pt x="33235" y="865"/>
                      </a:lnTo>
                      <a:cubicBezTo>
                        <a:pt x="33235" y="390"/>
                        <a:pt x="32845" y="0"/>
                        <a:pt x="32369" y="0"/>
                      </a:cubicBezTo>
                      <a:lnTo>
                        <a:pt x="23359" y="0"/>
                      </a:lnTo>
                      <a:cubicBezTo>
                        <a:pt x="22721" y="0"/>
                        <a:pt x="22131" y="152"/>
                        <a:pt x="21570" y="43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8" name="Google Shape;1068;p79"/>
                <p:cNvSpPr/>
                <p:nvPr/>
              </p:nvSpPr>
              <p:spPr>
                <a:xfrm>
                  <a:off x="5783201" y="3255656"/>
                  <a:ext cx="40066" cy="40025"/>
                </a:xfrm>
                <a:custGeom>
                  <a:rect b="b" l="l" r="r" t="t"/>
                  <a:pathLst>
                    <a:path extrusionOk="0" h="40025" w="40066">
                      <a:moveTo>
                        <a:pt x="20038" y="40026"/>
                      </a:moveTo>
                      <a:cubicBezTo>
                        <a:pt x="31104" y="40026"/>
                        <a:pt x="40067" y="31072"/>
                        <a:pt x="40067" y="20008"/>
                      </a:cubicBezTo>
                      <a:cubicBezTo>
                        <a:pt x="40067" y="8954"/>
                        <a:pt x="31104" y="0"/>
                        <a:pt x="20038" y="0"/>
                      </a:cubicBezTo>
                      <a:cubicBezTo>
                        <a:pt x="8963" y="0"/>
                        <a:pt x="0" y="8954"/>
                        <a:pt x="0" y="20008"/>
                      </a:cubicBezTo>
                      <a:cubicBezTo>
                        <a:pt x="0" y="31072"/>
                        <a:pt x="8963" y="40026"/>
                        <a:pt x="20038" y="400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69" name="Google Shape;1069;p79"/>
                <p:cNvSpPr/>
                <p:nvPr/>
              </p:nvSpPr>
              <p:spPr>
                <a:xfrm>
                  <a:off x="4782196" y="3308419"/>
                  <a:ext cx="160499" cy="160359"/>
                </a:xfrm>
                <a:custGeom>
                  <a:rect b="b" l="l" r="r" t="t"/>
                  <a:pathLst>
                    <a:path extrusionOk="0" h="160359" w="160499">
                      <a:moveTo>
                        <a:pt x="160482" y="98035"/>
                      </a:moveTo>
                      <a:lnTo>
                        <a:pt x="160482" y="154903"/>
                      </a:lnTo>
                      <a:cubicBezTo>
                        <a:pt x="160482" y="157907"/>
                        <a:pt x="158033" y="160359"/>
                        <a:pt x="155023" y="160359"/>
                      </a:cubicBezTo>
                      <a:lnTo>
                        <a:pt x="5460" y="160359"/>
                      </a:lnTo>
                      <a:cubicBezTo>
                        <a:pt x="2449" y="160359"/>
                        <a:pt x="0" y="157907"/>
                        <a:pt x="0" y="154903"/>
                      </a:cubicBezTo>
                      <a:lnTo>
                        <a:pt x="0" y="5456"/>
                      </a:lnTo>
                      <a:cubicBezTo>
                        <a:pt x="0" y="2452"/>
                        <a:pt x="2449" y="0"/>
                        <a:pt x="5460" y="0"/>
                      </a:cubicBezTo>
                      <a:lnTo>
                        <a:pt x="62349" y="0"/>
                      </a:lnTo>
                      <a:lnTo>
                        <a:pt x="62349" y="92598"/>
                      </a:lnTo>
                      <a:cubicBezTo>
                        <a:pt x="62349" y="95611"/>
                        <a:pt x="64799" y="98054"/>
                        <a:pt x="67809" y="98054"/>
                      </a:cubicBezTo>
                      <a:lnTo>
                        <a:pt x="160499" y="98054"/>
                      </a:lnTo>
                      <a:lnTo>
                        <a:pt x="160482" y="98035"/>
                      </a:lnTo>
                      <a:close/>
                    </a:path>
                  </a:pathLst>
                </a:custGeom>
                <a:solidFill>
                  <a:srgbClr val="4C00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70" name="Google Shape;1070;p79"/>
                <p:cNvSpPr/>
                <p:nvPr/>
              </p:nvSpPr>
              <p:spPr>
                <a:xfrm>
                  <a:off x="4844545" y="3246142"/>
                  <a:ext cx="160515" cy="160330"/>
                </a:xfrm>
                <a:custGeom>
                  <a:rect b="b" l="l" r="r" t="t"/>
                  <a:pathLst>
                    <a:path extrusionOk="0" h="160330" w="160515">
                      <a:moveTo>
                        <a:pt x="160515" y="80137"/>
                      </a:moveTo>
                      <a:cubicBezTo>
                        <a:pt x="160515" y="128004"/>
                        <a:pt x="132607" y="160226"/>
                        <a:pt x="98133" y="160331"/>
                      </a:cubicBezTo>
                      <a:lnTo>
                        <a:pt x="98133" y="100088"/>
                      </a:lnTo>
                      <a:cubicBezTo>
                        <a:pt x="98133" y="98349"/>
                        <a:pt x="97435" y="96685"/>
                        <a:pt x="96211" y="95469"/>
                      </a:cubicBezTo>
                      <a:lnTo>
                        <a:pt x="64934" y="64216"/>
                      </a:lnTo>
                      <a:cubicBezTo>
                        <a:pt x="63709" y="62999"/>
                        <a:pt x="62042" y="62296"/>
                        <a:pt x="60308" y="62296"/>
                      </a:cubicBezTo>
                      <a:lnTo>
                        <a:pt x="0" y="62296"/>
                      </a:lnTo>
                      <a:lnTo>
                        <a:pt x="0" y="5447"/>
                      </a:lnTo>
                      <a:cubicBezTo>
                        <a:pt x="0" y="2443"/>
                        <a:pt x="2449" y="0"/>
                        <a:pt x="5459" y="0"/>
                      </a:cubicBezTo>
                      <a:lnTo>
                        <a:pt x="89850" y="0"/>
                      </a:lnTo>
                      <a:cubicBezTo>
                        <a:pt x="129817" y="0"/>
                        <a:pt x="160515" y="32194"/>
                        <a:pt x="160515" y="80137"/>
                      </a:cubicBezTo>
                      <a:close/>
                    </a:path>
                  </a:pathLst>
                </a:custGeom>
                <a:solidFill>
                  <a:srgbClr val="FF525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71" name="Google Shape;1071;p79"/>
                <p:cNvSpPr/>
                <p:nvPr/>
              </p:nvSpPr>
              <p:spPr>
                <a:xfrm>
                  <a:off x="4844535" y="3308419"/>
                  <a:ext cx="98149" cy="98053"/>
                </a:xfrm>
                <a:custGeom>
                  <a:rect b="b" l="l" r="r" t="t"/>
                  <a:pathLst>
                    <a:path extrusionOk="0" h="98053" w="98149">
                      <a:moveTo>
                        <a:pt x="96228" y="33182"/>
                      </a:moveTo>
                      <a:cubicBezTo>
                        <a:pt x="97452" y="34408"/>
                        <a:pt x="98150" y="36072"/>
                        <a:pt x="98150" y="37811"/>
                      </a:cubicBezTo>
                      <a:lnTo>
                        <a:pt x="98150" y="98054"/>
                      </a:lnTo>
                      <a:lnTo>
                        <a:pt x="5460" y="98054"/>
                      </a:lnTo>
                      <a:cubicBezTo>
                        <a:pt x="2449" y="98054"/>
                        <a:pt x="0" y="95611"/>
                        <a:pt x="0" y="92598"/>
                      </a:cubicBezTo>
                      <a:lnTo>
                        <a:pt x="0" y="0"/>
                      </a:lnTo>
                      <a:lnTo>
                        <a:pt x="60308" y="0"/>
                      </a:lnTo>
                      <a:cubicBezTo>
                        <a:pt x="62043" y="0"/>
                        <a:pt x="63709" y="703"/>
                        <a:pt x="64934" y="1920"/>
                      </a:cubicBezTo>
                      <a:lnTo>
                        <a:pt x="96228" y="3318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72" name="Google Shape;1072;p79"/>
                <p:cNvSpPr/>
                <p:nvPr/>
              </p:nvSpPr>
              <p:spPr>
                <a:xfrm>
                  <a:off x="5511062" y="3318960"/>
                  <a:ext cx="125553" cy="146586"/>
                </a:xfrm>
                <a:custGeom>
                  <a:rect b="b" l="l" r="r" t="t"/>
                  <a:pathLst>
                    <a:path extrusionOk="0" h="146586" w="125553">
                      <a:moveTo>
                        <a:pt x="125553" y="0"/>
                      </a:moveTo>
                      <a:lnTo>
                        <a:pt x="125553" y="78055"/>
                      </a:lnTo>
                      <a:cubicBezTo>
                        <a:pt x="125553" y="137215"/>
                        <a:pt x="92366" y="146587"/>
                        <a:pt x="62775" y="146587"/>
                      </a:cubicBezTo>
                      <a:cubicBezTo>
                        <a:pt x="33182" y="146587"/>
                        <a:pt x="0" y="137215"/>
                        <a:pt x="0" y="78055"/>
                      </a:cubicBezTo>
                      <a:lnTo>
                        <a:pt x="0" y="0"/>
                      </a:lnTo>
                      <a:lnTo>
                        <a:pt x="33182" y="0"/>
                      </a:lnTo>
                      <a:lnTo>
                        <a:pt x="33182" y="86353"/>
                      </a:lnTo>
                      <a:cubicBezTo>
                        <a:pt x="33182" y="94803"/>
                        <a:pt x="35307" y="116551"/>
                        <a:pt x="62775" y="116551"/>
                      </a:cubicBezTo>
                      <a:cubicBezTo>
                        <a:pt x="90244" y="116551"/>
                        <a:pt x="92366" y="94803"/>
                        <a:pt x="92366" y="86353"/>
                      </a:cubicBezTo>
                      <a:lnTo>
                        <a:pt x="92366" y="0"/>
                      </a:lnTo>
                      <a:lnTo>
                        <a:pt x="12555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073" name="Google Shape;1073;p79"/>
              <p:cNvSpPr/>
              <p:nvPr/>
            </p:nvSpPr>
            <p:spPr>
              <a:xfrm>
                <a:off x="7469339" y="3000699"/>
                <a:ext cx="6065" cy="176960"/>
              </a:xfrm>
              <a:custGeom>
                <a:rect b="b" l="l" r="r" t="t"/>
                <a:pathLst>
                  <a:path extrusionOk="0" h="277585" w="9514">
                    <a:moveTo>
                      <a:pt x="0" y="0"/>
                    </a:moveTo>
                    <a:lnTo>
                      <a:pt x="0" y="277585"/>
                    </a:lnTo>
                  </a:path>
                </a:pathLst>
              </a:cu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074" name="Google Shape;1074;p79"/>
              <p:cNvGrpSpPr/>
              <p:nvPr/>
            </p:nvGrpSpPr>
            <p:grpSpPr>
              <a:xfrm>
                <a:off x="7573499" y="3007995"/>
                <a:ext cx="716295" cy="152806"/>
                <a:chOff x="6451263" y="3257282"/>
                <a:chExt cx="1120261" cy="238984"/>
              </a:xfrm>
            </p:grpSpPr>
            <p:sp>
              <p:nvSpPr>
                <p:cNvPr id="1075" name="Google Shape;1075;p79"/>
                <p:cNvSpPr/>
                <p:nvPr/>
              </p:nvSpPr>
              <p:spPr>
                <a:xfrm>
                  <a:off x="6451263" y="3257282"/>
                  <a:ext cx="113796" cy="113680"/>
                </a:xfrm>
                <a:custGeom>
                  <a:rect b="b" l="l" r="r" t="t"/>
                  <a:pathLst>
                    <a:path extrusionOk="0" h="113680" w="113796">
                      <a:moveTo>
                        <a:pt x="0" y="0"/>
                      </a:moveTo>
                      <a:lnTo>
                        <a:pt x="113797" y="0"/>
                      </a:lnTo>
                      <a:cubicBezTo>
                        <a:pt x="113797" y="37897"/>
                        <a:pt x="113797" y="75793"/>
                        <a:pt x="113797" y="113680"/>
                      </a:cubicBezTo>
                      <a:lnTo>
                        <a:pt x="0" y="113680"/>
                      </a:lnTo>
                      <a:lnTo>
                        <a:pt x="0" y="0"/>
                      </a:lnTo>
                      <a:close/>
                    </a:path>
                  </a:pathLst>
                </a:custGeom>
                <a:solidFill>
                  <a:srgbClr val="F2502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76" name="Google Shape;1076;p79"/>
                <p:cNvSpPr/>
                <p:nvPr/>
              </p:nvSpPr>
              <p:spPr>
                <a:xfrm>
                  <a:off x="6576696" y="3257282"/>
                  <a:ext cx="113801" cy="113680"/>
                </a:xfrm>
                <a:custGeom>
                  <a:rect b="b" l="l" r="r" t="t"/>
                  <a:pathLst>
                    <a:path extrusionOk="0" h="113680" w="113801">
                      <a:moveTo>
                        <a:pt x="0" y="0"/>
                      </a:moveTo>
                      <a:lnTo>
                        <a:pt x="113797" y="0"/>
                      </a:lnTo>
                      <a:cubicBezTo>
                        <a:pt x="113797" y="37897"/>
                        <a:pt x="113806" y="75793"/>
                        <a:pt x="113797" y="113680"/>
                      </a:cubicBezTo>
                      <a:cubicBezTo>
                        <a:pt x="75871" y="113680"/>
                        <a:pt x="37935" y="113680"/>
                        <a:pt x="10" y="113680"/>
                      </a:cubicBezTo>
                      <a:cubicBezTo>
                        <a:pt x="0" y="75793"/>
                        <a:pt x="0" y="37897"/>
                        <a:pt x="0" y="0"/>
                      </a:cubicBezTo>
                      <a:lnTo>
                        <a:pt x="0" y="0"/>
                      </a:lnTo>
                      <a:close/>
                    </a:path>
                  </a:pathLst>
                </a:custGeom>
                <a:solidFill>
                  <a:srgbClr val="80BA0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77" name="Google Shape;1077;p79"/>
                <p:cNvSpPr/>
                <p:nvPr/>
              </p:nvSpPr>
              <p:spPr>
                <a:xfrm>
                  <a:off x="7444873" y="3294499"/>
                  <a:ext cx="126651" cy="156375"/>
                </a:xfrm>
                <a:custGeom>
                  <a:rect b="b" l="l" r="r" t="t"/>
                  <a:pathLst>
                    <a:path extrusionOk="0" h="156375" w="126651">
                      <a:moveTo>
                        <a:pt x="32636" y="6097"/>
                      </a:moveTo>
                      <a:cubicBezTo>
                        <a:pt x="43121" y="-718"/>
                        <a:pt x="56680" y="-1354"/>
                        <a:pt x="68507" y="1896"/>
                      </a:cubicBezTo>
                      <a:cubicBezTo>
                        <a:pt x="68602" y="8911"/>
                        <a:pt x="68516" y="15935"/>
                        <a:pt x="68554" y="22969"/>
                      </a:cubicBezTo>
                      <a:cubicBezTo>
                        <a:pt x="62931" y="20498"/>
                        <a:pt x="56328" y="18882"/>
                        <a:pt x="50409" y="21306"/>
                      </a:cubicBezTo>
                      <a:cubicBezTo>
                        <a:pt x="45719" y="23169"/>
                        <a:pt x="42931" y="27969"/>
                        <a:pt x="42198" y="32778"/>
                      </a:cubicBezTo>
                      <a:cubicBezTo>
                        <a:pt x="41323" y="38871"/>
                        <a:pt x="41894" y="45059"/>
                        <a:pt x="41742" y="51189"/>
                      </a:cubicBezTo>
                      <a:cubicBezTo>
                        <a:pt x="53749" y="51218"/>
                        <a:pt x="65747" y="51189"/>
                        <a:pt x="77755" y="51199"/>
                      </a:cubicBezTo>
                      <a:cubicBezTo>
                        <a:pt x="77841" y="43414"/>
                        <a:pt x="77660" y="35630"/>
                        <a:pt x="77850" y="27845"/>
                      </a:cubicBezTo>
                      <a:cubicBezTo>
                        <a:pt x="86014" y="25516"/>
                        <a:pt x="94082" y="22921"/>
                        <a:pt x="102208" y="20469"/>
                      </a:cubicBezTo>
                      <a:cubicBezTo>
                        <a:pt x="102275" y="30725"/>
                        <a:pt x="102113" y="40990"/>
                        <a:pt x="102294" y="51256"/>
                      </a:cubicBezTo>
                      <a:cubicBezTo>
                        <a:pt x="110410" y="51142"/>
                        <a:pt x="118526" y="51227"/>
                        <a:pt x="126651" y="51199"/>
                      </a:cubicBezTo>
                      <a:lnTo>
                        <a:pt x="126651" y="71169"/>
                      </a:lnTo>
                      <a:cubicBezTo>
                        <a:pt x="118497" y="70827"/>
                        <a:pt x="110343" y="71074"/>
                        <a:pt x="102198" y="71045"/>
                      </a:cubicBezTo>
                      <a:cubicBezTo>
                        <a:pt x="102236" y="82527"/>
                        <a:pt x="102208" y="94000"/>
                        <a:pt x="102218" y="105492"/>
                      </a:cubicBezTo>
                      <a:cubicBezTo>
                        <a:pt x="102341" y="111850"/>
                        <a:pt x="101875" y="118238"/>
                        <a:pt x="102617" y="124578"/>
                      </a:cubicBezTo>
                      <a:cubicBezTo>
                        <a:pt x="103064" y="128304"/>
                        <a:pt x="104425" y="132448"/>
                        <a:pt x="107936" y="134377"/>
                      </a:cubicBezTo>
                      <a:cubicBezTo>
                        <a:pt x="113806" y="137666"/>
                        <a:pt x="121257" y="136231"/>
                        <a:pt x="126651" y="132619"/>
                      </a:cubicBezTo>
                      <a:lnTo>
                        <a:pt x="126651" y="152789"/>
                      </a:lnTo>
                      <a:cubicBezTo>
                        <a:pt x="119620" y="155840"/>
                        <a:pt x="111751" y="156771"/>
                        <a:pt x="104149" y="156229"/>
                      </a:cubicBezTo>
                      <a:cubicBezTo>
                        <a:pt x="96927" y="155697"/>
                        <a:pt x="89449" y="153074"/>
                        <a:pt x="84748" y="147342"/>
                      </a:cubicBezTo>
                      <a:cubicBezTo>
                        <a:pt x="79306" y="140860"/>
                        <a:pt x="77898" y="132087"/>
                        <a:pt x="77793" y="123874"/>
                      </a:cubicBezTo>
                      <a:cubicBezTo>
                        <a:pt x="77726" y="106262"/>
                        <a:pt x="77802" y="88649"/>
                        <a:pt x="77764" y="71017"/>
                      </a:cubicBezTo>
                      <a:cubicBezTo>
                        <a:pt x="65757" y="71017"/>
                        <a:pt x="53749" y="71007"/>
                        <a:pt x="41742" y="71017"/>
                      </a:cubicBezTo>
                      <a:cubicBezTo>
                        <a:pt x="41732" y="98667"/>
                        <a:pt x="41742" y="126317"/>
                        <a:pt x="41742" y="153958"/>
                      </a:cubicBezTo>
                      <a:lnTo>
                        <a:pt x="17127" y="153958"/>
                      </a:lnTo>
                      <a:cubicBezTo>
                        <a:pt x="17127" y="126317"/>
                        <a:pt x="17089" y="98686"/>
                        <a:pt x="17136" y="71045"/>
                      </a:cubicBezTo>
                      <a:cubicBezTo>
                        <a:pt x="11427" y="70941"/>
                        <a:pt x="5719" y="71074"/>
                        <a:pt x="10" y="70960"/>
                      </a:cubicBezTo>
                      <a:cubicBezTo>
                        <a:pt x="29" y="64401"/>
                        <a:pt x="57" y="57833"/>
                        <a:pt x="0" y="51265"/>
                      </a:cubicBezTo>
                      <a:cubicBezTo>
                        <a:pt x="5680" y="51132"/>
                        <a:pt x="11361" y="51189"/>
                        <a:pt x="17060" y="51227"/>
                      </a:cubicBezTo>
                      <a:cubicBezTo>
                        <a:pt x="17469" y="42502"/>
                        <a:pt x="16137" y="33520"/>
                        <a:pt x="18754" y="25022"/>
                      </a:cubicBezTo>
                      <a:cubicBezTo>
                        <a:pt x="20961" y="17342"/>
                        <a:pt x="25871" y="10422"/>
                        <a:pt x="32636" y="6097"/>
                      </a:cubicBezTo>
                      <a:lnTo>
                        <a:pt x="32636" y="6097"/>
                      </a:ln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78" name="Google Shape;1078;p79"/>
                <p:cNvSpPr/>
                <p:nvPr/>
              </p:nvSpPr>
              <p:spPr>
                <a:xfrm>
                  <a:off x="6938048" y="3301857"/>
                  <a:ext cx="29563" cy="28161"/>
                </a:xfrm>
                <a:custGeom>
                  <a:rect b="b" l="l" r="r" t="t"/>
                  <a:pathLst>
                    <a:path extrusionOk="0" h="28161" w="29563">
                      <a:moveTo>
                        <a:pt x="12494" y="174"/>
                      </a:moveTo>
                      <a:cubicBezTo>
                        <a:pt x="17452" y="-577"/>
                        <a:pt x="22827" y="1115"/>
                        <a:pt x="26110" y="4993"/>
                      </a:cubicBezTo>
                      <a:cubicBezTo>
                        <a:pt x="29963" y="9242"/>
                        <a:pt x="30677" y="16000"/>
                        <a:pt x="27823" y="20962"/>
                      </a:cubicBezTo>
                      <a:cubicBezTo>
                        <a:pt x="24664" y="26560"/>
                        <a:pt x="17594" y="29155"/>
                        <a:pt x="11438" y="27815"/>
                      </a:cubicBezTo>
                      <a:cubicBezTo>
                        <a:pt x="5054" y="26665"/>
                        <a:pt x="-274" y="20733"/>
                        <a:pt x="11" y="14118"/>
                      </a:cubicBezTo>
                      <a:cubicBezTo>
                        <a:pt x="-170" y="7160"/>
                        <a:pt x="5653" y="953"/>
                        <a:pt x="12494" y="174"/>
                      </a:cubicBez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79" name="Google Shape;1079;p79"/>
                <p:cNvSpPr/>
                <p:nvPr/>
              </p:nvSpPr>
              <p:spPr>
                <a:xfrm>
                  <a:off x="6761911" y="3305065"/>
                  <a:ext cx="155357" cy="143419"/>
                </a:xfrm>
                <a:custGeom>
                  <a:rect b="b" l="l" r="r" t="t"/>
                  <a:pathLst>
                    <a:path extrusionOk="0" h="143419" w="155357">
                      <a:moveTo>
                        <a:pt x="0" y="8"/>
                      </a:moveTo>
                      <a:lnTo>
                        <a:pt x="35795" y="8"/>
                      </a:lnTo>
                      <a:cubicBezTo>
                        <a:pt x="46936" y="28276"/>
                        <a:pt x="58164" y="56506"/>
                        <a:pt x="69315" y="84764"/>
                      </a:cubicBezTo>
                      <a:cubicBezTo>
                        <a:pt x="72170" y="91836"/>
                        <a:pt x="74834" y="98984"/>
                        <a:pt x="77821" y="105998"/>
                      </a:cubicBezTo>
                      <a:cubicBezTo>
                        <a:pt x="92151" y="70678"/>
                        <a:pt x="106689" y="35452"/>
                        <a:pt x="120914" y="93"/>
                      </a:cubicBezTo>
                      <a:cubicBezTo>
                        <a:pt x="132389" y="-87"/>
                        <a:pt x="143873" y="55"/>
                        <a:pt x="155358" y="27"/>
                      </a:cubicBezTo>
                      <a:cubicBezTo>
                        <a:pt x="155329" y="47818"/>
                        <a:pt x="155339" y="95600"/>
                        <a:pt x="155358" y="143391"/>
                      </a:cubicBezTo>
                      <a:cubicBezTo>
                        <a:pt x="147070" y="143372"/>
                        <a:pt x="138792" y="143458"/>
                        <a:pt x="130514" y="143344"/>
                      </a:cubicBezTo>
                      <a:cubicBezTo>
                        <a:pt x="130610" y="108080"/>
                        <a:pt x="130514" y="72807"/>
                        <a:pt x="130562" y="37534"/>
                      </a:cubicBezTo>
                      <a:cubicBezTo>
                        <a:pt x="130572" y="35956"/>
                        <a:pt x="130514" y="34368"/>
                        <a:pt x="130410" y="32791"/>
                      </a:cubicBezTo>
                      <a:cubicBezTo>
                        <a:pt x="129924" y="33523"/>
                        <a:pt x="129496" y="34292"/>
                        <a:pt x="129116" y="35081"/>
                      </a:cubicBezTo>
                      <a:cubicBezTo>
                        <a:pt x="114891" y="71181"/>
                        <a:pt x="100391" y="107177"/>
                        <a:pt x="86252" y="143315"/>
                      </a:cubicBezTo>
                      <a:cubicBezTo>
                        <a:pt x="80362" y="143524"/>
                        <a:pt x="74463" y="143325"/>
                        <a:pt x="68564" y="143420"/>
                      </a:cubicBezTo>
                      <a:cubicBezTo>
                        <a:pt x="53892" y="107320"/>
                        <a:pt x="39401" y="71134"/>
                        <a:pt x="24796" y="35015"/>
                      </a:cubicBezTo>
                      <a:cubicBezTo>
                        <a:pt x="24415" y="34264"/>
                        <a:pt x="24006" y="33532"/>
                        <a:pt x="23559" y="32829"/>
                      </a:cubicBezTo>
                      <a:cubicBezTo>
                        <a:pt x="23264" y="48274"/>
                        <a:pt x="23511" y="63748"/>
                        <a:pt x="23435" y="79194"/>
                      </a:cubicBezTo>
                      <a:cubicBezTo>
                        <a:pt x="23444" y="100590"/>
                        <a:pt x="23416" y="121995"/>
                        <a:pt x="23444" y="143391"/>
                      </a:cubicBezTo>
                      <a:cubicBezTo>
                        <a:pt x="15623" y="143410"/>
                        <a:pt x="7812" y="143391"/>
                        <a:pt x="10" y="143401"/>
                      </a:cubicBezTo>
                      <a:cubicBezTo>
                        <a:pt x="10" y="95600"/>
                        <a:pt x="0" y="47809"/>
                        <a:pt x="10" y="8"/>
                      </a:cubicBezTo>
                      <a:lnTo>
                        <a:pt x="0" y="8"/>
                      </a:ln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0" name="Google Shape;1080;p79"/>
                <p:cNvSpPr/>
                <p:nvPr/>
              </p:nvSpPr>
              <p:spPr>
                <a:xfrm>
                  <a:off x="6981156" y="3343127"/>
                  <a:ext cx="80699" cy="107749"/>
                </a:xfrm>
                <a:custGeom>
                  <a:rect b="b" l="l" r="r" t="t"/>
                  <a:pathLst>
                    <a:path extrusionOk="0" h="107749" w="80699">
                      <a:moveTo>
                        <a:pt x="37122" y="2476"/>
                      </a:moveTo>
                      <a:cubicBezTo>
                        <a:pt x="48996" y="-908"/>
                        <a:pt x="61803" y="-775"/>
                        <a:pt x="73678" y="2580"/>
                      </a:cubicBezTo>
                      <a:cubicBezTo>
                        <a:pt x="76123" y="3265"/>
                        <a:pt x="78492" y="4215"/>
                        <a:pt x="80699" y="5498"/>
                      </a:cubicBezTo>
                      <a:cubicBezTo>
                        <a:pt x="80557" y="13330"/>
                        <a:pt x="80699" y="21172"/>
                        <a:pt x="80623" y="29014"/>
                      </a:cubicBezTo>
                      <a:cubicBezTo>
                        <a:pt x="72688" y="22959"/>
                        <a:pt x="62621" y="19119"/>
                        <a:pt x="52526" y="20383"/>
                      </a:cubicBezTo>
                      <a:cubicBezTo>
                        <a:pt x="44524" y="21115"/>
                        <a:pt x="36874" y="25259"/>
                        <a:pt x="32088" y="31732"/>
                      </a:cubicBezTo>
                      <a:cubicBezTo>
                        <a:pt x="25932" y="39745"/>
                        <a:pt x="24505" y="50391"/>
                        <a:pt x="25571" y="60190"/>
                      </a:cubicBezTo>
                      <a:cubicBezTo>
                        <a:pt x="26361" y="67870"/>
                        <a:pt x="29538" y="75541"/>
                        <a:pt x="35514" y="80626"/>
                      </a:cubicBezTo>
                      <a:cubicBezTo>
                        <a:pt x="41717" y="86139"/>
                        <a:pt x="50414" y="88088"/>
                        <a:pt x="58540" y="87470"/>
                      </a:cubicBezTo>
                      <a:cubicBezTo>
                        <a:pt x="66560" y="86548"/>
                        <a:pt x="74134" y="83154"/>
                        <a:pt x="80623" y="78421"/>
                      </a:cubicBezTo>
                      <a:cubicBezTo>
                        <a:pt x="80690" y="85844"/>
                        <a:pt x="80585" y="93258"/>
                        <a:pt x="80681" y="100682"/>
                      </a:cubicBezTo>
                      <a:cubicBezTo>
                        <a:pt x="70614" y="106670"/>
                        <a:pt x="58549" y="108210"/>
                        <a:pt x="47036" y="107639"/>
                      </a:cubicBezTo>
                      <a:cubicBezTo>
                        <a:pt x="35247" y="107022"/>
                        <a:pt x="23506" y="102564"/>
                        <a:pt x="14971" y="94285"/>
                      </a:cubicBezTo>
                      <a:cubicBezTo>
                        <a:pt x="5704" y="85360"/>
                        <a:pt x="671" y="72632"/>
                        <a:pt x="81" y="59886"/>
                      </a:cubicBezTo>
                      <a:cubicBezTo>
                        <a:pt x="-519" y="46636"/>
                        <a:pt x="2174" y="32806"/>
                        <a:pt x="9814" y="21742"/>
                      </a:cubicBezTo>
                      <a:cubicBezTo>
                        <a:pt x="16208" y="12294"/>
                        <a:pt x="26218" y="5612"/>
                        <a:pt x="37122" y="2476"/>
                      </a:cubicBez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1" name="Google Shape;1081;p79"/>
                <p:cNvSpPr/>
                <p:nvPr/>
              </p:nvSpPr>
              <p:spPr>
                <a:xfrm>
                  <a:off x="7141092" y="3343126"/>
                  <a:ext cx="105788" cy="107783"/>
                </a:xfrm>
                <a:custGeom>
                  <a:rect b="b" l="l" r="r" t="t"/>
                  <a:pathLst>
                    <a:path extrusionOk="0" h="107783" w="105788">
                      <a:moveTo>
                        <a:pt x="43941" y="708"/>
                      </a:moveTo>
                      <a:cubicBezTo>
                        <a:pt x="55749" y="-794"/>
                        <a:pt x="68214" y="-128"/>
                        <a:pt x="79175" y="4862"/>
                      </a:cubicBezTo>
                      <a:cubicBezTo>
                        <a:pt x="88690" y="9149"/>
                        <a:pt x="96397" y="17076"/>
                        <a:pt x="100669" y="26562"/>
                      </a:cubicBezTo>
                      <a:cubicBezTo>
                        <a:pt x="105226" y="36666"/>
                        <a:pt x="106340" y="48015"/>
                        <a:pt x="105559" y="58974"/>
                      </a:cubicBezTo>
                      <a:cubicBezTo>
                        <a:pt x="104808" y="69677"/>
                        <a:pt x="101439" y="80398"/>
                        <a:pt x="94741" y="88896"/>
                      </a:cubicBezTo>
                      <a:cubicBezTo>
                        <a:pt x="87890" y="97926"/>
                        <a:pt x="77557" y="104037"/>
                        <a:pt x="66491" y="106319"/>
                      </a:cubicBezTo>
                      <a:cubicBezTo>
                        <a:pt x="57024" y="108277"/>
                        <a:pt x="47129" y="108277"/>
                        <a:pt x="37671" y="106290"/>
                      </a:cubicBezTo>
                      <a:cubicBezTo>
                        <a:pt x="26349" y="103866"/>
                        <a:pt x="15873" y="97308"/>
                        <a:pt x="9241" y="87765"/>
                      </a:cubicBezTo>
                      <a:cubicBezTo>
                        <a:pt x="1448" y="76701"/>
                        <a:pt x="-769" y="62633"/>
                        <a:pt x="221" y="49383"/>
                      </a:cubicBezTo>
                      <a:cubicBezTo>
                        <a:pt x="897" y="38139"/>
                        <a:pt x="4388" y="26800"/>
                        <a:pt x="11582" y="17979"/>
                      </a:cubicBezTo>
                      <a:cubicBezTo>
                        <a:pt x="19460" y="8103"/>
                        <a:pt x="31534" y="2267"/>
                        <a:pt x="43941" y="708"/>
                      </a:cubicBez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2" name="Google Shape;1082;p79"/>
                <p:cNvSpPr/>
                <p:nvPr/>
              </p:nvSpPr>
              <p:spPr>
                <a:xfrm>
                  <a:off x="7258113" y="3343149"/>
                  <a:ext cx="68557" cy="107735"/>
                </a:xfrm>
                <a:custGeom>
                  <a:rect b="b" l="l" r="r" t="t"/>
                  <a:pathLst>
                    <a:path extrusionOk="0" h="107735" w="68557">
                      <a:moveTo>
                        <a:pt x="29015" y="885"/>
                      </a:moveTo>
                      <a:cubicBezTo>
                        <a:pt x="40394" y="-1111"/>
                        <a:pt x="52307" y="353"/>
                        <a:pt x="63078" y="4431"/>
                      </a:cubicBezTo>
                      <a:cubicBezTo>
                        <a:pt x="63087" y="11968"/>
                        <a:pt x="63078" y="19496"/>
                        <a:pt x="63087" y="27033"/>
                      </a:cubicBezTo>
                      <a:cubicBezTo>
                        <a:pt x="55561" y="21863"/>
                        <a:pt x="46360" y="19087"/>
                        <a:pt x="37236" y="19401"/>
                      </a:cubicBezTo>
                      <a:cubicBezTo>
                        <a:pt x="32630" y="19582"/>
                        <a:pt x="27578" y="21530"/>
                        <a:pt x="25475" y="25893"/>
                      </a:cubicBezTo>
                      <a:cubicBezTo>
                        <a:pt x="23810" y="30218"/>
                        <a:pt x="24961" y="35883"/>
                        <a:pt x="29043" y="38478"/>
                      </a:cubicBezTo>
                      <a:cubicBezTo>
                        <a:pt x="36027" y="43135"/>
                        <a:pt x="44353" y="45122"/>
                        <a:pt x="51584" y="49294"/>
                      </a:cubicBezTo>
                      <a:cubicBezTo>
                        <a:pt x="57274" y="52488"/>
                        <a:pt x="62792" y="56670"/>
                        <a:pt x="65685" y="62696"/>
                      </a:cubicBezTo>
                      <a:cubicBezTo>
                        <a:pt x="71099" y="73969"/>
                        <a:pt x="68806" y="88883"/>
                        <a:pt x="59272" y="97295"/>
                      </a:cubicBezTo>
                      <a:cubicBezTo>
                        <a:pt x="50176" y="105783"/>
                        <a:pt x="37074" y="108130"/>
                        <a:pt x="25028" y="107684"/>
                      </a:cubicBezTo>
                      <a:cubicBezTo>
                        <a:pt x="16465" y="107132"/>
                        <a:pt x="7873" y="105441"/>
                        <a:pt x="4" y="101943"/>
                      </a:cubicBezTo>
                      <a:cubicBezTo>
                        <a:pt x="33" y="94015"/>
                        <a:pt x="-43" y="86098"/>
                        <a:pt x="42" y="78180"/>
                      </a:cubicBezTo>
                      <a:cubicBezTo>
                        <a:pt x="6665" y="82980"/>
                        <a:pt x="14296" y="86411"/>
                        <a:pt x="22374" y="87809"/>
                      </a:cubicBezTo>
                      <a:cubicBezTo>
                        <a:pt x="27997" y="88721"/>
                        <a:pt x="34115" y="88759"/>
                        <a:pt x="39357" y="86250"/>
                      </a:cubicBezTo>
                      <a:cubicBezTo>
                        <a:pt x="44372" y="83759"/>
                        <a:pt x="45276" y="76640"/>
                        <a:pt x="42297" y="72277"/>
                      </a:cubicBezTo>
                      <a:cubicBezTo>
                        <a:pt x="39510" y="68922"/>
                        <a:pt x="35418" y="67069"/>
                        <a:pt x="31555" y="65253"/>
                      </a:cubicBezTo>
                      <a:cubicBezTo>
                        <a:pt x="24305" y="61993"/>
                        <a:pt x="16684" y="59274"/>
                        <a:pt x="10309" y="54389"/>
                      </a:cubicBezTo>
                      <a:cubicBezTo>
                        <a:pt x="5837" y="50901"/>
                        <a:pt x="2440" y="45986"/>
                        <a:pt x="1117" y="40445"/>
                      </a:cubicBezTo>
                      <a:cubicBezTo>
                        <a:pt x="-852" y="32271"/>
                        <a:pt x="-234" y="23060"/>
                        <a:pt x="4524" y="15913"/>
                      </a:cubicBezTo>
                      <a:cubicBezTo>
                        <a:pt x="9957" y="7596"/>
                        <a:pt x="19395" y="2596"/>
                        <a:pt x="29015" y="885"/>
                      </a:cubicBez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3" name="Google Shape;1083;p79"/>
                <p:cNvSpPr/>
                <p:nvPr/>
              </p:nvSpPr>
              <p:spPr>
                <a:xfrm>
                  <a:off x="7337012" y="3343126"/>
                  <a:ext cx="105700" cy="107777"/>
                </a:xfrm>
                <a:custGeom>
                  <a:rect b="b" l="l" r="r" t="t"/>
                  <a:pathLst>
                    <a:path extrusionOk="0" h="107777" w="105700">
                      <a:moveTo>
                        <a:pt x="44189" y="671"/>
                      </a:moveTo>
                      <a:cubicBezTo>
                        <a:pt x="56472" y="-850"/>
                        <a:pt x="69507" y="-23"/>
                        <a:pt x="80716" y="5632"/>
                      </a:cubicBezTo>
                      <a:cubicBezTo>
                        <a:pt x="90488" y="10509"/>
                        <a:pt x="98071" y="19329"/>
                        <a:pt x="101858" y="29538"/>
                      </a:cubicBezTo>
                      <a:cubicBezTo>
                        <a:pt x="104817" y="37341"/>
                        <a:pt x="105854" y="45763"/>
                        <a:pt x="105682" y="54070"/>
                      </a:cubicBezTo>
                      <a:cubicBezTo>
                        <a:pt x="105711" y="66484"/>
                        <a:pt x="102353" y="79230"/>
                        <a:pt x="94550" y="89077"/>
                      </a:cubicBezTo>
                      <a:cubicBezTo>
                        <a:pt x="87253" y="98601"/>
                        <a:pt x="76082" y="104798"/>
                        <a:pt x="64293" y="106747"/>
                      </a:cubicBezTo>
                      <a:cubicBezTo>
                        <a:pt x="52761" y="108610"/>
                        <a:pt x="40582" y="108125"/>
                        <a:pt x="29631" y="103819"/>
                      </a:cubicBezTo>
                      <a:cubicBezTo>
                        <a:pt x="18527" y="99447"/>
                        <a:pt x="9298" y="90550"/>
                        <a:pt x="4626" y="79582"/>
                      </a:cubicBezTo>
                      <a:cubicBezTo>
                        <a:pt x="-246" y="68404"/>
                        <a:pt x="-759" y="55829"/>
                        <a:pt x="754" y="43890"/>
                      </a:cubicBezTo>
                      <a:cubicBezTo>
                        <a:pt x="2352" y="31942"/>
                        <a:pt x="7766" y="20270"/>
                        <a:pt x="16986" y="12324"/>
                      </a:cubicBezTo>
                      <a:cubicBezTo>
                        <a:pt x="24550" y="5699"/>
                        <a:pt x="34284" y="1945"/>
                        <a:pt x="44189" y="671"/>
                      </a:cubicBez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4" name="Google Shape;1084;p79"/>
                <p:cNvSpPr/>
                <p:nvPr/>
              </p:nvSpPr>
              <p:spPr>
                <a:xfrm>
                  <a:off x="7079886" y="3343773"/>
                  <a:ext cx="59838" cy="104692"/>
                </a:xfrm>
                <a:custGeom>
                  <a:rect b="b" l="l" r="r" t="t"/>
                  <a:pathLst>
                    <a:path extrusionOk="0" h="104692" w="59838">
                      <a:moveTo>
                        <a:pt x="37003" y="3502"/>
                      </a:moveTo>
                      <a:cubicBezTo>
                        <a:pt x="43797" y="-576"/>
                        <a:pt x="52426" y="-918"/>
                        <a:pt x="59839" y="1573"/>
                      </a:cubicBezTo>
                      <a:cubicBezTo>
                        <a:pt x="59810" y="9775"/>
                        <a:pt x="59839" y="17978"/>
                        <a:pt x="59819" y="26172"/>
                      </a:cubicBezTo>
                      <a:cubicBezTo>
                        <a:pt x="54967" y="23035"/>
                        <a:pt x="48915" y="21685"/>
                        <a:pt x="43188" y="22265"/>
                      </a:cubicBezTo>
                      <a:cubicBezTo>
                        <a:pt x="36204" y="23063"/>
                        <a:pt x="30666" y="28424"/>
                        <a:pt x="27793" y="34564"/>
                      </a:cubicBezTo>
                      <a:cubicBezTo>
                        <a:pt x="24681" y="41075"/>
                        <a:pt x="24091" y="48432"/>
                        <a:pt x="24291" y="55552"/>
                      </a:cubicBezTo>
                      <a:cubicBezTo>
                        <a:pt x="24291" y="71929"/>
                        <a:pt x="24291" y="88306"/>
                        <a:pt x="24291" y="104693"/>
                      </a:cubicBezTo>
                      <a:lnTo>
                        <a:pt x="19" y="104693"/>
                      </a:lnTo>
                      <a:cubicBezTo>
                        <a:pt x="0" y="70455"/>
                        <a:pt x="48" y="36209"/>
                        <a:pt x="0" y="1972"/>
                      </a:cubicBezTo>
                      <a:cubicBezTo>
                        <a:pt x="8097" y="1877"/>
                        <a:pt x="16204" y="1915"/>
                        <a:pt x="24301" y="1953"/>
                      </a:cubicBezTo>
                      <a:cubicBezTo>
                        <a:pt x="24263" y="7836"/>
                        <a:pt x="24301" y="13710"/>
                        <a:pt x="24282" y="19603"/>
                      </a:cubicBezTo>
                      <a:cubicBezTo>
                        <a:pt x="26908" y="13197"/>
                        <a:pt x="30828" y="6990"/>
                        <a:pt x="37003" y="3502"/>
                      </a:cubicBez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5" name="Google Shape;1085;p79"/>
                <p:cNvSpPr/>
                <p:nvPr/>
              </p:nvSpPr>
              <p:spPr>
                <a:xfrm>
                  <a:off x="6940294" y="3345679"/>
                  <a:ext cx="24491" cy="102787"/>
                </a:xfrm>
                <a:custGeom>
                  <a:rect b="b" l="l" r="r" t="t"/>
                  <a:pathLst>
                    <a:path extrusionOk="0" h="102787" w="24491">
                      <a:moveTo>
                        <a:pt x="0" y="57"/>
                      </a:moveTo>
                      <a:cubicBezTo>
                        <a:pt x="8164" y="19"/>
                        <a:pt x="16337" y="-67"/>
                        <a:pt x="24491" y="95"/>
                      </a:cubicBezTo>
                      <a:cubicBezTo>
                        <a:pt x="24396" y="34322"/>
                        <a:pt x="24482" y="68560"/>
                        <a:pt x="24453" y="102787"/>
                      </a:cubicBezTo>
                      <a:lnTo>
                        <a:pt x="19" y="102787"/>
                      </a:lnTo>
                      <a:cubicBezTo>
                        <a:pt x="0" y="68541"/>
                        <a:pt x="19" y="34303"/>
                        <a:pt x="0" y="57"/>
                      </a:cubicBezTo>
                      <a:close/>
                    </a:path>
                  </a:pathLst>
                </a:custGeom>
                <a:solidFill>
                  <a:srgbClr val="77777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6" name="Google Shape;1086;p79"/>
                <p:cNvSpPr/>
                <p:nvPr/>
              </p:nvSpPr>
              <p:spPr>
                <a:xfrm>
                  <a:off x="7166361" y="3363280"/>
                  <a:ext cx="55245" cy="67463"/>
                </a:xfrm>
                <a:custGeom>
                  <a:rect b="b" l="l" r="r" t="t"/>
                  <a:pathLst>
                    <a:path extrusionOk="0" h="67463" w="55245">
                      <a:moveTo>
                        <a:pt x="26018" y="68"/>
                      </a:moveTo>
                      <a:cubicBezTo>
                        <a:pt x="33411" y="-417"/>
                        <a:pt x="41290" y="1674"/>
                        <a:pt x="46599" y="7044"/>
                      </a:cubicBezTo>
                      <a:cubicBezTo>
                        <a:pt x="52289" y="12633"/>
                        <a:pt x="54487" y="20732"/>
                        <a:pt x="55096" y="28459"/>
                      </a:cubicBezTo>
                      <a:cubicBezTo>
                        <a:pt x="55533" y="36928"/>
                        <a:pt x="55191" y="45739"/>
                        <a:pt x="51632" y="53581"/>
                      </a:cubicBezTo>
                      <a:cubicBezTo>
                        <a:pt x="49282" y="58866"/>
                        <a:pt x="44972" y="63324"/>
                        <a:pt x="39539" y="65443"/>
                      </a:cubicBezTo>
                      <a:cubicBezTo>
                        <a:pt x="33183" y="67886"/>
                        <a:pt x="26047" y="68029"/>
                        <a:pt x="19482" y="66327"/>
                      </a:cubicBezTo>
                      <a:cubicBezTo>
                        <a:pt x="12802" y="64569"/>
                        <a:pt x="7141" y="59750"/>
                        <a:pt x="4058" y="53610"/>
                      </a:cubicBezTo>
                      <a:cubicBezTo>
                        <a:pt x="91" y="45701"/>
                        <a:pt x="-499" y="36558"/>
                        <a:pt x="319" y="27889"/>
                      </a:cubicBezTo>
                      <a:cubicBezTo>
                        <a:pt x="1061" y="20000"/>
                        <a:pt x="3811" y="11892"/>
                        <a:pt x="9824" y="6446"/>
                      </a:cubicBezTo>
                      <a:cubicBezTo>
                        <a:pt x="14182" y="2378"/>
                        <a:pt x="20129" y="391"/>
                        <a:pt x="26018" y="68"/>
                      </a:cubicBezTo>
                      <a:close/>
                    </a:path>
                  </a:pathLst>
                </a:custGeom>
                <a:solidFill>
                  <a:srgbClr val="FEFEF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7" name="Google Shape;1087;p79"/>
                <p:cNvSpPr/>
                <p:nvPr/>
              </p:nvSpPr>
              <p:spPr>
                <a:xfrm>
                  <a:off x="7362226" y="3363284"/>
                  <a:ext cx="55326" cy="67447"/>
                </a:xfrm>
                <a:custGeom>
                  <a:rect b="b" l="l" r="r" t="t"/>
                  <a:pathLst>
                    <a:path extrusionOk="0" h="67447" w="55326">
                      <a:moveTo>
                        <a:pt x="25626" y="83"/>
                      </a:moveTo>
                      <a:cubicBezTo>
                        <a:pt x="32571" y="-402"/>
                        <a:pt x="40002" y="1204"/>
                        <a:pt x="45340" y="5890"/>
                      </a:cubicBezTo>
                      <a:cubicBezTo>
                        <a:pt x="50269" y="9978"/>
                        <a:pt x="52999" y="16089"/>
                        <a:pt x="54246" y="22249"/>
                      </a:cubicBezTo>
                      <a:cubicBezTo>
                        <a:pt x="55654" y="29472"/>
                        <a:pt x="55645" y="36953"/>
                        <a:pt x="54455" y="44215"/>
                      </a:cubicBezTo>
                      <a:cubicBezTo>
                        <a:pt x="53513" y="49623"/>
                        <a:pt x="51639" y="55012"/>
                        <a:pt x="48090" y="59290"/>
                      </a:cubicBezTo>
                      <a:cubicBezTo>
                        <a:pt x="44512" y="63595"/>
                        <a:pt x="39203" y="66219"/>
                        <a:pt x="33713" y="67027"/>
                      </a:cubicBezTo>
                      <a:cubicBezTo>
                        <a:pt x="27814" y="67901"/>
                        <a:pt x="21610" y="67483"/>
                        <a:pt x="16101" y="65116"/>
                      </a:cubicBezTo>
                      <a:cubicBezTo>
                        <a:pt x="10154" y="62597"/>
                        <a:pt x="5549" y="57455"/>
                        <a:pt x="3123" y="51543"/>
                      </a:cubicBezTo>
                      <a:cubicBezTo>
                        <a:pt x="202" y="44500"/>
                        <a:pt x="-378" y="36696"/>
                        <a:pt x="202" y="29159"/>
                      </a:cubicBezTo>
                      <a:cubicBezTo>
                        <a:pt x="763" y="21859"/>
                        <a:pt x="2837" y="14369"/>
                        <a:pt x="7662" y="8694"/>
                      </a:cubicBezTo>
                      <a:cubicBezTo>
                        <a:pt x="12067" y="3390"/>
                        <a:pt x="18813" y="463"/>
                        <a:pt x="25626" y="83"/>
                      </a:cubicBezTo>
                      <a:close/>
                    </a:path>
                  </a:pathLst>
                </a:custGeom>
                <a:solidFill>
                  <a:srgbClr val="FEFEF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8" name="Google Shape;1088;p79"/>
                <p:cNvSpPr/>
                <p:nvPr/>
              </p:nvSpPr>
              <p:spPr>
                <a:xfrm>
                  <a:off x="7547052" y="3365482"/>
                  <a:ext cx="24463" cy="65230"/>
                </a:xfrm>
                <a:custGeom>
                  <a:rect b="b" l="l" r="r" t="t"/>
                  <a:pathLst>
                    <a:path extrusionOk="0" h="65230" w="24463">
                      <a:moveTo>
                        <a:pt x="20" y="62"/>
                      </a:moveTo>
                      <a:cubicBezTo>
                        <a:pt x="8165" y="90"/>
                        <a:pt x="16319" y="-157"/>
                        <a:pt x="24463" y="176"/>
                      </a:cubicBezTo>
                      <a:lnTo>
                        <a:pt x="24463" y="61635"/>
                      </a:lnTo>
                      <a:cubicBezTo>
                        <a:pt x="19069" y="65238"/>
                        <a:pt x="11619" y="66673"/>
                        <a:pt x="5748" y="63394"/>
                      </a:cubicBezTo>
                      <a:cubicBezTo>
                        <a:pt x="2246" y="61455"/>
                        <a:pt x="886" y="57320"/>
                        <a:pt x="429" y="53585"/>
                      </a:cubicBezTo>
                      <a:cubicBezTo>
                        <a:pt x="-313" y="47245"/>
                        <a:pt x="163" y="40857"/>
                        <a:pt x="29" y="34499"/>
                      </a:cubicBezTo>
                      <a:cubicBezTo>
                        <a:pt x="20" y="23016"/>
                        <a:pt x="49" y="11534"/>
                        <a:pt x="20" y="62"/>
                      </a:cubicBezTo>
                      <a:close/>
                    </a:path>
                  </a:pathLst>
                </a:custGeom>
                <a:solidFill>
                  <a:srgbClr val="FEFEF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89" name="Google Shape;1089;p79"/>
                <p:cNvSpPr/>
                <p:nvPr/>
              </p:nvSpPr>
              <p:spPr>
                <a:xfrm>
                  <a:off x="6451263" y="3382567"/>
                  <a:ext cx="113796" cy="113689"/>
                </a:xfrm>
                <a:custGeom>
                  <a:rect b="b" l="l" r="r" t="t"/>
                  <a:pathLst>
                    <a:path extrusionOk="0" h="113689" w="113796">
                      <a:moveTo>
                        <a:pt x="0" y="0"/>
                      </a:moveTo>
                      <a:cubicBezTo>
                        <a:pt x="37935" y="9"/>
                        <a:pt x="75871" y="-10"/>
                        <a:pt x="113797" y="9"/>
                      </a:cubicBezTo>
                      <a:cubicBezTo>
                        <a:pt x="113797" y="37906"/>
                        <a:pt x="113797" y="75793"/>
                        <a:pt x="113797" y="113690"/>
                      </a:cubicBezTo>
                      <a:lnTo>
                        <a:pt x="0" y="113690"/>
                      </a:lnTo>
                      <a:lnTo>
                        <a:pt x="0" y="0"/>
                      </a:lnTo>
                      <a:close/>
                    </a:path>
                  </a:pathLst>
                </a:custGeom>
                <a:solidFill>
                  <a:srgbClr val="02A4E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0" name="Google Shape;1090;p79"/>
                <p:cNvSpPr/>
                <p:nvPr/>
              </p:nvSpPr>
              <p:spPr>
                <a:xfrm>
                  <a:off x="6576696" y="3382578"/>
                  <a:ext cx="113796" cy="113688"/>
                </a:xfrm>
                <a:custGeom>
                  <a:rect b="b" l="l" r="r" t="t"/>
                  <a:pathLst>
                    <a:path extrusionOk="0" h="113688" w="113796">
                      <a:moveTo>
                        <a:pt x="0" y="8"/>
                      </a:moveTo>
                      <a:cubicBezTo>
                        <a:pt x="37926" y="-11"/>
                        <a:pt x="75862" y="8"/>
                        <a:pt x="113797" y="8"/>
                      </a:cubicBezTo>
                      <a:lnTo>
                        <a:pt x="113797" y="113689"/>
                      </a:lnTo>
                      <a:lnTo>
                        <a:pt x="0" y="113689"/>
                      </a:lnTo>
                      <a:cubicBezTo>
                        <a:pt x="0" y="75792"/>
                        <a:pt x="0" y="37895"/>
                        <a:pt x="0" y="8"/>
                      </a:cubicBezTo>
                      <a:lnTo>
                        <a:pt x="0" y="8"/>
                      </a:lnTo>
                      <a:close/>
                    </a:path>
                  </a:pathLst>
                </a:custGeom>
                <a:solidFill>
                  <a:srgbClr val="FFB90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nvGrpSpPr>
            <p:cNvPr id="1091" name="Google Shape;1091;p79"/>
            <p:cNvGrpSpPr/>
            <p:nvPr/>
          </p:nvGrpSpPr>
          <p:grpSpPr>
            <a:xfrm>
              <a:off x="6493350" y="2153001"/>
              <a:ext cx="1581641" cy="297045"/>
              <a:chOff x="6403050" y="2153001"/>
              <a:chExt cx="1581641" cy="297045"/>
            </a:xfrm>
          </p:grpSpPr>
          <p:sp>
            <p:nvSpPr>
              <p:cNvPr id="1092" name="Google Shape;1092;p79"/>
              <p:cNvSpPr/>
              <p:nvPr/>
            </p:nvSpPr>
            <p:spPr>
              <a:xfrm>
                <a:off x="6403050" y="2346245"/>
                <a:ext cx="1581641" cy="6059"/>
              </a:xfrm>
              <a:custGeom>
                <a:rect b="b" l="l" r="r" t="t"/>
                <a:pathLst>
                  <a:path extrusionOk="0" h="9505" w="2481006">
                    <a:moveTo>
                      <a:pt x="0" y="0"/>
                    </a:moveTo>
                    <a:lnTo>
                      <a:pt x="2481007" y="0"/>
                    </a:lnTo>
                  </a:path>
                </a:pathLst>
              </a:custGeom>
              <a:noFill/>
              <a:ln cap="flat" cmpd="sng" w="9525">
                <a:solidFill>
                  <a:srgbClr val="E0E0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093" name="Google Shape;1093;p79"/>
              <p:cNvGrpSpPr/>
              <p:nvPr/>
            </p:nvGrpSpPr>
            <p:grpSpPr>
              <a:xfrm>
                <a:off x="6506297" y="2209435"/>
                <a:ext cx="860298" cy="177462"/>
                <a:chOff x="4782196" y="2008362"/>
                <a:chExt cx="1345477" cy="277544"/>
              </a:xfrm>
            </p:grpSpPr>
            <p:sp>
              <p:nvSpPr>
                <p:cNvPr id="1094" name="Google Shape;1094;p79"/>
                <p:cNvSpPr/>
                <p:nvPr/>
              </p:nvSpPr>
              <p:spPr>
                <a:xfrm>
                  <a:off x="6002193" y="2078324"/>
                  <a:ext cx="125480" cy="146555"/>
                </a:xfrm>
                <a:custGeom>
                  <a:rect b="b" l="l" r="r" t="t"/>
                  <a:pathLst>
                    <a:path extrusionOk="0" h="146555" w="125480">
                      <a:moveTo>
                        <a:pt x="125481" y="56102"/>
                      </a:moveTo>
                      <a:lnTo>
                        <a:pt x="125481" y="146555"/>
                      </a:lnTo>
                      <a:lnTo>
                        <a:pt x="92265" y="146555"/>
                      </a:lnTo>
                      <a:lnTo>
                        <a:pt x="92265" y="62115"/>
                      </a:lnTo>
                      <a:cubicBezTo>
                        <a:pt x="92265" y="41524"/>
                        <a:pt x="83388" y="30056"/>
                        <a:pt x="66175" y="30056"/>
                      </a:cubicBezTo>
                      <a:cubicBezTo>
                        <a:pt x="48963" y="30056"/>
                        <a:pt x="37517" y="42084"/>
                        <a:pt x="34348" y="62387"/>
                      </a:cubicBezTo>
                      <a:cubicBezTo>
                        <a:pt x="33483" y="67246"/>
                        <a:pt x="33216" y="74672"/>
                        <a:pt x="33216" y="90438"/>
                      </a:cubicBezTo>
                      <a:lnTo>
                        <a:pt x="33216" y="146539"/>
                      </a:lnTo>
                      <a:lnTo>
                        <a:pt x="0" y="146539"/>
                      </a:lnTo>
                      <a:lnTo>
                        <a:pt x="0" y="2854"/>
                      </a:lnTo>
                      <a:lnTo>
                        <a:pt x="29439" y="2854"/>
                      </a:lnTo>
                      <a:cubicBezTo>
                        <a:pt x="29505" y="4146"/>
                        <a:pt x="30219" y="16990"/>
                        <a:pt x="30267" y="17754"/>
                      </a:cubicBezTo>
                      <a:cubicBezTo>
                        <a:pt x="30324" y="18791"/>
                        <a:pt x="31532" y="19318"/>
                        <a:pt x="32341" y="18673"/>
                      </a:cubicBezTo>
                      <a:cubicBezTo>
                        <a:pt x="44586" y="8988"/>
                        <a:pt x="58021" y="0"/>
                        <a:pt x="76765" y="0"/>
                      </a:cubicBezTo>
                      <a:cubicBezTo>
                        <a:pt x="107393" y="0"/>
                        <a:pt x="125481" y="20898"/>
                        <a:pt x="125481" y="5610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5" name="Google Shape;1095;p79"/>
                <p:cNvSpPr/>
                <p:nvPr/>
              </p:nvSpPr>
              <p:spPr>
                <a:xfrm>
                  <a:off x="5838349" y="2078375"/>
                  <a:ext cx="139867" cy="207531"/>
                </a:xfrm>
                <a:custGeom>
                  <a:rect b="b" l="l" r="r" t="t"/>
                  <a:pathLst>
                    <a:path extrusionOk="0" h="207531" w="139867">
                      <a:moveTo>
                        <a:pt x="110086" y="2871"/>
                      </a:moveTo>
                      <a:lnTo>
                        <a:pt x="109001" y="19267"/>
                      </a:lnTo>
                      <a:cubicBezTo>
                        <a:pt x="108935" y="20320"/>
                        <a:pt x="107669" y="20846"/>
                        <a:pt x="106889" y="20150"/>
                      </a:cubicBezTo>
                      <a:cubicBezTo>
                        <a:pt x="102893" y="16311"/>
                        <a:pt x="87974" y="0"/>
                        <a:pt x="62788" y="0"/>
                      </a:cubicBezTo>
                      <a:cubicBezTo>
                        <a:pt x="26679" y="0"/>
                        <a:pt x="47" y="31176"/>
                        <a:pt x="28" y="73499"/>
                      </a:cubicBezTo>
                      <a:lnTo>
                        <a:pt x="0" y="73499"/>
                      </a:lnTo>
                      <a:cubicBezTo>
                        <a:pt x="0" y="116415"/>
                        <a:pt x="26356" y="147625"/>
                        <a:pt x="62769" y="147625"/>
                      </a:cubicBezTo>
                      <a:cubicBezTo>
                        <a:pt x="87041" y="147625"/>
                        <a:pt x="101941" y="131910"/>
                        <a:pt x="104663" y="128393"/>
                      </a:cubicBezTo>
                      <a:cubicBezTo>
                        <a:pt x="105443" y="127442"/>
                        <a:pt x="106956" y="128002"/>
                        <a:pt x="106927" y="129226"/>
                      </a:cubicBezTo>
                      <a:cubicBezTo>
                        <a:pt x="106623" y="133609"/>
                        <a:pt x="105957" y="144568"/>
                        <a:pt x="102331" y="153878"/>
                      </a:cubicBezTo>
                      <a:cubicBezTo>
                        <a:pt x="97755" y="165652"/>
                        <a:pt x="87384" y="176560"/>
                        <a:pt x="66499" y="176560"/>
                      </a:cubicBezTo>
                      <a:cubicBezTo>
                        <a:pt x="49325" y="176560"/>
                        <a:pt x="34148" y="169984"/>
                        <a:pt x="19800" y="155968"/>
                      </a:cubicBezTo>
                      <a:lnTo>
                        <a:pt x="2617" y="179736"/>
                      </a:lnTo>
                      <a:cubicBezTo>
                        <a:pt x="18363" y="197508"/>
                        <a:pt x="43283" y="207532"/>
                        <a:pt x="70238" y="207532"/>
                      </a:cubicBezTo>
                      <a:cubicBezTo>
                        <a:pt x="113778" y="207532"/>
                        <a:pt x="139867" y="177749"/>
                        <a:pt x="139867" y="129090"/>
                      </a:cubicBezTo>
                      <a:lnTo>
                        <a:pt x="139867" y="2871"/>
                      </a:lnTo>
                      <a:lnTo>
                        <a:pt x="110086" y="2871"/>
                      </a:lnTo>
                      <a:close/>
                      <a:moveTo>
                        <a:pt x="69981" y="117622"/>
                      </a:moveTo>
                      <a:cubicBezTo>
                        <a:pt x="48506" y="117622"/>
                        <a:pt x="33302" y="99035"/>
                        <a:pt x="33302" y="73550"/>
                      </a:cubicBezTo>
                      <a:cubicBezTo>
                        <a:pt x="33302" y="48065"/>
                        <a:pt x="48506" y="30022"/>
                        <a:pt x="69981" y="30022"/>
                      </a:cubicBezTo>
                      <a:cubicBezTo>
                        <a:pt x="91466" y="30022"/>
                        <a:pt x="106651" y="48048"/>
                        <a:pt x="106651" y="73550"/>
                      </a:cubicBezTo>
                      <a:cubicBezTo>
                        <a:pt x="106651" y="99051"/>
                        <a:pt x="91447" y="117622"/>
                        <a:pt x="69981" y="11762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6" name="Google Shape;1096;p79"/>
                <p:cNvSpPr/>
                <p:nvPr/>
              </p:nvSpPr>
              <p:spPr>
                <a:xfrm>
                  <a:off x="5648652" y="2078375"/>
                  <a:ext cx="120381" cy="149426"/>
                </a:xfrm>
                <a:custGeom>
                  <a:rect b="b" l="l" r="r" t="t"/>
                  <a:pathLst>
                    <a:path extrusionOk="0" h="149426" w="120381">
                      <a:moveTo>
                        <a:pt x="120381" y="103894"/>
                      </a:moveTo>
                      <a:cubicBezTo>
                        <a:pt x="120381" y="131111"/>
                        <a:pt x="97441" y="149427"/>
                        <a:pt x="63920" y="149427"/>
                      </a:cubicBezTo>
                      <a:cubicBezTo>
                        <a:pt x="37555" y="149427"/>
                        <a:pt x="14120" y="139148"/>
                        <a:pt x="19" y="124570"/>
                      </a:cubicBezTo>
                      <a:lnTo>
                        <a:pt x="57" y="124537"/>
                      </a:lnTo>
                      <a:lnTo>
                        <a:pt x="0" y="124537"/>
                      </a:lnTo>
                      <a:lnTo>
                        <a:pt x="10942" y="98524"/>
                      </a:lnTo>
                      <a:cubicBezTo>
                        <a:pt x="21503" y="108056"/>
                        <a:pt x="38563" y="121699"/>
                        <a:pt x="62817" y="121699"/>
                      </a:cubicBezTo>
                      <a:cubicBezTo>
                        <a:pt x="79734" y="121699"/>
                        <a:pt x="89458" y="114257"/>
                        <a:pt x="89458" y="104794"/>
                      </a:cubicBezTo>
                      <a:cubicBezTo>
                        <a:pt x="89458" y="93903"/>
                        <a:pt x="75976" y="91033"/>
                        <a:pt x="59934" y="87872"/>
                      </a:cubicBezTo>
                      <a:cubicBezTo>
                        <a:pt x="37013" y="83030"/>
                        <a:pt x="6651" y="75283"/>
                        <a:pt x="6651" y="44072"/>
                      </a:cubicBezTo>
                      <a:cubicBezTo>
                        <a:pt x="6651" y="18009"/>
                        <a:pt x="27859" y="0"/>
                        <a:pt x="59087" y="0"/>
                      </a:cubicBezTo>
                      <a:cubicBezTo>
                        <a:pt x="83140" y="0"/>
                        <a:pt x="103797" y="9157"/>
                        <a:pt x="118088" y="21187"/>
                      </a:cubicBezTo>
                      <a:lnTo>
                        <a:pt x="101723" y="44089"/>
                      </a:lnTo>
                      <a:cubicBezTo>
                        <a:pt x="87964" y="33215"/>
                        <a:pt x="73378" y="27761"/>
                        <a:pt x="59020" y="27761"/>
                      </a:cubicBezTo>
                      <a:cubicBezTo>
                        <a:pt x="44662" y="27761"/>
                        <a:pt x="37555" y="33793"/>
                        <a:pt x="37555" y="42372"/>
                      </a:cubicBezTo>
                      <a:cubicBezTo>
                        <a:pt x="37555" y="54402"/>
                        <a:pt x="53045" y="57562"/>
                        <a:pt x="64510" y="59839"/>
                      </a:cubicBezTo>
                      <a:cubicBezTo>
                        <a:pt x="93169" y="65548"/>
                        <a:pt x="120381" y="74161"/>
                        <a:pt x="120381" y="10389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7" name="Google Shape;1097;p79"/>
                <p:cNvSpPr/>
                <p:nvPr/>
              </p:nvSpPr>
              <p:spPr>
                <a:xfrm>
                  <a:off x="5212843" y="2078324"/>
                  <a:ext cx="139800" cy="149443"/>
                </a:xfrm>
                <a:custGeom>
                  <a:rect b="b" l="l" r="r" t="t"/>
                  <a:pathLst>
                    <a:path extrusionOk="0" h="149443" w="139800">
                      <a:moveTo>
                        <a:pt x="69883" y="0"/>
                      </a:moveTo>
                      <a:cubicBezTo>
                        <a:pt x="29218" y="0"/>
                        <a:pt x="0" y="31517"/>
                        <a:pt x="0" y="74722"/>
                      </a:cubicBezTo>
                      <a:cubicBezTo>
                        <a:pt x="0" y="117928"/>
                        <a:pt x="29201" y="149444"/>
                        <a:pt x="69883" y="149444"/>
                      </a:cubicBezTo>
                      <a:cubicBezTo>
                        <a:pt x="110565" y="149444"/>
                        <a:pt x="139801" y="117978"/>
                        <a:pt x="139801" y="74722"/>
                      </a:cubicBezTo>
                      <a:cubicBezTo>
                        <a:pt x="139801" y="31465"/>
                        <a:pt x="110548" y="0"/>
                        <a:pt x="69883" y="0"/>
                      </a:cubicBezTo>
                      <a:close/>
                      <a:moveTo>
                        <a:pt x="69883" y="119389"/>
                      </a:moveTo>
                      <a:cubicBezTo>
                        <a:pt x="48420" y="119389"/>
                        <a:pt x="33215" y="101074"/>
                        <a:pt x="33215" y="74722"/>
                      </a:cubicBezTo>
                      <a:cubicBezTo>
                        <a:pt x="33215" y="48371"/>
                        <a:pt x="48113" y="30056"/>
                        <a:pt x="69883" y="30056"/>
                      </a:cubicBezTo>
                      <a:cubicBezTo>
                        <a:pt x="91652" y="30056"/>
                        <a:pt x="106551" y="48387"/>
                        <a:pt x="106551" y="74722"/>
                      </a:cubicBezTo>
                      <a:cubicBezTo>
                        <a:pt x="106551" y="101057"/>
                        <a:pt x="91364" y="119389"/>
                        <a:pt x="69883" y="1193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8" name="Google Shape;1098;p79"/>
                <p:cNvSpPr/>
                <p:nvPr/>
              </p:nvSpPr>
              <p:spPr>
                <a:xfrm>
                  <a:off x="5364345" y="2078324"/>
                  <a:ext cx="132385" cy="149478"/>
                </a:xfrm>
                <a:custGeom>
                  <a:rect b="b" l="l" r="r" t="t"/>
                  <a:pathLst>
                    <a:path extrusionOk="0" h="149478" w="132385">
                      <a:moveTo>
                        <a:pt x="0" y="74722"/>
                      </a:moveTo>
                      <a:cubicBezTo>
                        <a:pt x="0" y="32060"/>
                        <a:pt x="29219" y="0"/>
                        <a:pt x="68217" y="0"/>
                      </a:cubicBezTo>
                      <a:cubicBezTo>
                        <a:pt x="99171" y="0"/>
                        <a:pt x="121807" y="15478"/>
                        <a:pt x="132386" y="44667"/>
                      </a:cubicBezTo>
                      <a:lnTo>
                        <a:pt x="102878" y="55830"/>
                      </a:lnTo>
                      <a:cubicBezTo>
                        <a:pt x="94867" y="37802"/>
                        <a:pt x="84254" y="30072"/>
                        <a:pt x="68200" y="30072"/>
                      </a:cubicBezTo>
                      <a:cubicBezTo>
                        <a:pt x="48148" y="30072"/>
                        <a:pt x="33249" y="48965"/>
                        <a:pt x="33249" y="74739"/>
                      </a:cubicBezTo>
                      <a:cubicBezTo>
                        <a:pt x="33249" y="100513"/>
                        <a:pt x="48132" y="119406"/>
                        <a:pt x="68200" y="119406"/>
                      </a:cubicBezTo>
                      <a:cubicBezTo>
                        <a:pt x="84254" y="119406"/>
                        <a:pt x="94833" y="111658"/>
                        <a:pt x="102878" y="93649"/>
                      </a:cubicBezTo>
                      <a:lnTo>
                        <a:pt x="132386" y="104811"/>
                      </a:lnTo>
                      <a:cubicBezTo>
                        <a:pt x="121807" y="134000"/>
                        <a:pt x="99171" y="149478"/>
                        <a:pt x="68217" y="149478"/>
                      </a:cubicBezTo>
                      <a:cubicBezTo>
                        <a:pt x="29269" y="149478"/>
                        <a:pt x="0" y="117418"/>
                        <a:pt x="0" y="74756"/>
                      </a:cubicBezTo>
                      <a:lnTo>
                        <a:pt x="0" y="74672"/>
                      </a:lnTo>
                      <a:lnTo>
                        <a:pt x="0" y="74705"/>
                      </a:lnTo>
                      <a:lnTo>
                        <a:pt x="0" y="7472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9" name="Google Shape;1099;p79"/>
                <p:cNvSpPr/>
                <p:nvPr/>
              </p:nvSpPr>
              <p:spPr>
                <a:xfrm>
                  <a:off x="5055812" y="2014492"/>
                  <a:ext cx="139834" cy="213241"/>
                </a:xfrm>
                <a:custGeom>
                  <a:rect b="b" l="l" r="r" t="t"/>
                  <a:pathLst>
                    <a:path extrusionOk="0" h="213241" w="139834">
                      <a:moveTo>
                        <a:pt x="130787" y="0"/>
                      </a:moveTo>
                      <a:cubicBezTo>
                        <a:pt x="130175" y="0"/>
                        <a:pt x="129562" y="153"/>
                        <a:pt x="129001" y="442"/>
                      </a:cubicBezTo>
                      <a:lnTo>
                        <a:pt x="107282" y="11877"/>
                      </a:lnTo>
                      <a:cubicBezTo>
                        <a:pt x="106857" y="12097"/>
                        <a:pt x="106602" y="12539"/>
                        <a:pt x="106602" y="13015"/>
                      </a:cubicBezTo>
                      <a:lnTo>
                        <a:pt x="106602" y="81468"/>
                      </a:lnTo>
                      <a:cubicBezTo>
                        <a:pt x="106602" y="82605"/>
                        <a:pt x="105275" y="83132"/>
                        <a:pt x="104425" y="82368"/>
                      </a:cubicBezTo>
                      <a:cubicBezTo>
                        <a:pt x="101245" y="79565"/>
                        <a:pt x="93744" y="72581"/>
                        <a:pt x="83319" y="67791"/>
                      </a:cubicBezTo>
                      <a:cubicBezTo>
                        <a:pt x="77927" y="65310"/>
                        <a:pt x="69934" y="63849"/>
                        <a:pt x="62757" y="63849"/>
                      </a:cubicBezTo>
                      <a:cubicBezTo>
                        <a:pt x="26378" y="63849"/>
                        <a:pt x="0" y="95365"/>
                        <a:pt x="0" y="138571"/>
                      </a:cubicBezTo>
                      <a:cubicBezTo>
                        <a:pt x="0" y="181776"/>
                        <a:pt x="26361" y="213242"/>
                        <a:pt x="62757" y="213242"/>
                      </a:cubicBezTo>
                      <a:cubicBezTo>
                        <a:pt x="81907" y="213242"/>
                        <a:pt x="96211" y="203235"/>
                        <a:pt x="104952" y="194314"/>
                      </a:cubicBezTo>
                      <a:cubicBezTo>
                        <a:pt x="105548" y="193703"/>
                        <a:pt x="105871" y="193363"/>
                        <a:pt x="106398" y="192786"/>
                      </a:cubicBezTo>
                      <a:cubicBezTo>
                        <a:pt x="107163" y="191970"/>
                        <a:pt x="108541" y="192446"/>
                        <a:pt x="108608" y="193567"/>
                      </a:cubicBezTo>
                      <a:lnTo>
                        <a:pt x="109748" y="210370"/>
                      </a:lnTo>
                      <a:lnTo>
                        <a:pt x="139834" y="210370"/>
                      </a:lnTo>
                      <a:lnTo>
                        <a:pt x="139834" y="867"/>
                      </a:lnTo>
                      <a:cubicBezTo>
                        <a:pt x="139834" y="392"/>
                        <a:pt x="139443" y="0"/>
                        <a:pt x="138967" y="0"/>
                      </a:cubicBezTo>
                      <a:lnTo>
                        <a:pt x="130787" y="0"/>
                      </a:lnTo>
                      <a:close/>
                      <a:moveTo>
                        <a:pt x="69934" y="183220"/>
                      </a:moveTo>
                      <a:cubicBezTo>
                        <a:pt x="48165" y="183220"/>
                        <a:pt x="33266" y="164905"/>
                        <a:pt x="33266" y="138554"/>
                      </a:cubicBezTo>
                      <a:cubicBezTo>
                        <a:pt x="33266" y="112202"/>
                        <a:pt x="48470" y="93887"/>
                        <a:pt x="69934" y="93887"/>
                      </a:cubicBezTo>
                      <a:cubicBezTo>
                        <a:pt x="91397" y="93887"/>
                        <a:pt x="106602" y="112219"/>
                        <a:pt x="106602" y="138554"/>
                      </a:cubicBezTo>
                      <a:cubicBezTo>
                        <a:pt x="106602" y="164888"/>
                        <a:pt x="91721" y="183220"/>
                        <a:pt x="69934" y="18322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0" name="Google Shape;1100;p79"/>
                <p:cNvSpPr/>
                <p:nvPr/>
              </p:nvSpPr>
              <p:spPr>
                <a:xfrm>
                  <a:off x="5786617" y="2081214"/>
                  <a:ext cx="33235" cy="143649"/>
                </a:xfrm>
                <a:custGeom>
                  <a:rect b="b" l="l" r="r" t="t"/>
                  <a:pathLst>
                    <a:path extrusionOk="0" h="143649" w="33235">
                      <a:moveTo>
                        <a:pt x="21570" y="442"/>
                      </a:moveTo>
                      <a:lnTo>
                        <a:pt x="685" y="11451"/>
                      </a:lnTo>
                      <a:cubicBezTo>
                        <a:pt x="257" y="11672"/>
                        <a:pt x="0" y="12113"/>
                        <a:pt x="0" y="12589"/>
                      </a:cubicBezTo>
                      <a:lnTo>
                        <a:pt x="0" y="143650"/>
                      </a:lnTo>
                      <a:lnTo>
                        <a:pt x="33235" y="143650"/>
                      </a:lnTo>
                      <a:lnTo>
                        <a:pt x="33235" y="866"/>
                      </a:lnTo>
                      <a:cubicBezTo>
                        <a:pt x="33235" y="391"/>
                        <a:pt x="32845" y="0"/>
                        <a:pt x="32369" y="0"/>
                      </a:cubicBezTo>
                      <a:lnTo>
                        <a:pt x="23359" y="0"/>
                      </a:lnTo>
                      <a:cubicBezTo>
                        <a:pt x="22721" y="0"/>
                        <a:pt x="22131" y="153"/>
                        <a:pt x="21570" y="44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1" name="Google Shape;1101;p79"/>
                <p:cNvSpPr/>
                <p:nvPr/>
              </p:nvSpPr>
              <p:spPr>
                <a:xfrm>
                  <a:off x="5783201" y="2017874"/>
                  <a:ext cx="40066" cy="40027"/>
                </a:xfrm>
                <a:custGeom>
                  <a:rect b="b" l="l" r="r" t="t"/>
                  <a:pathLst>
                    <a:path extrusionOk="0" h="40027" w="40066">
                      <a:moveTo>
                        <a:pt x="20038" y="40028"/>
                      </a:moveTo>
                      <a:cubicBezTo>
                        <a:pt x="31104" y="40028"/>
                        <a:pt x="40067" y="31074"/>
                        <a:pt x="40067" y="20014"/>
                      </a:cubicBezTo>
                      <a:cubicBezTo>
                        <a:pt x="40067" y="8954"/>
                        <a:pt x="31104" y="0"/>
                        <a:pt x="20038" y="0"/>
                      </a:cubicBezTo>
                      <a:cubicBezTo>
                        <a:pt x="8963" y="0"/>
                        <a:pt x="0" y="8954"/>
                        <a:pt x="0" y="20014"/>
                      </a:cubicBezTo>
                      <a:cubicBezTo>
                        <a:pt x="0" y="31074"/>
                        <a:pt x="8963" y="40028"/>
                        <a:pt x="20038" y="4002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2" name="Google Shape;1102;p79"/>
                <p:cNvSpPr/>
                <p:nvPr/>
              </p:nvSpPr>
              <p:spPr>
                <a:xfrm>
                  <a:off x="4782196" y="2070646"/>
                  <a:ext cx="160499" cy="160350"/>
                </a:xfrm>
                <a:custGeom>
                  <a:rect b="b" l="l" r="r" t="t"/>
                  <a:pathLst>
                    <a:path extrusionOk="0" h="160350" w="160499">
                      <a:moveTo>
                        <a:pt x="160482" y="98032"/>
                      </a:moveTo>
                      <a:lnTo>
                        <a:pt x="160482" y="154897"/>
                      </a:lnTo>
                      <a:cubicBezTo>
                        <a:pt x="160482" y="157904"/>
                        <a:pt x="158033" y="160351"/>
                        <a:pt x="155023" y="160351"/>
                      </a:cubicBezTo>
                      <a:lnTo>
                        <a:pt x="5460" y="160351"/>
                      </a:lnTo>
                      <a:cubicBezTo>
                        <a:pt x="2449" y="160351"/>
                        <a:pt x="0" y="157904"/>
                        <a:pt x="0" y="154897"/>
                      </a:cubicBezTo>
                      <a:lnTo>
                        <a:pt x="0" y="5453"/>
                      </a:lnTo>
                      <a:cubicBezTo>
                        <a:pt x="0" y="2447"/>
                        <a:pt x="2449" y="0"/>
                        <a:pt x="5460" y="0"/>
                      </a:cubicBezTo>
                      <a:lnTo>
                        <a:pt x="62349" y="0"/>
                      </a:lnTo>
                      <a:lnTo>
                        <a:pt x="62349" y="92595"/>
                      </a:lnTo>
                      <a:cubicBezTo>
                        <a:pt x="62349" y="95603"/>
                        <a:pt x="64799" y="98049"/>
                        <a:pt x="67809" y="98049"/>
                      </a:cubicBezTo>
                      <a:lnTo>
                        <a:pt x="160499" y="98049"/>
                      </a:lnTo>
                      <a:lnTo>
                        <a:pt x="160482" y="98032"/>
                      </a:lnTo>
                      <a:close/>
                    </a:path>
                  </a:pathLst>
                </a:custGeom>
                <a:solidFill>
                  <a:srgbClr val="4C00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3" name="Google Shape;1103;p79"/>
                <p:cNvSpPr/>
                <p:nvPr/>
              </p:nvSpPr>
              <p:spPr>
                <a:xfrm>
                  <a:off x="4844545" y="2008362"/>
                  <a:ext cx="160515" cy="160334"/>
                </a:xfrm>
                <a:custGeom>
                  <a:rect b="b" l="l" r="r" t="t"/>
                  <a:pathLst>
                    <a:path extrusionOk="0" h="160334" w="160515">
                      <a:moveTo>
                        <a:pt x="160515" y="80141"/>
                      </a:moveTo>
                      <a:cubicBezTo>
                        <a:pt x="160515" y="128002"/>
                        <a:pt x="132607" y="160233"/>
                        <a:pt x="98133" y="160334"/>
                      </a:cubicBezTo>
                      <a:lnTo>
                        <a:pt x="98133" y="100088"/>
                      </a:lnTo>
                      <a:cubicBezTo>
                        <a:pt x="98133" y="98355"/>
                        <a:pt x="97435" y="96690"/>
                        <a:pt x="96211" y="95466"/>
                      </a:cubicBezTo>
                      <a:lnTo>
                        <a:pt x="64934" y="64222"/>
                      </a:lnTo>
                      <a:cubicBezTo>
                        <a:pt x="63709" y="62999"/>
                        <a:pt x="62042" y="62302"/>
                        <a:pt x="60308" y="62302"/>
                      </a:cubicBezTo>
                      <a:lnTo>
                        <a:pt x="0" y="62302"/>
                      </a:lnTo>
                      <a:lnTo>
                        <a:pt x="0" y="5454"/>
                      </a:lnTo>
                      <a:cubicBezTo>
                        <a:pt x="0" y="2447"/>
                        <a:pt x="2449" y="0"/>
                        <a:pt x="5459" y="0"/>
                      </a:cubicBezTo>
                      <a:lnTo>
                        <a:pt x="89850" y="0"/>
                      </a:lnTo>
                      <a:cubicBezTo>
                        <a:pt x="129817" y="0"/>
                        <a:pt x="160515" y="32196"/>
                        <a:pt x="160515" y="80141"/>
                      </a:cubicBezTo>
                      <a:close/>
                    </a:path>
                  </a:pathLst>
                </a:custGeom>
                <a:solidFill>
                  <a:srgbClr val="FF525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4" name="Google Shape;1104;p79"/>
                <p:cNvSpPr/>
                <p:nvPr/>
              </p:nvSpPr>
              <p:spPr>
                <a:xfrm>
                  <a:off x="4844535" y="2070646"/>
                  <a:ext cx="98149" cy="98049"/>
                </a:xfrm>
                <a:custGeom>
                  <a:rect b="b" l="l" r="r" t="t"/>
                  <a:pathLst>
                    <a:path extrusionOk="0" h="98049" w="98149">
                      <a:moveTo>
                        <a:pt x="96228" y="33181"/>
                      </a:moveTo>
                      <a:cubicBezTo>
                        <a:pt x="97452" y="34404"/>
                        <a:pt x="98150" y="36070"/>
                        <a:pt x="98150" y="37802"/>
                      </a:cubicBezTo>
                      <a:lnTo>
                        <a:pt x="98150" y="98049"/>
                      </a:lnTo>
                      <a:lnTo>
                        <a:pt x="5460" y="98049"/>
                      </a:lnTo>
                      <a:cubicBezTo>
                        <a:pt x="2449" y="98049"/>
                        <a:pt x="0" y="95603"/>
                        <a:pt x="0" y="92595"/>
                      </a:cubicBezTo>
                      <a:lnTo>
                        <a:pt x="0" y="0"/>
                      </a:lnTo>
                      <a:lnTo>
                        <a:pt x="60308" y="0"/>
                      </a:lnTo>
                      <a:cubicBezTo>
                        <a:pt x="62043" y="0"/>
                        <a:pt x="63709" y="697"/>
                        <a:pt x="64934" y="1919"/>
                      </a:cubicBezTo>
                      <a:lnTo>
                        <a:pt x="96228" y="3318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5" name="Google Shape;1105;p79"/>
                <p:cNvSpPr/>
                <p:nvPr/>
              </p:nvSpPr>
              <p:spPr>
                <a:xfrm>
                  <a:off x="5511062" y="2081181"/>
                  <a:ext cx="125553" cy="146589"/>
                </a:xfrm>
                <a:custGeom>
                  <a:rect b="b" l="l" r="r" t="t"/>
                  <a:pathLst>
                    <a:path extrusionOk="0" h="146589" w="125553">
                      <a:moveTo>
                        <a:pt x="125553" y="0"/>
                      </a:moveTo>
                      <a:lnTo>
                        <a:pt x="125553" y="78052"/>
                      </a:lnTo>
                      <a:cubicBezTo>
                        <a:pt x="125553" y="137211"/>
                        <a:pt x="92366" y="146589"/>
                        <a:pt x="62775" y="146589"/>
                      </a:cubicBezTo>
                      <a:cubicBezTo>
                        <a:pt x="33182" y="146589"/>
                        <a:pt x="0" y="137211"/>
                        <a:pt x="0" y="78052"/>
                      </a:cubicBezTo>
                      <a:lnTo>
                        <a:pt x="0" y="0"/>
                      </a:lnTo>
                      <a:lnTo>
                        <a:pt x="33182" y="0"/>
                      </a:lnTo>
                      <a:lnTo>
                        <a:pt x="33182" y="86356"/>
                      </a:lnTo>
                      <a:cubicBezTo>
                        <a:pt x="33182" y="94799"/>
                        <a:pt x="35307" y="116551"/>
                        <a:pt x="62775" y="116551"/>
                      </a:cubicBezTo>
                      <a:cubicBezTo>
                        <a:pt x="90244" y="116551"/>
                        <a:pt x="92366" y="94799"/>
                        <a:pt x="92366" y="86356"/>
                      </a:cubicBezTo>
                      <a:lnTo>
                        <a:pt x="92366" y="0"/>
                      </a:lnTo>
                      <a:lnTo>
                        <a:pt x="12555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106" name="Google Shape;1106;p79"/>
              <p:cNvSpPr/>
              <p:nvPr/>
            </p:nvSpPr>
            <p:spPr>
              <a:xfrm>
                <a:off x="7366312" y="2153001"/>
                <a:ext cx="102727" cy="102622"/>
              </a:xfrm>
              <a:custGeom>
                <a:rect b="b" l="l" r="r" t="t"/>
                <a:pathLst>
                  <a:path extrusionOk="0" h="160976" w="161141">
                    <a:moveTo>
                      <a:pt x="0" y="0"/>
                    </a:moveTo>
                    <a:lnTo>
                      <a:pt x="161142" y="0"/>
                    </a:lnTo>
                    <a:lnTo>
                      <a:pt x="161142" y="160976"/>
                    </a:lnTo>
                    <a:lnTo>
                      <a:pt x="0" y="160976"/>
                    </a:lnTo>
                    <a:close/>
                  </a:path>
                </a:pathLst>
              </a:custGeom>
              <a:solidFill>
                <a:srgbClr val="E0E0E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7" name="Google Shape;1107;p79"/>
              <p:cNvSpPr/>
              <p:nvPr/>
            </p:nvSpPr>
            <p:spPr>
              <a:xfrm>
                <a:off x="7408633" y="2194698"/>
                <a:ext cx="18336" cy="19471"/>
              </a:xfrm>
              <a:custGeom>
                <a:rect b="b" l="l" r="r" t="t"/>
                <a:pathLst>
                  <a:path extrusionOk="0" h="30542" w="28763">
                    <a:moveTo>
                      <a:pt x="23340" y="30542"/>
                    </a:moveTo>
                    <a:lnTo>
                      <a:pt x="14415" y="17952"/>
                    </a:lnTo>
                    <a:lnTo>
                      <a:pt x="5433" y="30542"/>
                    </a:lnTo>
                    <a:lnTo>
                      <a:pt x="0" y="30542"/>
                    </a:lnTo>
                    <a:lnTo>
                      <a:pt x="11541" y="15022"/>
                    </a:lnTo>
                    <a:lnTo>
                      <a:pt x="314" y="0"/>
                    </a:lnTo>
                    <a:lnTo>
                      <a:pt x="5737" y="0"/>
                    </a:lnTo>
                    <a:lnTo>
                      <a:pt x="14415" y="12030"/>
                    </a:lnTo>
                    <a:lnTo>
                      <a:pt x="23026" y="0"/>
                    </a:lnTo>
                    <a:lnTo>
                      <a:pt x="28459" y="0"/>
                    </a:lnTo>
                    <a:lnTo>
                      <a:pt x="17222" y="15022"/>
                    </a:lnTo>
                    <a:lnTo>
                      <a:pt x="28763" y="30542"/>
                    </a:lnTo>
                    <a:lnTo>
                      <a:pt x="23340" y="30542"/>
                    </a:lnTo>
                    <a:close/>
                  </a:path>
                </a:pathLst>
              </a:custGeom>
              <a:solidFill>
                <a:srgbClr val="AEABB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8" name="Google Shape;1108;p79"/>
              <p:cNvSpPr/>
              <p:nvPr/>
            </p:nvSpPr>
            <p:spPr>
              <a:xfrm>
                <a:off x="7470178" y="2347424"/>
                <a:ext cx="102727" cy="102622"/>
              </a:xfrm>
              <a:custGeom>
                <a:rect b="b" l="l" r="r" t="t"/>
                <a:pathLst>
                  <a:path extrusionOk="0" h="160976" w="161141">
                    <a:moveTo>
                      <a:pt x="0" y="0"/>
                    </a:moveTo>
                    <a:lnTo>
                      <a:pt x="161141" y="0"/>
                    </a:lnTo>
                    <a:lnTo>
                      <a:pt x="161141" y="160976"/>
                    </a:lnTo>
                    <a:lnTo>
                      <a:pt x="0" y="160976"/>
                    </a:lnTo>
                    <a:close/>
                  </a:path>
                </a:pathLst>
              </a:custGeom>
              <a:solidFill>
                <a:srgbClr val="E0E0E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9" name="Google Shape;1109;p79"/>
              <p:cNvSpPr/>
              <p:nvPr/>
            </p:nvSpPr>
            <p:spPr>
              <a:xfrm>
                <a:off x="7512500" y="2389120"/>
                <a:ext cx="18342" cy="19471"/>
              </a:xfrm>
              <a:custGeom>
                <a:rect b="b" l="l" r="r" t="t"/>
                <a:pathLst>
                  <a:path extrusionOk="0" h="30542" w="28772">
                    <a:moveTo>
                      <a:pt x="23340" y="30543"/>
                    </a:moveTo>
                    <a:lnTo>
                      <a:pt x="14415" y="17951"/>
                    </a:lnTo>
                    <a:lnTo>
                      <a:pt x="5433" y="30543"/>
                    </a:lnTo>
                    <a:lnTo>
                      <a:pt x="0" y="30543"/>
                    </a:lnTo>
                    <a:lnTo>
                      <a:pt x="11551" y="15022"/>
                    </a:lnTo>
                    <a:lnTo>
                      <a:pt x="314" y="0"/>
                    </a:lnTo>
                    <a:lnTo>
                      <a:pt x="5747" y="0"/>
                    </a:lnTo>
                    <a:lnTo>
                      <a:pt x="14415" y="12030"/>
                    </a:lnTo>
                    <a:lnTo>
                      <a:pt x="23026" y="0"/>
                    </a:lnTo>
                    <a:lnTo>
                      <a:pt x="28459" y="0"/>
                    </a:lnTo>
                    <a:lnTo>
                      <a:pt x="17222" y="15022"/>
                    </a:lnTo>
                    <a:lnTo>
                      <a:pt x="28773" y="30543"/>
                    </a:lnTo>
                    <a:lnTo>
                      <a:pt x="23340" y="30543"/>
                    </a:lnTo>
                    <a:close/>
                  </a:path>
                </a:pathLst>
              </a:custGeom>
              <a:solidFill>
                <a:srgbClr val="AEABB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0" name="Google Shape;1110;p79"/>
              <p:cNvSpPr/>
              <p:nvPr/>
            </p:nvSpPr>
            <p:spPr>
              <a:xfrm>
                <a:off x="7469339" y="2209317"/>
                <a:ext cx="6065" cy="176962"/>
              </a:xfrm>
              <a:custGeom>
                <a:rect b="b" l="l" r="r" t="t"/>
                <a:pathLst>
                  <a:path extrusionOk="0" h="277588" w="9514">
                    <a:moveTo>
                      <a:pt x="0" y="0"/>
                    </a:moveTo>
                    <a:lnTo>
                      <a:pt x="0" y="277588"/>
                    </a:lnTo>
                  </a:path>
                </a:pathLst>
              </a:cu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1" name="Google Shape;1111;p79"/>
              <p:cNvSpPr/>
              <p:nvPr/>
            </p:nvSpPr>
            <p:spPr>
              <a:xfrm>
                <a:off x="7573206" y="2231757"/>
                <a:ext cx="95109" cy="117309"/>
              </a:xfrm>
              <a:custGeom>
                <a:rect b="b" l="l" r="r" t="t"/>
                <a:pathLst>
                  <a:path extrusionOk="0" h="184014" w="149191">
                    <a:moveTo>
                      <a:pt x="74596" y="159719"/>
                    </a:moveTo>
                    <a:cubicBezTo>
                      <a:pt x="100724" y="159719"/>
                      <a:pt x="120914" y="140337"/>
                      <a:pt x="120914" y="111650"/>
                    </a:cubicBezTo>
                    <a:lnTo>
                      <a:pt x="120914" y="0"/>
                    </a:lnTo>
                    <a:lnTo>
                      <a:pt x="149192" y="0"/>
                    </a:lnTo>
                    <a:lnTo>
                      <a:pt x="149192" y="180915"/>
                    </a:lnTo>
                    <a:lnTo>
                      <a:pt x="121190" y="180915"/>
                    </a:lnTo>
                    <a:lnTo>
                      <a:pt x="121190" y="164115"/>
                    </a:lnTo>
                    <a:cubicBezTo>
                      <a:pt x="108526" y="176777"/>
                      <a:pt x="91028" y="184015"/>
                      <a:pt x="71371" y="184015"/>
                    </a:cubicBezTo>
                    <a:cubicBezTo>
                      <a:pt x="30971" y="184015"/>
                      <a:pt x="0" y="155845"/>
                      <a:pt x="0" y="113201"/>
                    </a:cubicBezTo>
                    <a:lnTo>
                      <a:pt x="0" y="0"/>
                    </a:lnTo>
                    <a:lnTo>
                      <a:pt x="28278" y="0"/>
                    </a:lnTo>
                    <a:lnTo>
                      <a:pt x="28278" y="111650"/>
                    </a:lnTo>
                    <a:cubicBezTo>
                      <a:pt x="28278" y="140854"/>
                      <a:pt x="48202" y="159719"/>
                      <a:pt x="74596" y="15971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2" name="Google Shape;1112;p79"/>
              <p:cNvSpPr/>
              <p:nvPr/>
            </p:nvSpPr>
            <p:spPr>
              <a:xfrm>
                <a:off x="7682030" y="2231757"/>
                <a:ext cx="94424" cy="117311"/>
              </a:xfrm>
              <a:custGeom>
                <a:rect b="b" l="l" r="r" t="t"/>
                <a:pathLst>
                  <a:path extrusionOk="0" h="184018" w="148116">
                    <a:moveTo>
                      <a:pt x="0" y="0"/>
                    </a:moveTo>
                    <a:lnTo>
                      <a:pt x="27193" y="0"/>
                    </a:lnTo>
                    <a:lnTo>
                      <a:pt x="27193" y="65903"/>
                    </a:lnTo>
                    <a:cubicBezTo>
                      <a:pt x="39581" y="53758"/>
                      <a:pt x="56813" y="46263"/>
                      <a:pt x="75937" y="46263"/>
                    </a:cubicBezTo>
                    <a:cubicBezTo>
                      <a:pt x="116337" y="46263"/>
                      <a:pt x="148117" y="77019"/>
                      <a:pt x="148117" y="115270"/>
                    </a:cubicBezTo>
                    <a:cubicBezTo>
                      <a:pt x="148117" y="153521"/>
                      <a:pt x="116337" y="184018"/>
                      <a:pt x="75937" y="184018"/>
                    </a:cubicBezTo>
                    <a:cubicBezTo>
                      <a:pt x="56822" y="184018"/>
                      <a:pt x="39315" y="176524"/>
                      <a:pt x="26927" y="164378"/>
                    </a:cubicBezTo>
                    <a:lnTo>
                      <a:pt x="26927" y="180920"/>
                    </a:lnTo>
                    <a:lnTo>
                      <a:pt x="0" y="180920"/>
                    </a:lnTo>
                    <a:lnTo>
                      <a:pt x="0" y="0"/>
                    </a:lnTo>
                    <a:close/>
                    <a:moveTo>
                      <a:pt x="74054" y="161011"/>
                    </a:moveTo>
                    <a:cubicBezTo>
                      <a:pt x="99905" y="161011"/>
                      <a:pt x="121180" y="140596"/>
                      <a:pt x="121180" y="115266"/>
                    </a:cubicBezTo>
                    <a:cubicBezTo>
                      <a:pt x="121180" y="89936"/>
                      <a:pt x="99905" y="69520"/>
                      <a:pt x="74054" y="69520"/>
                    </a:cubicBezTo>
                    <a:cubicBezTo>
                      <a:pt x="48202" y="69520"/>
                      <a:pt x="26651" y="89677"/>
                      <a:pt x="26651" y="115266"/>
                    </a:cubicBezTo>
                    <a:cubicBezTo>
                      <a:pt x="26651" y="140854"/>
                      <a:pt x="47659" y="161011"/>
                      <a:pt x="74054" y="16101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3" name="Google Shape;1113;p79"/>
              <p:cNvSpPr/>
              <p:nvPr/>
            </p:nvSpPr>
            <p:spPr>
              <a:xfrm>
                <a:off x="7783615" y="2261501"/>
                <a:ext cx="88753" cy="87489"/>
              </a:xfrm>
              <a:custGeom>
                <a:rect b="b" l="l" r="r" t="t"/>
                <a:pathLst>
                  <a:path extrusionOk="0" h="137238" w="139220">
                    <a:moveTo>
                      <a:pt x="70552" y="0"/>
                    </a:moveTo>
                    <a:cubicBezTo>
                      <a:pt x="110143" y="0"/>
                      <a:pt x="139220" y="29204"/>
                      <a:pt x="139220" y="68489"/>
                    </a:cubicBezTo>
                    <a:lnTo>
                      <a:pt x="139220" y="77019"/>
                    </a:lnTo>
                    <a:lnTo>
                      <a:pt x="27469" y="77019"/>
                    </a:lnTo>
                    <a:cubicBezTo>
                      <a:pt x="31237" y="98470"/>
                      <a:pt x="49820" y="114495"/>
                      <a:pt x="72978" y="114495"/>
                    </a:cubicBezTo>
                    <a:cubicBezTo>
                      <a:pt x="88868" y="114495"/>
                      <a:pt x="102332" y="108293"/>
                      <a:pt x="112570" y="95112"/>
                    </a:cubicBezTo>
                    <a:lnTo>
                      <a:pt x="132227" y="109068"/>
                    </a:lnTo>
                    <a:cubicBezTo>
                      <a:pt x="118497" y="126640"/>
                      <a:pt x="98021" y="137238"/>
                      <a:pt x="72978" y="137238"/>
                    </a:cubicBezTo>
                    <a:cubicBezTo>
                      <a:pt x="31780" y="137238"/>
                      <a:pt x="0" y="107775"/>
                      <a:pt x="0" y="68489"/>
                    </a:cubicBezTo>
                    <a:cubicBezTo>
                      <a:pt x="0" y="31273"/>
                      <a:pt x="30428" y="0"/>
                      <a:pt x="70552" y="0"/>
                    </a:cubicBezTo>
                    <a:moveTo>
                      <a:pt x="28012" y="56340"/>
                    </a:moveTo>
                    <a:lnTo>
                      <a:pt x="111761" y="56340"/>
                    </a:lnTo>
                    <a:cubicBezTo>
                      <a:pt x="107184" y="36182"/>
                      <a:pt x="90219" y="22744"/>
                      <a:pt x="70019" y="22744"/>
                    </a:cubicBezTo>
                    <a:cubicBezTo>
                      <a:pt x="49820" y="22744"/>
                      <a:pt x="32855" y="36182"/>
                      <a:pt x="28012" y="5634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4" name="Google Shape;1114;p79"/>
              <p:cNvSpPr/>
              <p:nvPr/>
            </p:nvSpPr>
            <p:spPr>
              <a:xfrm>
                <a:off x="7882275" y="2262491"/>
                <a:ext cx="44121" cy="84687"/>
              </a:xfrm>
              <a:custGeom>
                <a:rect b="b" l="l" r="r" t="t"/>
                <a:pathLst>
                  <a:path extrusionOk="0" h="132842" w="69210">
                    <a:moveTo>
                      <a:pt x="57898" y="24296"/>
                    </a:moveTo>
                    <a:cubicBezTo>
                      <a:pt x="40114" y="24296"/>
                      <a:pt x="27193" y="37476"/>
                      <a:pt x="27193" y="57892"/>
                    </a:cubicBezTo>
                    <a:lnTo>
                      <a:pt x="27193" y="132842"/>
                    </a:lnTo>
                    <a:lnTo>
                      <a:pt x="0" y="132842"/>
                    </a:lnTo>
                    <a:lnTo>
                      <a:pt x="0" y="1035"/>
                    </a:lnTo>
                    <a:lnTo>
                      <a:pt x="26927" y="1035"/>
                    </a:lnTo>
                    <a:lnTo>
                      <a:pt x="26927" y="17318"/>
                    </a:lnTo>
                    <a:cubicBezTo>
                      <a:pt x="33654" y="6720"/>
                      <a:pt x="44700" y="0"/>
                      <a:pt x="59781" y="0"/>
                    </a:cubicBezTo>
                    <a:lnTo>
                      <a:pt x="69211" y="0"/>
                    </a:lnTo>
                    <a:lnTo>
                      <a:pt x="69211" y="24296"/>
                    </a:lnTo>
                    <a:lnTo>
                      <a:pt x="57898" y="24296"/>
                    </a:lnTo>
                    <a:lnTo>
                      <a:pt x="57898" y="2429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5" name="Google Shape;1115;p79"/>
              <p:cNvSpPr/>
              <p:nvPr/>
            </p:nvSpPr>
            <p:spPr>
              <a:xfrm>
                <a:off x="6403050" y="2249165"/>
                <a:ext cx="102727" cy="102622"/>
              </a:xfrm>
              <a:custGeom>
                <a:rect b="b" l="l" r="r" t="t"/>
                <a:pathLst>
                  <a:path extrusionOk="0" h="160976" w="161141">
                    <a:moveTo>
                      <a:pt x="0" y="0"/>
                    </a:moveTo>
                    <a:lnTo>
                      <a:pt x="161142" y="0"/>
                    </a:lnTo>
                    <a:lnTo>
                      <a:pt x="161142" y="160976"/>
                    </a:lnTo>
                    <a:lnTo>
                      <a:pt x="0" y="160976"/>
                    </a:lnTo>
                    <a:close/>
                  </a:path>
                </a:pathLst>
              </a:custGeom>
              <a:solidFill>
                <a:srgbClr val="E0E0E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6" name="Google Shape;1116;p79"/>
              <p:cNvSpPr/>
              <p:nvPr/>
            </p:nvSpPr>
            <p:spPr>
              <a:xfrm>
                <a:off x="6443455" y="2294764"/>
                <a:ext cx="18337" cy="19471"/>
              </a:xfrm>
              <a:custGeom>
                <a:rect b="b" l="l" r="r" t="t"/>
                <a:pathLst>
                  <a:path extrusionOk="0" h="30543" w="28764">
                    <a:moveTo>
                      <a:pt x="23336" y="30543"/>
                    </a:moveTo>
                    <a:lnTo>
                      <a:pt x="14413" y="17952"/>
                    </a:lnTo>
                    <a:lnTo>
                      <a:pt x="5428" y="30543"/>
                    </a:lnTo>
                    <a:lnTo>
                      <a:pt x="0" y="30543"/>
                    </a:lnTo>
                    <a:lnTo>
                      <a:pt x="11543" y="15023"/>
                    </a:lnTo>
                    <a:lnTo>
                      <a:pt x="312" y="0"/>
                    </a:lnTo>
                    <a:lnTo>
                      <a:pt x="5740" y="0"/>
                    </a:lnTo>
                    <a:lnTo>
                      <a:pt x="14413" y="12031"/>
                    </a:lnTo>
                    <a:lnTo>
                      <a:pt x="23024" y="0"/>
                    </a:lnTo>
                    <a:lnTo>
                      <a:pt x="28452" y="0"/>
                    </a:lnTo>
                    <a:lnTo>
                      <a:pt x="17221" y="15023"/>
                    </a:lnTo>
                    <a:lnTo>
                      <a:pt x="28764" y="30543"/>
                    </a:lnTo>
                    <a:lnTo>
                      <a:pt x="23336" y="30543"/>
                    </a:lnTo>
                    <a:close/>
                  </a:path>
                </a:pathLst>
              </a:custGeom>
              <a:solidFill>
                <a:srgbClr val="AEABB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1117" name="Google Shape;1117;p79"/>
            <p:cNvGrpSpPr/>
            <p:nvPr/>
          </p:nvGrpSpPr>
          <p:grpSpPr>
            <a:xfrm>
              <a:off x="6596597" y="3809114"/>
              <a:ext cx="1444838" cy="270589"/>
              <a:chOff x="6506297" y="3809114"/>
              <a:chExt cx="1444838" cy="270589"/>
            </a:xfrm>
          </p:grpSpPr>
          <p:grpSp>
            <p:nvGrpSpPr>
              <p:cNvPr id="1118" name="Google Shape;1118;p79"/>
              <p:cNvGrpSpPr/>
              <p:nvPr/>
            </p:nvGrpSpPr>
            <p:grpSpPr>
              <a:xfrm>
                <a:off x="6506297" y="3848728"/>
                <a:ext cx="860298" cy="177463"/>
                <a:chOff x="4782196" y="4572160"/>
                <a:chExt cx="1345477" cy="277546"/>
              </a:xfrm>
            </p:grpSpPr>
            <p:sp>
              <p:nvSpPr>
                <p:cNvPr id="1119" name="Google Shape;1119;p79"/>
                <p:cNvSpPr/>
                <p:nvPr/>
              </p:nvSpPr>
              <p:spPr>
                <a:xfrm>
                  <a:off x="6002193" y="4642127"/>
                  <a:ext cx="125480" cy="146558"/>
                </a:xfrm>
                <a:custGeom>
                  <a:rect b="b" l="l" r="r" t="t"/>
                  <a:pathLst>
                    <a:path extrusionOk="0" h="146558" w="125480">
                      <a:moveTo>
                        <a:pt x="125481" y="56108"/>
                      </a:moveTo>
                      <a:lnTo>
                        <a:pt x="125481" y="146558"/>
                      </a:lnTo>
                      <a:lnTo>
                        <a:pt x="92265" y="146558"/>
                      </a:lnTo>
                      <a:lnTo>
                        <a:pt x="92265" y="62115"/>
                      </a:lnTo>
                      <a:cubicBezTo>
                        <a:pt x="92265" y="41527"/>
                        <a:pt x="83388" y="30055"/>
                        <a:pt x="66175" y="30055"/>
                      </a:cubicBezTo>
                      <a:cubicBezTo>
                        <a:pt x="48963" y="30055"/>
                        <a:pt x="37517" y="42088"/>
                        <a:pt x="34348" y="62391"/>
                      </a:cubicBezTo>
                      <a:cubicBezTo>
                        <a:pt x="33483" y="67248"/>
                        <a:pt x="33216" y="74671"/>
                        <a:pt x="33216" y="90440"/>
                      </a:cubicBezTo>
                      <a:lnTo>
                        <a:pt x="33216" y="146539"/>
                      </a:lnTo>
                      <a:lnTo>
                        <a:pt x="0" y="146539"/>
                      </a:lnTo>
                      <a:lnTo>
                        <a:pt x="0" y="2861"/>
                      </a:lnTo>
                      <a:lnTo>
                        <a:pt x="29439" y="2861"/>
                      </a:lnTo>
                      <a:cubicBezTo>
                        <a:pt x="29505" y="4154"/>
                        <a:pt x="30219" y="16995"/>
                        <a:pt x="30267" y="17755"/>
                      </a:cubicBezTo>
                      <a:cubicBezTo>
                        <a:pt x="30324" y="18791"/>
                        <a:pt x="31532" y="19324"/>
                        <a:pt x="32341" y="18677"/>
                      </a:cubicBezTo>
                      <a:cubicBezTo>
                        <a:pt x="44586" y="8992"/>
                        <a:pt x="58021" y="0"/>
                        <a:pt x="76765" y="0"/>
                      </a:cubicBezTo>
                      <a:cubicBezTo>
                        <a:pt x="107393" y="0"/>
                        <a:pt x="125481" y="20902"/>
                        <a:pt x="125481" y="5610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0" name="Google Shape;1120;p79"/>
                <p:cNvSpPr/>
                <p:nvPr/>
              </p:nvSpPr>
              <p:spPr>
                <a:xfrm>
                  <a:off x="5838349" y="4642174"/>
                  <a:ext cx="139867" cy="207532"/>
                </a:xfrm>
                <a:custGeom>
                  <a:rect b="b" l="l" r="r" t="t"/>
                  <a:pathLst>
                    <a:path extrusionOk="0" h="207532" w="139867">
                      <a:moveTo>
                        <a:pt x="110086" y="2880"/>
                      </a:moveTo>
                      <a:lnTo>
                        <a:pt x="109001" y="19266"/>
                      </a:lnTo>
                      <a:cubicBezTo>
                        <a:pt x="108935" y="20322"/>
                        <a:pt x="107669" y="20854"/>
                        <a:pt x="106889" y="20151"/>
                      </a:cubicBezTo>
                      <a:cubicBezTo>
                        <a:pt x="102893" y="16311"/>
                        <a:pt x="87974" y="0"/>
                        <a:pt x="62788" y="0"/>
                      </a:cubicBezTo>
                      <a:cubicBezTo>
                        <a:pt x="26679" y="0"/>
                        <a:pt x="47" y="31186"/>
                        <a:pt x="28" y="73502"/>
                      </a:cubicBezTo>
                      <a:lnTo>
                        <a:pt x="0" y="73502"/>
                      </a:lnTo>
                      <a:cubicBezTo>
                        <a:pt x="0" y="116417"/>
                        <a:pt x="26356" y="147632"/>
                        <a:pt x="62769" y="147632"/>
                      </a:cubicBezTo>
                      <a:cubicBezTo>
                        <a:pt x="87041" y="147632"/>
                        <a:pt x="101941" y="131911"/>
                        <a:pt x="104663" y="128394"/>
                      </a:cubicBezTo>
                      <a:cubicBezTo>
                        <a:pt x="105443" y="127443"/>
                        <a:pt x="106956" y="128004"/>
                        <a:pt x="106927" y="129230"/>
                      </a:cubicBezTo>
                      <a:cubicBezTo>
                        <a:pt x="106623" y="133612"/>
                        <a:pt x="105957" y="144571"/>
                        <a:pt x="102331" y="153886"/>
                      </a:cubicBezTo>
                      <a:cubicBezTo>
                        <a:pt x="97755" y="165653"/>
                        <a:pt x="87384" y="176565"/>
                        <a:pt x="66499" y="176565"/>
                      </a:cubicBezTo>
                      <a:cubicBezTo>
                        <a:pt x="49325" y="176565"/>
                        <a:pt x="34148" y="169988"/>
                        <a:pt x="19800" y="155968"/>
                      </a:cubicBezTo>
                      <a:lnTo>
                        <a:pt x="2617" y="179740"/>
                      </a:lnTo>
                      <a:cubicBezTo>
                        <a:pt x="18363" y="197515"/>
                        <a:pt x="43283" y="207533"/>
                        <a:pt x="70238" y="207533"/>
                      </a:cubicBezTo>
                      <a:cubicBezTo>
                        <a:pt x="113778" y="207533"/>
                        <a:pt x="139867" y="177753"/>
                        <a:pt x="139867" y="129097"/>
                      </a:cubicBezTo>
                      <a:lnTo>
                        <a:pt x="139867" y="2880"/>
                      </a:lnTo>
                      <a:lnTo>
                        <a:pt x="110086" y="2880"/>
                      </a:lnTo>
                      <a:close/>
                      <a:moveTo>
                        <a:pt x="69981" y="117625"/>
                      </a:moveTo>
                      <a:cubicBezTo>
                        <a:pt x="48506" y="117625"/>
                        <a:pt x="33302" y="99042"/>
                        <a:pt x="33302" y="73550"/>
                      </a:cubicBezTo>
                      <a:cubicBezTo>
                        <a:pt x="33302" y="48067"/>
                        <a:pt x="48506" y="30026"/>
                        <a:pt x="69981" y="30026"/>
                      </a:cubicBezTo>
                      <a:cubicBezTo>
                        <a:pt x="91466" y="30026"/>
                        <a:pt x="106651" y="48048"/>
                        <a:pt x="106651" y="73550"/>
                      </a:cubicBezTo>
                      <a:cubicBezTo>
                        <a:pt x="106651" y="99052"/>
                        <a:pt x="91447" y="117625"/>
                        <a:pt x="69981" y="1176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1" name="Google Shape;1121;p79"/>
                <p:cNvSpPr/>
                <p:nvPr/>
              </p:nvSpPr>
              <p:spPr>
                <a:xfrm>
                  <a:off x="5648652" y="4642174"/>
                  <a:ext cx="120381" cy="149428"/>
                </a:xfrm>
                <a:custGeom>
                  <a:rect b="b" l="l" r="r" t="t"/>
                  <a:pathLst>
                    <a:path extrusionOk="0" h="149428" w="120381">
                      <a:moveTo>
                        <a:pt x="120381" y="103900"/>
                      </a:moveTo>
                      <a:cubicBezTo>
                        <a:pt x="120381" y="131112"/>
                        <a:pt x="97441" y="149428"/>
                        <a:pt x="63920" y="149428"/>
                      </a:cubicBezTo>
                      <a:cubicBezTo>
                        <a:pt x="37555" y="149428"/>
                        <a:pt x="14120" y="139154"/>
                        <a:pt x="19" y="124573"/>
                      </a:cubicBezTo>
                      <a:lnTo>
                        <a:pt x="57" y="124544"/>
                      </a:lnTo>
                      <a:lnTo>
                        <a:pt x="0" y="124544"/>
                      </a:lnTo>
                      <a:lnTo>
                        <a:pt x="10942" y="98529"/>
                      </a:lnTo>
                      <a:cubicBezTo>
                        <a:pt x="21503" y="108063"/>
                        <a:pt x="38563" y="121702"/>
                        <a:pt x="62817" y="121702"/>
                      </a:cubicBezTo>
                      <a:cubicBezTo>
                        <a:pt x="79734" y="121702"/>
                        <a:pt x="89458" y="114260"/>
                        <a:pt x="89458" y="104802"/>
                      </a:cubicBezTo>
                      <a:cubicBezTo>
                        <a:pt x="89458" y="93910"/>
                        <a:pt x="75976" y="91039"/>
                        <a:pt x="59934" y="87874"/>
                      </a:cubicBezTo>
                      <a:cubicBezTo>
                        <a:pt x="37013" y="83036"/>
                        <a:pt x="6651" y="75289"/>
                        <a:pt x="6651" y="44075"/>
                      </a:cubicBezTo>
                      <a:cubicBezTo>
                        <a:pt x="6651" y="18012"/>
                        <a:pt x="27859" y="0"/>
                        <a:pt x="59087" y="0"/>
                      </a:cubicBezTo>
                      <a:cubicBezTo>
                        <a:pt x="83140" y="0"/>
                        <a:pt x="103797" y="9163"/>
                        <a:pt x="118088" y="21187"/>
                      </a:cubicBezTo>
                      <a:lnTo>
                        <a:pt x="101723" y="44094"/>
                      </a:lnTo>
                      <a:cubicBezTo>
                        <a:pt x="87964" y="33220"/>
                        <a:pt x="73378" y="27764"/>
                        <a:pt x="59020" y="27764"/>
                      </a:cubicBezTo>
                      <a:cubicBezTo>
                        <a:pt x="44662" y="27764"/>
                        <a:pt x="37555" y="33800"/>
                        <a:pt x="37555" y="42373"/>
                      </a:cubicBezTo>
                      <a:cubicBezTo>
                        <a:pt x="37555" y="54407"/>
                        <a:pt x="53045" y="57562"/>
                        <a:pt x="64510" y="59844"/>
                      </a:cubicBezTo>
                      <a:cubicBezTo>
                        <a:pt x="93169" y="65556"/>
                        <a:pt x="120381" y="74168"/>
                        <a:pt x="120381" y="10390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2" name="Google Shape;1122;p79"/>
                <p:cNvSpPr/>
                <p:nvPr/>
              </p:nvSpPr>
              <p:spPr>
                <a:xfrm>
                  <a:off x="5212843" y="4642127"/>
                  <a:ext cx="139800" cy="149447"/>
                </a:xfrm>
                <a:custGeom>
                  <a:rect b="b" l="l" r="r" t="t"/>
                  <a:pathLst>
                    <a:path extrusionOk="0" h="149447" w="139800">
                      <a:moveTo>
                        <a:pt x="69883" y="0"/>
                      </a:moveTo>
                      <a:cubicBezTo>
                        <a:pt x="29218" y="0"/>
                        <a:pt x="0" y="31519"/>
                        <a:pt x="0" y="74729"/>
                      </a:cubicBezTo>
                      <a:cubicBezTo>
                        <a:pt x="0" y="117929"/>
                        <a:pt x="29201" y="149448"/>
                        <a:pt x="69883" y="149448"/>
                      </a:cubicBezTo>
                      <a:cubicBezTo>
                        <a:pt x="110565" y="149448"/>
                        <a:pt x="139801" y="117986"/>
                        <a:pt x="139801" y="74729"/>
                      </a:cubicBezTo>
                      <a:cubicBezTo>
                        <a:pt x="139801" y="31471"/>
                        <a:pt x="110548" y="0"/>
                        <a:pt x="69883" y="0"/>
                      </a:cubicBezTo>
                      <a:close/>
                      <a:moveTo>
                        <a:pt x="69883" y="119393"/>
                      </a:moveTo>
                      <a:cubicBezTo>
                        <a:pt x="48420" y="119393"/>
                        <a:pt x="33215" y="101077"/>
                        <a:pt x="33215" y="74729"/>
                      </a:cubicBezTo>
                      <a:cubicBezTo>
                        <a:pt x="33215" y="48371"/>
                        <a:pt x="48113" y="30055"/>
                        <a:pt x="69883" y="30055"/>
                      </a:cubicBezTo>
                      <a:cubicBezTo>
                        <a:pt x="91652" y="30055"/>
                        <a:pt x="106551" y="48390"/>
                        <a:pt x="106551" y="74729"/>
                      </a:cubicBezTo>
                      <a:cubicBezTo>
                        <a:pt x="106551" y="101057"/>
                        <a:pt x="91364" y="119393"/>
                        <a:pt x="69883" y="11939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3" name="Google Shape;1123;p79"/>
                <p:cNvSpPr/>
                <p:nvPr/>
              </p:nvSpPr>
              <p:spPr>
                <a:xfrm>
                  <a:off x="5364345" y="4642127"/>
                  <a:ext cx="132385" cy="149485"/>
                </a:xfrm>
                <a:custGeom>
                  <a:rect b="b" l="l" r="r" t="t"/>
                  <a:pathLst>
                    <a:path extrusionOk="0" h="149485" w="132385">
                      <a:moveTo>
                        <a:pt x="0" y="74729"/>
                      </a:moveTo>
                      <a:cubicBezTo>
                        <a:pt x="0" y="32060"/>
                        <a:pt x="29219" y="0"/>
                        <a:pt x="68217" y="0"/>
                      </a:cubicBezTo>
                      <a:cubicBezTo>
                        <a:pt x="99171" y="0"/>
                        <a:pt x="121807" y="15484"/>
                        <a:pt x="132386" y="44673"/>
                      </a:cubicBezTo>
                      <a:lnTo>
                        <a:pt x="102878" y="55832"/>
                      </a:lnTo>
                      <a:cubicBezTo>
                        <a:pt x="94867" y="37801"/>
                        <a:pt x="84254" y="30074"/>
                        <a:pt x="68200" y="30074"/>
                      </a:cubicBezTo>
                      <a:cubicBezTo>
                        <a:pt x="48148" y="30074"/>
                        <a:pt x="33249" y="48970"/>
                        <a:pt x="33249" y="74738"/>
                      </a:cubicBezTo>
                      <a:cubicBezTo>
                        <a:pt x="33249" y="100516"/>
                        <a:pt x="48132" y="119412"/>
                        <a:pt x="68200" y="119412"/>
                      </a:cubicBezTo>
                      <a:cubicBezTo>
                        <a:pt x="84254" y="119412"/>
                        <a:pt x="94833" y="111665"/>
                        <a:pt x="102878" y="93653"/>
                      </a:cubicBezTo>
                      <a:lnTo>
                        <a:pt x="132386" y="104812"/>
                      </a:lnTo>
                      <a:cubicBezTo>
                        <a:pt x="121807" y="134002"/>
                        <a:pt x="99171" y="149486"/>
                        <a:pt x="68217" y="149486"/>
                      </a:cubicBezTo>
                      <a:cubicBezTo>
                        <a:pt x="29269" y="149486"/>
                        <a:pt x="0" y="117425"/>
                        <a:pt x="0" y="74757"/>
                      </a:cubicBezTo>
                      <a:lnTo>
                        <a:pt x="0" y="74671"/>
                      </a:lnTo>
                      <a:lnTo>
                        <a:pt x="0" y="74709"/>
                      </a:lnTo>
                      <a:lnTo>
                        <a:pt x="0" y="7472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4" name="Google Shape;1124;p79"/>
                <p:cNvSpPr/>
                <p:nvPr/>
              </p:nvSpPr>
              <p:spPr>
                <a:xfrm>
                  <a:off x="5055812" y="4578300"/>
                  <a:ext cx="139834" cy="213235"/>
                </a:xfrm>
                <a:custGeom>
                  <a:rect b="b" l="l" r="r" t="t"/>
                  <a:pathLst>
                    <a:path extrusionOk="0" h="213235" w="139834">
                      <a:moveTo>
                        <a:pt x="130787" y="0"/>
                      </a:moveTo>
                      <a:cubicBezTo>
                        <a:pt x="130175" y="0"/>
                        <a:pt x="129562" y="152"/>
                        <a:pt x="129001" y="437"/>
                      </a:cubicBezTo>
                      <a:lnTo>
                        <a:pt x="107282" y="11872"/>
                      </a:lnTo>
                      <a:cubicBezTo>
                        <a:pt x="106857" y="12090"/>
                        <a:pt x="106602" y="12537"/>
                        <a:pt x="106602" y="13012"/>
                      </a:cubicBezTo>
                      <a:lnTo>
                        <a:pt x="106602" y="81467"/>
                      </a:lnTo>
                      <a:cubicBezTo>
                        <a:pt x="106602" y="82599"/>
                        <a:pt x="105275" y="83131"/>
                        <a:pt x="104425" y="82361"/>
                      </a:cubicBezTo>
                      <a:cubicBezTo>
                        <a:pt x="101245" y="79567"/>
                        <a:pt x="93744" y="72580"/>
                        <a:pt x="83319" y="67790"/>
                      </a:cubicBezTo>
                      <a:cubicBezTo>
                        <a:pt x="77927" y="65309"/>
                        <a:pt x="69934" y="63845"/>
                        <a:pt x="62757" y="63845"/>
                      </a:cubicBezTo>
                      <a:cubicBezTo>
                        <a:pt x="26378" y="63845"/>
                        <a:pt x="0" y="95364"/>
                        <a:pt x="0" y="138564"/>
                      </a:cubicBezTo>
                      <a:cubicBezTo>
                        <a:pt x="0" y="181774"/>
                        <a:pt x="26361" y="213236"/>
                        <a:pt x="62757" y="213236"/>
                      </a:cubicBezTo>
                      <a:cubicBezTo>
                        <a:pt x="81907" y="213236"/>
                        <a:pt x="96211" y="203236"/>
                        <a:pt x="104952" y="194311"/>
                      </a:cubicBezTo>
                      <a:cubicBezTo>
                        <a:pt x="105548" y="193703"/>
                        <a:pt x="105871" y="193361"/>
                        <a:pt x="106398" y="192781"/>
                      </a:cubicBezTo>
                      <a:cubicBezTo>
                        <a:pt x="107163" y="191963"/>
                        <a:pt x="108541" y="192439"/>
                        <a:pt x="108608" y="193560"/>
                      </a:cubicBezTo>
                      <a:lnTo>
                        <a:pt x="109748" y="210365"/>
                      </a:lnTo>
                      <a:lnTo>
                        <a:pt x="139834" y="210365"/>
                      </a:lnTo>
                      <a:lnTo>
                        <a:pt x="139834" y="865"/>
                      </a:lnTo>
                      <a:cubicBezTo>
                        <a:pt x="139834" y="390"/>
                        <a:pt x="139443" y="0"/>
                        <a:pt x="138967" y="0"/>
                      </a:cubicBezTo>
                      <a:lnTo>
                        <a:pt x="130787" y="0"/>
                      </a:lnTo>
                      <a:close/>
                      <a:moveTo>
                        <a:pt x="69934" y="183219"/>
                      </a:moveTo>
                      <a:cubicBezTo>
                        <a:pt x="48165" y="183219"/>
                        <a:pt x="33266" y="164903"/>
                        <a:pt x="33266" y="138555"/>
                      </a:cubicBezTo>
                      <a:cubicBezTo>
                        <a:pt x="33266" y="112197"/>
                        <a:pt x="48470" y="93881"/>
                        <a:pt x="69934" y="93881"/>
                      </a:cubicBezTo>
                      <a:cubicBezTo>
                        <a:pt x="91397" y="93881"/>
                        <a:pt x="106602" y="112216"/>
                        <a:pt x="106602" y="138555"/>
                      </a:cubicBezTo>
                      <a:cubicBezTo>
                        <a:pt x="106602" y="164884"/>
                        <a:pt x="91721" y="183219"/>
                        <a:pt x="69934" y="18321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5" name="Google Shape;1125;p79"/>
                <p:cNvSpPr/>
                <p:nvPr/>
              </p:nvSpPr>
              <p:spPr>
                <a:xfrm>
                  <a:off x="5786617" y="4645016"/>
                  <a:ext cx="33235" cy="143649"/>
                </a:xfrm>
                <a:custGeom>
                  <a:rect b="b" l="l" r="r" t="t"/>
                  <a:pathLst>
                    <a:path extrusionOk="0" h="143649" w="33235">
                      <a:moveTo>
                        <a:pt x="21570" y="437"/>
                      </a:moveTo>
                      <a:lnTo>
                        <a:pt x="685" y="11454"/>
                      </a:lnTo>
                      <a:cubicBezTo>
                        <a:pt x="257" y="11672"/>
                        <a:pt x="0" y="12110"/>
                        <a:pt x="0" y="12585"/>
                      </a:cubicBezTo>
                      <a:lnTo>
                        <a:pt x="0" y="143650"/>
                      </a:lnTo>
                      <a:lnTo>
                        <a:pt x="33235" y="143650"/>
                      </a:lnTo>
                      <a:lnTo>
                        <a:pt x="33235" y="865"/>
                      </a:lnTo>
                      <a:cubicBezTo>
                        <a:pt x="33235" y="390"/>
                        <a:pt x="32845" y="0"/>
                        <a:pt x="32369" y="0"/>
                      </a:cubicBezTo>
                      <a:lnTo>
                        <a:pt x="23359" y="0"/>
                      </a:lnTo>
                      <a:cubicBezTo>
                        <a:pt x="22721" y="0"/>
                        <a:pt x="22131" y="152"/>
                        <a:pt x="21570" y="43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6" name="Google Shape;1126;p79"/>
                <p:cNvSpPr/>
                <p:nvPr/>
              </p:nvSpPr>
              <p:spPr>
                <a:xfrm>
                  <a:off x="5783201" y="4581684"/>
                  <a:ext cx="40066" cy="40025"/>
                </a:xfrm>
                <a:custGeom>
                  <a:rect b="b" l="l" r="r" t="t"/>
                  <a:pathLst>
                    <a:path extrusionOk="0" h="40025" w="40066">
                      <a:moveTo>
                        <a:pt x="20038" y="40026"/>
                      </a:moveTo>
                      <a:cubicBezTo>
                        <a:pt x="31104" y="40026"/>
                        <a:pt x="40067" y="31072"/>
                        <a:pt x="40067" y="20008"/>
                      </a:cubicBezTo>
                      <a:cubicBezTo>
                        <a:pt x="40067" y="8954"/>
                        <a:pt x="31104" y="0"/>
                        <a:pt x="20038" y="0"/>
                      </a:cubicBezTo>
                      <a:cubicBezTo>
                        <a:pt x="8963" y="0"/>
                        <a:pt x="0" y="8954"/>
                        <a:pt x="0" y="20008"/>
                      </a:cubicBezTo>
                      <a:cubicBezTo>
                        <a:pt x="0" y="31072"/>
                        <a:pt x="8963" y="40026"/>
                        <a:pt x="20038" y="4002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7" name="Google Shape;1127;p79"/>
                <p:cNvSpPr/>
                <p:nvPr/>
              </p:nvSpPr>
              <p:spPr>
                <a:xfrm>
                  <a:off x="4782196" y="4634447"/>
                  <a:ext cx="160499" cy="160349"/>
                </a:xfrm>
                <a:custGeom>
                  <a:rect b="b" l="l" r="r" t="t"/>
                  <a:pathLst>
                    <a:path extrusionOk="0" h="160349" w="160499">
                      <a:moveTo>
                        <a:pt x="160482" y="98035"/>
                      </a:moveTo>
                      <a:lnTo>
                        <a:pt x="160482" y="154894"/>
                      </a:lnTo>
                      <a:cubicBezTo>
                        <a:pt x="160482" y="157907"/>
                        <a:pt x="158033" y="160350"/>
                        <a:pt x="155023" y="160350"/>
                      </a:cubicBezTo>
                      <a:lnTo>
                        <a:pt x="5460" y="160350"/>
                      </a:lnTo>
                      <a:cubicBezTo>
                        <a:pt x="2449" y="160350"/>
                        <a:pt x="0" y="157907"/>
                        <a:pt x="0" y="154894"/>
                      </a:cubicBezTo>
                      <a:lnTo>
                        <a:pt x="0" y="5456"/>
                      </a:lnTo>
                      <a:cubicBezTo>
                        <a:pt x="0" y="2443"/>
                        <a:pt x="2449" y="0"/>
                        <a:pt x="5460" y="0"/>
                      </a:cubicBezTo>
                      <a:lnTo>
                        <a:pt x="62349" y="0"/>
                      </a:lnTo>
                      <a:lnTo>
                        <a:pt x="62349" y="92598"/>
                      </a:lnTo>
                      <a:cubicBezTo>
                        <a:pt x="62349" y="95602"/>
                        <a:pt x="64799" y="98054"/>
                        <a:pt x="67809" y="98054"/>
                      </a:cubicBezTo>
                      <a:lnTo>
                        <a:pt x="160499" y="98054"/>
                      </a:lnTo>
                      <a:lnTo>
                        <a:pt x="160482" y="98035"/>
                      </a:lnTo>
                      <a:close/>
                    </a:path>
                  </a:pathLst>
                </a:custGeom>
                <a:solidFill>
                  <a:srgbClr val="4C00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8" name="Google Shape;1128;p79"/>
                <p:cNvSpPr/>
                <p:nvPr/>
              </p:nvSpPr>
              <p:spPr>
                <a:xfrm>
                  <a:off x="4844545" y="4572160"/>
                  <a:ext cx="160515" cy="160340"/>
                </a:xfrm>
                <a:custGeom>
                  <a:rect b="b" l="l" r="r" t="t"/>
                  <a:pathLst>
                    <a:path extrusionOk="0" h="160340" w="160515">
                      <a:moveTo>
                        <a:pt x="160515" y="80146"/>
                      </a:moveTo>
                      <a:cubicBezTo>
                        <a:pt x="160515" y="128004"/>
                        <a:pt x="132607" y="160236"/>
                        <a:pt x="98133" y="160340"/>
                      </a:cubicBezTo>
                      <a:lnTo>
                        <a:pt x="98133" y="100088"/>
                      </a:lnTo>
                      <a:cubicBezTo>
                        <a:pt x="98133" y="98358"/>
                        <a:pt x="97435" y="96694"/>
                        <a:pt x="96211" y="95468"/>
                      </a:cubicBezTo>
                      <a:lnTo>
                        <a:pt x="64934" y="64225"/>
                      </a:lnTo>
                      <a:cubicBezTo>
                        <a:pt x="63709" y="62999"/>
                        <a:pt x="62042" y="62305"/>
                        <a:pt x="60308" y="62305"/>
                      </a:cubicBezTo>
                      <a:lnTo>
                        <a:pt x="0" y="62305"/>
                      </a:lnTo>
                      <a:lnTo>
                        <a:pt x="0" y="5456"/>
                      </a:lnTo>
                      <a:cubicBezTo>
                        <a:pt x="0" y="2452"/>
                        <a:pt x="2449" y="0"/>
                        <a:pt x="5459" y="0"/>
                      </a:cubicBezTo>
                      <a:lnTo>
                        <a:pt x="89850" y="0"/>
                      </a:lnTo>
                      <a:cubicBezTo>
                        <a:pt x="129817" y="0"/>
                        <a:pt x="160515" y="32203"/>
                        <a:pt x="160515" y="80146"/>
                      </a:cubicBezTo>
                      <a:close/>
                    </a:path>
                  </a:pathLst>
                </a:custGeom>
                <a:solidFill>
                  <a:srgbClr val="FF525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29" name="Google Shape;1129;p79"/>
                <p:cNvSpPr/>
                <p:nvPr/>
              </p:nvSpPr>
              <p:spPr>
                <a:xfrm>
                  <a:off x="4844535" y="4634447"/>
                  <a:ext cx="98149" cy="98053"/>
                </a:xfrm>
                <a:custGeom>
                  <a:rect b="b" l="l" r="r" t="t"/>
                  <a:pathLst>
                    <a:path extrusionOk="0" h="98053" w="98149">
                      <a:moveTo>
                        <a:pt x="96228" y="33182"/>
                      </a:moveTo>
                      <a:cubicBezTo>
                        <a:pt x="97452" y="34408"/>
                        <a:pt x="98150" y="36072"/>
                        <a:pt x="98150" y="37802"/>
                      </a:cubicBezTo>
                      <a:lnTo>
                        <a:pt x="98150" y="98054"/>
                      </a:lnTo>
                      <a:lnTo>
                        <a:pt x="5460" y="98054"/>
                      </a:lnTo>
                      <a:cubicBezTo>
                        <a:pt x="2449" y="98054"/>
                        <a:pt x="0" y="95602"/>
                        <a:pt x="0" y="92598"/>
                      </a:cubicBezTo>
                      <a:lnTo>
                        <a:pt x="0" y="0"/>
                      </a:lnTo>
                      <a:lnTo>
                        <a:pt x="60308" y="0"/>
                      </a:lnTo>
                      <a:cubicBezTo>
                        <a:pt x="62043" y="0"/>
                        <a:pt x="63709" y="694"/>
                        <a:pt x="64934" y="1920"/>
                      </a:cubicBezTo>
                      <a:lnTo>
                        <a:pt x="96228" y="3318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30" name="Google Shape;1130;p79"/>
                <p:cNvSpPr/>
                <p:nvPr/>
              </p:nvSpPr>
              <p:spPr>
                <a:xfrm>
                  <a:off x="5511062" y="4644988"/>
                  <a:ext cx="125553" cy="146586"/>
                </a:xfrm>
                <a:custGeom>
                  <a:rect b="b" l="l" r="r" t="t"/>
                  <a:pathLst>
                    <a:path extrusionOk="0" h="146586" w="125553">
                      <a:moveTo>
                        <a:pt x="125553" y="0"/>
                      </a:moveTo>
                      <a:lnTo>
                        <a:pt x="125553" y="78046"/>
                      </a:lnTo>
                      <a:cubicBezTo>
                        <a:pt x="125553" y="137205"/>
                        <a:pt x="92366" y="146587"/>
                        <a:pt x="62775" y="146587"/>
                      </a:cubicBezTo>
                      <a:cubicBezTo>
                        <a:pt x="33182" y="146587"/>
                        <a:pt x="0" y="137205"/>
                        <a:pt x="0" y="78046"/>
                      </a:cubicBezTo>
                      <a:lnTo>
                        <a:pt x="0" y="0"/>
                      </a:lnTo>
                      <a:lnTo>
                        <a:pt x="33182" y="0"/>
                      </a:lnTo>
                      <a:lnTo>
                        <a:pt x="33182" y="86353"/>
                      </a:lnTo>
                      <a:cubicBezTo>
                        <a:pt x="33182" y="94794"/>
                        <a:pt x="35307" y="116551"/>
                        <a:pt x="62775" y="116551"/>
                      </a:cubicBezTo>
                      <a:cubicBezTo>
                        <a:pt x="90244" y="116551"/>
                        <a:pt x="92366" y="94794"/>
                        <a:pt x="92366" y="86353"/>
                      </a:cubicBezTo>
                      <a:lnTo>
                        <a:pt x="92366" y="0"/>
                      </a:lnTo>
                      <a:lnTo>
                        <a:pt x="12555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131" name="Google Shape;1131;p79"/>
              <p:cNvSpPr/>
              <p:nvPr/>
            </p:nvSpPr>
            <p:spPr>
              <a:xfrm>
                <a:off x="7469339" y="3848495"/>
                <a:ext cx="6065" cy="176966"/>
              </a:xfrm>
              <a:custGeom>
                <a:rect b="b" l="l" r="r" t="t"/>
                <a:pathLst>
                  <a:path extrusionOk="0" h="277594" w="9514">
                    <a:moveTo>
                      <a:pt x="0" y="0"/>
                    </a:moveTo>
                    <a:lnTo>
                      <a:pt x="0" y="277594"/>
                    </a:lnTo>
                  </a:path>
                </a:pathLst>
              </a:custGeom>
              <a:no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132" name="Google Shape;1132;p79"/>
              <p:cNvGrpSpPr/>
              <p:nvPr/>
            </p:nvGrpSpPr>
            <p:grpSpPr>
              <a:xfrm>
                <a:off x="7569258" y="3809114"/>
                <a:ext cx="381877" cy="270589"/>
                <a:chOff x="6444631" y="4510206"/>
                <a:chExt cx="597243" cy="423192"/>
              </a:xfrm>
            </p:grpSpPr>
            <p:sp>
              <p:nvSpPr>
                <p:cNvPr id="1133" name="Google Shape;1133;p79"/>
                <p:cNvSpPr/>
                <p:nvPr/>
              </p:nvSpPr>
              <p:spPr>
                <a:xfrm>
                  <a:off x="6444631" y="4510206"/>
                  <a:ext cx="597243" cy="423192"/>
                </a:xfrm>
                <a:custGeom>
                  <a:rect b="b" l="l" r="r" t="t"/>
                  <a:pathLst>
                    <a:path extrusionOk="0" h="423192" w="597243">
                      <a:moveTo>
                        <a:pt x="248517" y="46090"/>
                      </a:moveTo>
                      <a:cubicBezTo>
                        <a:pt x="267784" y="25787"/>
                        <a:pt x="294606" y="13221"/>
                        <a:pt x="324226" y="13221"/>
                      </a:cubicBezTo>
                      <a:cubicBezTo>
                        <a:pt x="363731" y="13221"/>
                        <a:pt x="397966" y="35425"/>
                        <a:pt x="416405" y="68522"/>
                      </a:cubicBezTo>
                      <a:cubicBezTo>
                        <a:pt x="432771" y="61127"/>
                        <a:pt x="450487" y="57306"/>
                        <a:pt x="468413" y="57306"/>
                      </a:cubicBezTo>
                      <a:cubicBezTo>
                        <a:pt x="539517" y="57306"/>
                        <a:pt x="597243" y="116170"/>
                        <a:pt x="597243" y="188799"/>
                      </a:cubicBezTo>
                      <a:cubicBezTo>
                        <a:pt x="597243" y="261426"/>
                        <a:pt x="539517" y="320291"/>
                        <a:pt x="468413" y="320291"/>
                      </a:cubicBezTo>
                      <a:cubicBezTo>
                        <a:pt x="459726" y="320291"/>
                        <a:pt x="451258" y="319398"/>
                        <a:pt x="442961" y="317734"/>
                      </a:cubicBezTo>
                      <a:cubicBezTo>
                        <a:pt x="426824" y="346829"/>
                        <a:pt x="395996" y="366600"/>
                        <a:pt x="360877" y="366600"/>
                      </a:cubicBezTo>
                      <a:cubicBezTo>
                        <a:pt x="346595" y="366618"/>
                        <a:pt x="332485" y="363358"/>
                        <a:pt x="319621" y="356999"/>
                      </a:cubicBezTo>
                      <a:cubicBezTo>
                        <a:pt x="303274" y="395875"/>
                        <a:pt x="265196" y="423192"/>
                        <a:pt x="220867" y="423192"/>
                      </a:cubicBezTo>
                      <a:cubicBezTo>
                        <a:pt x="176528" y="423192"/>
                        <a:pt x="135272" y="393651"/>
                        <a:pt x="120134" y="352114"/>
                      </a:cubicBezTo>
                      <a:cubicBezTo>
                        <a:pt x="113388" y="353559"/>
                        <a:pt x="106528" y="354272"/>
                        <a:pt x="99629" y="354272"/>
                      </a:cubicBezTo>
                      <a:cubicBezTo>
                        <a:pt x="44548" y="354272"/>
                        <a:pt x="0" y="308514"/>
                        <a:pt x="0" y="252320"/>
                      </a:cubicBezTo>
                      <a:cubicBezTo>
                        <a:pt x="0" y="214567"/>
                        <a:pt x="20057" y="181689"/>
                        <a:pt x="49810" y="163924"/>
                      </a:cubicBezTo>
                      <a:cubicBezTo>
                        <a:pt x="43492" y="149191"/>
                        <a:pt x="40248" y="133318"/>
                        <a:pt x="40267" y="117273"/>
                      </a:cubicBezTo>
                      <a:cubicBezTo>
                        <a:pt x="40267" y="52420"/>
                        <a:pt x="92284" y="0"/>
                        <a:pt x="156366" y="0"/>
                      </a:cubicBezTo>
                      <a:cubicBezTo>
                        <a:pt x="193892" y="0"/>
                        <a:pt x="227470" y="18107"/>
                        <a:pt x="248536" y="46204"/>
                      </a:cubicBezTo>
                    </a:path>
                  </a:pathLst>
                </a:custGeom>
                <a:solidFill>
                  <a:srgbClr val="00A1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34" name="Google Shape;1134;p79"/>
                <p:cNvSpPr/>
                <p:nvPr/>
              </p:nvSpPr>
              <p:spPr>
                <a:xfrm>
                  <a:off x="6531496" y="4680194"/>
                  <a:ext cx="449881" cy="57039"/>
                </a:xfrm>
                <a:custGeom>
                  <a:rect b="b" l="l" r="r" t="t"/>
                  <a:pathLst>
                    <a:path extrusionOk="0" h="57039" w="449881">
                      <a:moveTo>
                        <a:pt x="138" y="49350"/>
                      </a:moveTo>
                      <a:cubicBezTo>
                        <a:pt x="-243" y="50348"/>
                        <a:pt x="271" y="50548"/>
                        <a:pt x="395" y="50728"/>
                      </a:cubicBezTo>
                      <a:cubicBezTo>
                        <a:pt x="1518" y="51546"/>
                        <a:pt x="2660" y="52154"/>
                        <a:pt x="3801" y="52819"/>
                      </a:cubicBezTo>
                      <a:cubicBezTo>
                        <a:pt x="9900" y="56080"/>
                        <a:pt x="15647" y="57039"/>
                        <a:pt x="21661" y="57039"/>
                      </a:cubicBezTo>
                      <a:cubicBezTo>
                        <a:pt x="33906" y="57039"/>
                        <a:pt x="41527" y="50443"/>
                        <a:pt x="41527" y="39826"/>
                      </a:cubicBezTo>
                      <a:lnTo>
                        <a:pt x="41527" y="39626"/>
                      </a:lnTo>
                      <a:cubicBezTo>
                        <a:pt x="41527" y="29808"/>
                        <a:pt x="32926" y="26234"/>
                        <a:pt x="24886" y="23677"/>
                      </a:cubicBezTo>
                      <a:lnTo>
                        <a:pt x="23839" y="23344"/>
                      </a:lnTo>
                      <a:cubicBezTo>
                        <a:pt x="17759" y="21339"/>
                        <a:pt x="12517" y="19609"/>
                        <a:pt x="12517" y="15569"/>
                      </a:cubicBezTo>
                      <a:lnTo>
                        <a:pt x="12517" y="15370"/>
                      </a:lnTo>
                      <a:cubicBezTo>
                        <a:pt x="12517" y="11900"/>
                        <a:pt x="15581" y="9353"/>
                        <a:pt x="20328" y="9353"/>
                      </a:cubicBezTo>
                      <a:cubicBezTo>
                        <a:pt x="25590" y="9353"/>
                        <a:pt x="31870" y="11130"/>
                        <a:pt x="35885" y="13373"/>
                      </a:cubicBezTo>
                      <a:cubicBezTo>
                        <a:pt x="35885" y="13373"/>
                        <a:pt x="37075" y="14143"/>
                        <a:pt x="37512" y="12993"/>
                      </a:cubicBezTo>
                      <a:cubicBezTo>
                        <a:pt x="37750" y="12366"/>
                        <a:pt x="39796" y="6815"/>
                        <a:pt x="40015" y="6197"/>
                      </a:cubicBezTo>
                      <a:cubicBezTo>
                        <a:pt x="40253" y="5551"/>
                        <a:pt x="39834" y="5066"/>
                        <a:pt x="39415" y="4800"/>
                      </a:cubicBezTo>
                      <a:cubicBezTo>
                        <a:pt x="34810" y="1948"/>
                        <a:pt x="28445" y="19"/>
                        <a:pt x="21860" y="19"/>
                      </a:cubicBezTo>
                      <a:lnTo>
                        <a:pt x="20633" y="19"/>
                      </a:lnTo>
                      <a:cubicBezTo>
                        <a:pt x="9415" y="19"/>
                        <a:pt x="1584" y="6882"/>
                        <a:pt x="1584" y="16700"/>
                      </a:cubicBezTo>
                      <a:lnTo>
                        <a:pt x="1584" y="16919"/>
                      </a:lnTo>
                      <a:cubicBezTo>
                        <a:pt x="1584" y="27270"/>
                        <a:pt x="10233" y="30653"/>
                        <a:pt x="18311" y="32982"/>
                      </a:cubicBezTo>
                      <a:lnTo>
                        <a:pt x="19605" y="33382"/>
                      </a:lnTo>
                      <a:cubicBezTo>
                        <a:pt x="25486" y="35206"/>
                        <a:pt x="30576" y="36803"/>
                        <a:pt x="30576" y="40976"/>
                      </a:cubicBezTo>
                      <a:lnTo>
                        <a:pt x="30576" y="41176"/>
                      </a:lnTo>
                      <a:cubicBezTo>
                        <a:pt x="30576" y="45016"/>
                        <a:pt x="27265" y="47886"/>
                        <a:pt x="21946" y="47886"/>
                      </a:cubicBezTo>
                      <a:cubicBezTo>
                        <a:pt x="19891" y="47886"/>
                        <a:pt x="13307" y="47839"/>
                        <a:pt x="6171" y="43286"/>
                      </a:cubicBezTo>
                      <a:cubicBezTo>
                        <a:pt x="5314" y="42773"/>
                        <a:pt x="4810" y="42421"/>
                        <a:pt x="4153" y="42003"/>
                      </a:cubicBezTo>
                      <a:cubicBezTo>
                        <a:pt x="3801" y="41775"/>
                        <a:pt x="2926" y="41404"/>
                        <a:pt x="2545" y="42554"/>
                      </a:cubicBezTo>
                      <a:lnTo>
                        <a:pt x="138" y="49350"/>
                      </a:lnTo>
                      <a:close/>
                      <a:moveTo>
                        <a:pt x="179435" y="49331"/>
                      </a:moveTo>
                      <a:cubicBezTo>
                        <a:pt x="179064" y="50329"/>
                        <a:pt x="179568" y="50529"/>
                        <a:pt x="179701" y="50709"/>
                      </a:cubicBezTo>
                      <a:cubicBezTo>
                        <a:pt x="180814" y="51527"/>
                        <a:pt x="181956" y="52125"/>
                        <a:pt x="183098" y="52791"/>
                      </a:cubicBezTo>
                      <a:cubicBezTo>
                        <a:pt x="189197" y="56060"/>
                        <a:pt x="194953" y="57011"/>
                        <a:pt x="200967" y="57011"/>
                      </a:cubicBezTo>
                      <a:cubicBezTo>
                        <a:pt x="213212" y="57011"/>
                        <a:pt x="220824" y="50415"/>
                        <a:pt x="220824" y="39797"/>
                      </a:cubicBezTo>
                      <a:lnTo>
                        <a:pt x="220824" y="39598"/>
                      </a:lnTo>
                      <a:cubicBezTo>
                        <a:pt x="220824" y="29779"/>
                        <a:pt x="212242" y="26205"/>
                        <a:pt x="204192" y="23648"/>
                      </a:cubicBezTo>
                      <a:lnTo>
                        <a:pt x="203136" y="23316"/>
                      </a:lnTo>
                      <a:cubicBezTo>
                        <a:pt x="197056" y="21320"/>
                        <a:pt x="191813" y="19590"/>
                        <a:pt x="191813" y="15550"/>
                      </a:cubicBezTo>
                      <a:lnTo>
                        <a:pt x="191813" y="15341"/>
                      </a:lnTo>
                      <a:cubicBezTo>
                        <a:pt x="191813" y="11881"/>
                        <a:pt x="194887" y="9324"/>
                        <a:pt x="199625" y="9324"/>
                      </a:cubicBezTo>
                      <a:cubicBezTo>
                        <a:pt x="204896" y="9324"/>
                        <a:pt x="211148" y="11102"/>
                        <a:pt x="215182" y="13345"/>
                      </a:cubicBezTo>
                      <a:cubicBezTo>
                        <a:pt x="215182" y="13345"/>
                        <a:pt x="216371" y="14124"/>
                        <a:pt x="216809" y="12965"/>
                      </a:cubicBezTo>
                      <a:cubicBezTo>
                        <a:pt x="217047" y="12347"/>
                        <a:pt x="219092" y="6796"/>
                        <a:pt x="219292" y="6169"/>
                      </a:cubicBezTo>
                      <a:cubicBezTo>
                        <a:pt x="219530" y="5532"/>
                        <a:pt x="219111" y="5038"/>
                        <a:pt x="218693" y="4771"/>
                      </a:cubicBezTo>
                      <a:cubicBezTo>
                        <a:pt x="214088" y="1930"/>
                        <a:pt x="207722" y="0"/>
                        <a:pt x="201138" y="0"/>
                      </a:cubicBezTo>
                      <a:lnTo>
                        <a:pt x="199911" y="0"/>
                      </a:lnTo>
                      <a:cubicBezTo>
                        <a:pt x="188693" y="0"/>
                        <a:pt x="180862" y="6862"/>
                        <a:pt x="180862" y="16681"/>
                      </a:cubicBezTo>
                      <a:lnTo>
                        <a:pt x="180862" y="16900"/>
                      </a:lnTo>
                      <a:cubicBezTo>
                        <a:pt x="180862" y="27251"/>
                        <a:pt x="189511" y="30625"/>
                        <a:pt x="197589" y="32963"/>
                      </a:cubicBezTo>
                      <a:lnTo>
                        <a:pt x="198883" y="33362"/>
                      </a:lnTo>
                      <a:cubicBezTo>
                        <a:pt x="204782" y="35178"/>
                        <a:pt x="209854" y="36775"/>
                        <a:pt x="209854" y="40957"/>
                      </a:cubicBezTo>
                      <a:lnTo>
                        <a:pt x="209854" y="41157"/>
                      </a:lnTo>
                      <a:cubicBezTo>
                        <a:pt x="209854" y="44997"/>
                        <a:pt x="206542" y="47867"/>
                        <a:pt x="201224" y="47867"/>
                      </a:cubicBezTo>
                      <a:cubicBezTo>
                        <a:pt x="199169" y="47867"/>
                        <a:pt x="192556" y="47820"/>
                        <a:pt x="185448" y="43267"/>
                      </a:cubicBezTo>
                      <a:cubicBezTo>
                        <a:pt x="184592" y="42753"/>
                        <a:pt x="184088" y="42402"/>
                        <a:pt x="183431" y="41974"/>
                      </a:cubicBezTo>
                      <a:cubicBezTo>
                        <a:pt x="183212" y="41841"/>
                        <a:pt x="182175" y="41423"/>
                        <a:pt x="181823" y="42535"/>
                      </a:cubicBezTo>
                      <a:lnTo>
                        <a:pt x="179416" y="49331"/>
                      </a:lnTo>
                      <a:moveTo>
                        <a:pt x="301852" y="28515"/>
                      </a:moveTo>
                      <a:cubicBezTo>
                        <a:pt x="301852" y="34513"/>
                        <a:pt x="300758" y="39246"/>
                        <a:pt x="298579" y="42602"/>
                      </a:cubicBezTo>
                      <a:cubicBezTo>
                        <a:pt x="296429" y="45909"/>
                        <a:pt x="293165" y="47534"/>
                        <a:pt x="288617" y="47534"/>
                      </a:cubicBezTo>
                      <a:cubicBezTo>
                        <a:pt x="284078" y="47534"/>
                        <a:pt x="280824" y="45928"/>
                        <a:pt x="278703" y="42620"/>
                      </a:cubicBezTo>
                      <a:cubicBezTo>
                        <a:pt x="276543" y="39294"/>
                        <a:pt x="275468" y="34532"/>
                        <a:pt x="275468" y="28544"/>
                      </a:cubicBezTo>
                      <a:cubicBezTo>
                        <a:pt x="275468" y="22546"/>
                        <a:pt x="276571" y="17831"/>
                        <a:pt x="278703" y="14524"/>
                      </a:cubicBezTo>
                      <a:cubicBezTo>
                        <a:pt x="280824" y="11235"/>
                        <a:pt x="284050" y="9657"/>
                        <a:pt x="288617" y="9657"/>
                      </a:cubicBezTo>
                      <a:cubicBezTo>
                        <a:pt x="293184" y="9657"/>
                        <a:pt x="296429" y="11263"/>
                        <a:pt x="298579" y="14524"/>
                      </a:cubicBezTo>
                      <a:cubicBezTo>
                        <a:pt x="300758" y="17831"/>
                        <a:pt x="301852" y="22546"/>
                        <a:pt x="301852" y="28544"/>
                      </a:cubicBezTo>
                      <a:moveTo>
                        <a:pt x="312081" y="17413"/>
                      </a:moveTo>
                      <a:cubicBezTo>
                        <a:pt x="311072" y="13972"/>
                        <a:pt x="309512" y="10950"/>
                        <a:pt x="307428" y="8412"/>
                      </a:cubicBezTo>
                      <a:cubicBezTo>
                        <a:pt x="305344" y="5884"/>
                        <a:pt x="302709" y="3840"/>
                        <a:pt x="299569" y="2376"/>
                      </a:cubicBezTo>
                      <a:cubicBezTo>
                        <a:pt x="296457" y="884"/>
                        <a:pt x="292765" y="152"/>
                        <a:pt x="288598" y="152"/>
                      </a:cubicBezTo>
                      <a:cubicBezTo>
                        <a:pt x="284431" y="152"/>
                        <a:pt x="280758" y="912"/>
                        <a:pt x="277628" y="2376"/>
                      </a:cubicBezTo>
                      <a:cubicBezTo>
                        <a:pt x="274507" y="3840"/>
                        <a:pt x="271852" y="5884"/>
                        <a:pt x="269768" y="8412"/>
                      </a:cubicBezTo>
                      <a:cubicBezTo>
                        <a:pt x="267685" y="10950"/>
                        <a:pt x="266124" y="13972"/>
                        <a:pt x="265116" y="17413"/>
                      </a:cubicBezTo>
                      <a:cubicBezTo>
                        <a:pt x="264107" y="20835"/>
                        <a:pt x="263603" y="24561"/>
                        <a:pt x="263603" y="28544"/>
                      </a:cubicBezTo>
                      <a:cubicBezTo>
                        <a:pt x="263603" y="32517"/>
                        <a:pt x="264107" y="36243"/>
                        <a:pt x="265116" y="39665"/>
                      </a:cubicBezTo>
                      <a:cubicBezTo>
                        <a:pt x="266124" y="43105"/>
                        <a:pt x="267685" y="46128"/>
                        <a:pt x="269768" y="48666"/>
                      </a:cubicBezTo>
                      <a:cubicBezTo>
                        <a:pt x="271852" y="51194"/>
                        <a:pt x="274507" y="53219"/>
                        <a:pt x="277628" y="54663"/>
                      </a:cubicBezTo>
                      <a:cubicBezTo>
                        <a:pt x="280758" y="56108"/>
                        <a:pt x="284450" y="56840"/>
                        <a:pt x="288598" y="56840"/>
                      </a:cubicBezTo>
                      <a:cubicBezTo>
                        <a:pt x="292746" y="56840"/>
                        <a:pt x="296429" y="56108"/>
                        <a:pt x="299550" y="54663"/>
                      </a:cubicBezTo>
                      <a:cubicBezTo>
                        <a:pt x="302661" y="53219"/>
                        <a:pt x="305315" y="51194"/>
                        <a:pt x="307399" y="48666"/>
                      </a:cubicBezTo>
                      <a:cubicBezTo>
                        <a:pt x="309493" y="46128"/>
                        <a:pt x="311043" y="43105"/>
                        <a:pt x="312052" y="39665"/>
                      </a:cubicBezTo>
                      <a:cubicBezTo>
                        <a:pt x="313042" y="36243"/>
                        <a:pt x="313546" y="32517"/>
                        <a:pt x="313546" y="28544"/>
                      </a:cubicBezTo>
                      <a:cubicBezTo>
                        <a:pt x="313546" y="24561"/>
                        <a:pt x="313042" y="20835"/>
                        <a:pt x="312052" y="17413"/>
                      </a:cubicBezTo>
                      <a:moveTo>
                        <a:pt x="396106" y="45843"/>
                      </a:moveTo>
                      <a:cubicBezTo>
                        <a:pt x="395782" y="44845"/>
                        <a:pt x="394793" y="45215"/>
                        <a:pt x="394793" y="45215"/>
                      </a:cubicBezTo>
                      <a:cubicBezTo>
                        <a:pt x="393299" y="45795"/>
                        <a:pt x="391719" y="46327"/>
                        <a:pt x="390035" y="46593"/>
                      </a:cubicBezTo>
                      <a:cubicBezTo>
                        <a:pt x="388322" y="46860"/>
                        <a:pt x="386429" y="46993"/>
                        <a:pt x="384431" y="46993"/>
                      </a:cubicBezTo>
                      <a:cubicBezTo>
                        <a:pt x="379493" y="46993"/>
                        <a:pt x="375544" y="45510"/>
                        <a:pt x="372737" y="42554"/>
                      </a:cubicBezTo>
                      <a:cubicBezTo>
                        <a:pt x="369902" y="39598"/>
                        <a:pt x="368322" y="34845"/>
                        <a:pt x="368351" y="28410"/>
                      </a:cubicBezTo>
                      <a:cubicBezTo>
                        <a:pt x="368351" y="22546"/>
                        <a:pt x="369778" y="18145"/>
                        <a:pt x="372281" y="14771"/>
                      </a:cubicBezTo>
                      <a:cubicBezTo>
                        <a:pt x="374754" y="11435"/>
                        <a:pt x="378579" y="9705"/>
                        <a:pt x="383622" y="9705"/>
                      </a:cubicBezTo>
                      <a:cubicBezTo>
                        <a:pt x="387837" y="9705"/>
                        <a:pt x="391063" y="10189"/>
                        <a:pt x="394441" y="11282"/>
                      </a:cubicBezTo>
                      <a:cubicBezTo>
                        <a:pt x="394441" y="11282"/>
                        <a:pt x="395259" y="11634"/>
                        <a:pt x="395630" y="10570"/>
                      </a:cubicBezTo>
                      <a:cubicBezTo>
                        <a:pt x="396524" y="8060"/>
                        <a:pt x="397190" y="6264"/>
                        <a:pt x="398151" y="3507"/>
                      </a:cubicBezTo>
                      <a:cubicBezTo>
                        <a:pt x="398418" y="2709"/>
                        <a:pt x="397752" y="2395"/>
                        <a:pt x="397514" y="2281"/>
                      </a:cubicBezTo>
                      <a:cubicBezTo>
                        <a:pt x="396201" y="1749"/>
                        <a:pt x="393061" y="912"/>
                        <a:pt x="390692" y="532"/>
                      </a:cubicBezTo>
                      <a:cubicBezTo>
                        <a:pt x="388475" y="200"/>
                        <a:pt x="385906" y="19"/>
                        <a:pt x="383004" y="19"/>
                      </a:cubicBezTo>
                      <a:cubicBezTo>
                        <a:pt x="378703" y="19"/>
                        <a:pt x="374888" y="751"/>
                        <a:pt x="371615" y="2243"/>
                      </a:cubicBezTo>
                      <a:cubicBezTo>
                        <a:pt x="368351" y="3707"/>
                        <a:pt x="365582" y="5750"/>
                        <a:pt x="363384" y="8279"/>
                      </a:cubicBezTo>
                      <a:cubicBezTo>
                        <a:pt x="361196" y="10817"/>
                        <a:pt x="359521" y="13839"/>
                        <a:pt x="358408" y="17280"/>
                      </a:cubicBezTo>
                      <a:cubicBezTo>
                        <a:pt x="357285" y="20702"/>
                        <a:pt x="356743" y="24456"/>
                        <a:pt x="356743" y="28430"/>
                      </a:cubicBezTo>
                      <a:cubicBezTo>
                        <a:pt x="356743" y="37003"/>
                        <a:pt x="359017" y="43951"/>
                        <a:pt x="363546" y="49036"/>
                      </a:cubicBezTo>
                      <a:cubicBezTo>
                        <a:pt x="368065" y="54150"/>
                        <a:pt x="374869" y="56726"/>
                        <a:pt x="383736" y="56726"/>
                      </a:cubicBezTo>
                      <a:cubicBezTo>
                        <a:pt x="388979" y="56726"/>
                        <a:pt x="394355" y="55661"/>
                        <a:pt x="398218" y="54103"/>
                      </a:cubicBezTo>
                      <a:cubicBezTo>
                        <a:pt x="398218" y="54103"/>
                        <a:pt x="398960" y="53751"/>
                        <a:pt x="398637" y="52886"/>
                      </a:cubicBezTo>
                      <a:lnTo>
                        <a:pt x="396106" y="45862"/>
                      </a:lnTo>
                      <a:moveTo>
                        <a:pt x="414022" y="22746"/>
                      </a:moveTo>
                      <a:cubicBezTo>
                        <a:pt x="414498" y="19409"/>
                        <a:pt x="415402" y="16634"/>
                        <a:pt x="416829" y="14476"/>
                      </a:cubicBezTo>
                      <a:cubicBezTo>
                        <a:pt x="418960" y="11197"/>
                        <a:pt x="422186" y="9391"/>
                        <a:pt x="426724" y="9391"/>
                      </a:cubicBezTo>
                      <a:cubicBezTo>
                        <a:pt x="431272" y="9391"/>
                        <a:pt x="434279" y="11197"/>
                        <a:pt x="436429" y="14476"/>
                      </a:cubicBezTo>
                      <a:cubicBezTo>
                        <a:pt x="437857" y="16634"/>
                        <a:pt x="438465" y="19523"/>
                        <a:pt x="438703" y="22746"/>
                      </a:cubicBezTo>
                      <a:lnTo>
                        <a:pt x="413908" y="22746"/>
                      </a:lnTo>
                      <a:lnTo>
                        <a:pt x="414022" y="22746"/>
                      </a:lnTo>
                      <a:close/>
                      <a:moveTo>
                        <a:pt x="448475" y="15417"/>
                      </a:moveTo>
                      <a:cubicBezTo>
                        <a:pt x="447600" y="12100"/>
                        <a:pt x="445449" y="8744"/>
                        <a:pt x="444041" y="7214"/>
                      </a:cubicBezTo>
                      <a:cubicBezTo>
                        <a:pt x="441805" y="4800"/>
                        <a:pt x="439626" y="3089"/>
                        <a:pt x="437457" y="2148"/>
                      </a:cubicBezTo>
                      <a:cubicBezTo>
                        <a:pt x="434317" y="798"/>
                        <a:pt x="430939" y="104"/>
                        <a:pt x="427533" y="104"/>
                      </a:cubicBezTo>
                      <a:cubicBezTo>
                        <a:pt x="423213" y="104"/>
                        <a:pt x="419284" y="846"/>
                        <a:pt x="416106" y="2348"/>
                      </a:cubicBezTo>
                      <a:cubicBezTo>
                        <a:pt x="412918" y="3859"/>
                        <a:pt x="410245" y="5931"/>
                        <a:pt x="408132" y="8507"/>
                      </a:cubicBezTo>
                      <a:cubicBezTo>
                        <a:pt x="406030" y="11083"/>
                        <a:pt x="404450" y="14124"/>
                        <a:pt x="403442" y="17613"/>
                      </a:cubicBezTo>
                      <a:cubicBezTo>
                        <a:pt x="402433" y="21054"/>
                        <a:pt x="401929" y="24827"/>
                        <a:pt x="401929" y="28781"/>
                      </a:cubicBezTo>
                      <a:cubicBezTo>
                        <a:pt x="401929" y="32735"/>
                        <a:pt x="402452" y="36575"/>
                        <a:pt x="403480" y="39978"/>
                      </a:cubicBezTo>
                      <a:cubicBezTo>
                        <a:pt x="404536" y="43400"/>
                        <a:pt x="406229" y="46394"/>
                        <a:pt x="408513" y="48884"/>
                      </a:cubicBezTo>
                      <a:cubicBezTo>
                        <a:pt x="410797" y="51394"/>
                        <a:pt x="413708" y="53352"/>
                        <a:pt x="417219" y="54730"/>
                      </a:cubicBezTo>
                      <a:cubicBezTo>
                        <a:pt x="420711" y="56080"/>
                        <a:pt x="424945" y="56792"/>
                        <a:pt x="429798" y="56792"/>
                      </a:cubicBezTo>
                      <a:cubicBezTo>
                        <a:pt x="439807" y="56773"/>
                        <a:pt x="445069" y="54502"/>
                        <a:pt x="447219" y="53285"/>
                      </a:cubicBezTo>
                      <a:cubicBezTo>
                        <a:pt x="447619" y="53057"/>
                        <a:pt x="447971" y="52686"/>
                        <a:pt x="447504" y="51612"/>
                      </a:cubicBezTo>
                      <a:lnTo>
                        <a:pt x="445249" y="45196"/>
                      </a:lnTo>
                      <a:cubicBezTo>
                        <a:pt x="444898" y="44246"/>
                        <a:pt x="443955" y="44579"/>
                        <a:pt x="443955" y="44579"/>
                      </a:cubicBezTo>
                      <a:cubicBezTo>
                        <a:pt x="441472" y="45510"/>
                        <a:pt x="437961" y="47192"/>
                        <a:pt x="429731" y="47173"/>
                      </a:cubicBezTo>
                      <a:cubicBezTo>
                        <a:pt x="424355" y="47173"/>
                        <a:pt x="420387" y="45558"/>
                        <a:pt x="417885" y="43039"/>
                      </a:cubicBezTo>
                      <a:cubicBezTo>
                        <a:pt x="415335" y="40463"/>
                        <a:pt x="414060" y="36708"/>
                        <a:pt x="413860" y="31386"/>
                      </a:cubicBezTo>
                      <a:lnTo>
                        <a:pt x="448542" y="31386"/>
                      </a:lnTo>
                      <a:cubicBezTo>
                        <a:pt x="448542" y="31386"/>
                        <a:pt x="449465" y="31386"/>
                        <a:pt x="449550" y="30492"/>
                      </a:cubicBezTo>
                      <a:cubicBezTo>
                        <a:pt x="449598" y="30112"/>
                        <a:pt x="450730" y="23297"/>
                        <a:pt x="448513" y="15417"/>
                      </a:cubicBezTo>
                      <a:lnTo>
                        <a:pt x="448475" y="15417"/>
                      </a:lnTo>
                      <a:close/>
                      <a:moveTo>
                        <a:pt x="136837" y="22746"/>
                      </a:moveTo>
                      <a:cubicBezTo>
                        <a:pt x="137322" y="19409"/>
                        <a:pt x="138245" y="16634"/>
                        <a:pt x="139644" y="14476"/>
                      </a:cubicBezTo>
                      <a:cubicBezTo>
                        <a:pt x="141775" y="11197"/>
                        <a:pt x="145001" y="9391"/>
                        <a:pt x="149549" y="9391"/>
                      </a:cubicBezTo>
                      <a:cubicBezTo>
                        <a:pt x="154087" y="9391"/>
                        <a:pt x="157094" y="11197"/>
                        <a:pt x="159244" y="14476"/>
                      </a:cubicBezTo>
                      <a:cubicBezTo>
                        <a:pt x="160672" y="16634"/>
                        <a:pt x="161290" y="19523"/>
                        <a:pt x="161528" y="22746"/>
                      </a:cubicBezTo>
                      <a:lnTo>
                        <a:pt x="136732" y="22746"/>
                      </a:lnTo>
                      <a:lnTo>
                        <a:pt x="136837" y="22746"/>
                      </a:lnTo>
                      <a:close/>
                      <a:moveTo>
                        <a:pt x="171290" y="15417"/>
                      </a:moveTo>
                      <a:cubicBezTo>
                        <a:pt x="170415" y="12100"/>
                        <a:pt x="168264" y="8744"/>
                        <a:pt x="166856" y="7214"/>
                      </a:cubicBezTo>
                      <a:cubicBezTo>
                        <a:pt x="164620" y="4800"/>
                        <a:pt x="162451" y="3089"/>
                        <a:pt x="160272" y="2148"/>
                      </a:cubicBezTo>
                      <a:cubicBezTo>
                        <a:pt x="157142" y="798"/>
                        <a:pt x="153754" y="104"/>
                        <a:pt x="150358" y="104"/>
                      </a:cubicBezTo>
                      <a:cubicBezTo>
                        <a:pt x="146038" y="104"/>
                        <a:pt x="142108" y="846"/>
                        <a:pt x="138921" y="2348"/>
                      </a:cubicBezTo>
                      <a:cubicBezTo>
                        <a:pt x="135743" y="3859"/>
                        <a:pt x="133060" y="5931"/>
                        <a:pt x="130957" y="8507"/>
                      </a:cubicBezTo>
                      <a:cubicBezTo>
                        <a:pt x="128854" y="11083"/>
                        <a:pt x="127265" y="14124"/>
                        <a:pt x="126257" y="17613"/>
                      </a:cubicBezTo>
                      <a:cubicBezTo>
                        <a:pt x="125248" y="21054"/>
                        <a:pt x="124744" y="24827"/>
                        <a:pt x="124744" y="28781"/>
                      </a:cubicBezTo>
                      <a:cubicBezTo>
                        <a:pt x="124744" y="32735"/>
                        <a:pt x="125277" y="36575"/>
                        <a:pt x="126323" y="39978"/>
                      </a:cubicBezTo>
                      <a:cubicBezTo>
                        <a:pt x="127379" y="43400"/>
                        <a:pt x="129073" y="46394"/>
                        <a:pt x="131328" y="48884"/>
                      </a:cubicBezTo>
                      <a:cubicBezTo>
                        <a:pt x="133612" y="51394"/>
                        <a:pt x="136533" y="53352"/>
                        <a:pt x="140044" y="54730"/>
                      </a:cubicBezTo>
                      <a:cubicBezTo>
                        <a:pt x="143536" y="56080"/>
                        <a:pt x="147741" y="56792"/>
                        <a:pt x="152613" y="56792"/>
                      </a:cubicBezTo>
                      <a:cubicBezTo>
                        <a:pt x="162622" y="56773"/>
                        <a:pt x="167893" y="54502"/>
                        <a:pt x="170044" y="53285"/>
                      </a:cubicBezTo>
                      <a:cubicBezTo>
                        <a:pt x="170415" y="53057"/>
                        <a:pt x="170786" y="52686"/>
                        <a:pt x="170329" y="51612"/>
                      </a:cubicBezTo>
                      <a:lnTo>
                        <a:pt x="168065" y="45196"/>
                      </a:lnTo>
                      <a:cubicBezTo>
                        <a:pt x="167713" y="44246"/>
                        <a:pt x="166752" y="44579"/>
                        <a:pt x="166752" y="44579"/>
                      </a:cubicBezTo>
                      <a:cubicBezTo>
                        <a:pt x="164268" y="45510"/>
                        <a:pt x="160757" y="47192"/>
                        <a:pt x="152527" y="47173"/>
                      </a:cubicBezTo>
                      <a:cubicBezTo>
                        <a:pt x="147170" y="47173"/>
                        <a:pt x="143183" y="45558"/>
                        <a:pt x="140681" y="43039"/>
                      </a:cubicBezTo>
                      <a:cubicBezTo>
                        <a:pt x="138131" y="40463"/>
                        <a:pt x="136856" y="36708"/>
                        <a:pt x="136666" y="31386"/>
                      </a:cubicBezTo>
                      <a:lnTo>
                        <a:pt x="171338" y="31386"/>
                      </a:lnTo>
                      <a:cubicBezTo>
                        <a:pt x="171338" y="31386"/>
                        <a:pt x="172261" y="31386"/>
                        <a:pt x="172346" y="30492"/>
                      </a:cubicBezTo>
                      <a:cubicBezTo>
                        <a:pt x="172394" y="30112"/>
                        <a:pt x="173536" y="23297"/>
                        <a:pt x="171319" y="15417"/>
                      </a:cubicBezTo>
                      <a:lnTo>
                        <a:pt x="171290" y="15417"/>
                      </a:lnTo>
                      <a:close/>
                      <a:moveTo>
                        <a:pt x="62003" y="45624"/>
                      </a:moveTo>
                      <a:cubicBezTo>
                        <a:pt x="60643" y="44531"/>
                        <a:pt x="60443" y="44265"/>
                        <a:pt x="60005" y="43533"/>
                      </a:cubicBezTo>
                      <a:cubicBezTo>
                        <a:pt x="59320" y="42468"/>
                        <a:pt x="58977" y="40929"/>
                        <a:pt x="58977" y="38980"/>
                      </a:cubicBezTo>
                      <a:cubicBezTo>
                        <a:pt x="58977" y="35910"/>
                        <a:pt x="59986" y="33695"/>
                        <a:pt x="62070" y="32203"/>
                      </a:cubicBezTo>
                      <a:cubicBezTo>
                        <a:pt x="62041" y="32203"/>
                        <a:pt x="65048" y="29580"/>
                        <a:pt x="72118" y="29675"/>
                      </a:cubicBezTo>
                      <a:cubicBezTo>
                        <a:pt x="75257" y="29741"/>
                        <a:pt x="78397" y="30007"/>
                        <a:pt x="81509" y="30473"/>
                      </a:cubicBezTo>
                      <a:lnTo>
                        <a:pt x="81509" y="46394"/>
                      </a:lnTo>
                      <a:cubicBezTo>
                        <a:pt x="81509" y="46394"/>
                        <a:pt x="77122" y="47354"/>
                        <a:pt x="72165" y="47668"/>
                      </a:cubicBezTo>
                      <a:cubicBezTo>
                        <a:pt x="65115" y="48086"/>
                        <a:pt x="62003" y="45624"/>
                        <a:pt x="62022" y="45624"/>
                      </a:cubicBezTo>
                      <a:lnTo>
                        <a:pt x="62003" y="45624"/>
                      </a:lnTo>
                      <a:close/>
                      <a:moveTo>
                        <a:pt x="75781" y="20968"/>
                      </a:moveTo>
                      <a:cubicBezTo>
                        <a:pt x="74382" y="20854"/>
                        <a:pt x="72555" y="20806"/>
                        <a:pt x="70386" y="20806"/>
                      </a:cubicBezTo>
                      <a:cubicBezTo>
                        <a:pt x="67427" y="20806"/>
                        <a:pt x="64544" y="21187"/>
                        <a:pt x="61870" y="21919"/>
                      </a:cubicBezTo>
                      <a:cubicBezTo>
                        <a:pt x="59168" y="22650"/>
                        <a:pt x="56732" y="23810"/>
                        <a:pt x="54648" y="25321"/>
                      </a:cubicBezTo>
                      <a:cubicBezTo>
                        <a:pt x="52565" y="26833"/>
                        <a:pt x="50833" y="28810"/>
                        <a:pt x="49624" y="31091"/>
                      </a:cubicBezTo>
                      <a:cubicBezTo>
                        <a:pt x="48397" y="33400"/>
                        <a:pt x="47779" y="36109"/>
                        <a:pt x="47779" y="39180"/>
                      </a:cubicBezTo>
                      <a:cubicBezTo>
                        <a:pt x="47779" y="42240"/>
                        <a:pt x="48312" y="44978"/>
                        <a:pt x="49358" y="47173"/>
                      </a:cubicBezTo>
                      <a:cubicBezTo>
                        <a:pt x="50395" y="49350"/>
                        <a:pt x="51946" y="51242"/>
                        <a:pt x="53878" y="52658"/>
                      </a:cubicBezTo>
                      <a:cubicBezTo>
                        <a:pt x="55809" y="54084"/>
                        <a:pt x="58178" y="55129"/>
                        <a:pt x="60928" y="55747"/>
                      </a:cubicBezTo>
                      <a:cubicBezTo>
                        <a:pt x="63649" y="56374"/>
                        <a:pt x="66723" y="56707"/>
                        <a:pt x="70100" y="56707"/>
                      </a:cubicBezTo>
                      <a:cubicBezTo>
                        <a:pt x="73659" y="56707"/>
                        <a:pt x="77189" y="56393"/>
                        <a:pt x="80614" y="55813"/>
                      </a:cubicBezTo>
                      <a:cubicBezTo>
                        <a:pt x="83535" y="55300"/>
                        <a:pt x="86428" y="54730"/>
                        <a:pt x="89320" y="54103"/>
                      </a:cubicBezTo>
                      <a:cubicBezTo>
                        <a:pt x="90491" y="53837"/>
                        <a:pt x="91756" y="53485"/>
                        <a:pt x="91756" y="53485"/>
                      </a:cubicBezTo>
                      <a:cubicBezTo>
                        <a:pt x="92612" y="53257"/>
                        <a:pt x="92555" y="52325"/>
                        <a:pt x="92555" y="52325"/>
                      </a:cubicBezTo>
                      <a:lnTo>
                        <a:pt x="92555" y="20341"/>
                      </a:lnTo>
                      <a:cubicBezTo>
                        <a:pt x="92555" y="13326"/>
                        <a:pt x="90681" y="8108"/>
                        <a:pt x="87018" y="4885"/>
                      </a:cubicBezTo>
                      <a:cubicBezTo>
                        <a:pt x="83374" y="1663"/>
                        <a:pt x="78045" y="38"/>
                        <a:pt x="71128" y="38"/>
                      </a:cubicBezTo>
                      <a:cubicBezTo>
                        <a:pt x="68540" y="38"/>
                        <a:pt x="64353" y="399"/>
                        <a:pt x="61851" y="912"/>
                      </a:cubicBezTo>
                      <a:cubicBezTo>
                        <a:pt x="61851" y="912"/>
                        <a:pt x="54296" y="2395"/>
                        <a:pt x="51185" y="4867"/>
                      </a:cubicBezTo>
                      <a:cubicBezTo>
                        <a:pt x="51185" y="4867"/>
                        <a:pt x="50500" y="5285"/>
                        <a:pt x="50871" y="6264"/>
                      </a:cubicBezTo>
                      <a:lnTo>
                        <a:pt x="53335" y="12927"/>
                      </a:lnTo>
                      <a:cubicBezTo>
                        <a:pt x="53640" y="13792"/>
                        <a:pt x="54477" y="13507"/>
                        <a:pt x="54477" y="13507"/>
                      </a:cubicBezTo>
                      <a:cubicBezTo>
                        <a:pt x="54477" y="13507"/>
                        <a:pt x="54734" y="13393"/>
                        <a:pt x="55048" y="13212"/>
                      </a:cubicBezTo>
                      <a:cubicBezTo>
                        <a:pt x="61699" y="9553"/>
                        <a:pt x="70119" y="9657"/>
                        <a:pt x="70119" y="9657"/>
                      </a:cubicBezTo>
                      <a:cubicBezTo>
                        <a:pt x="73849" y="9657"/>
                        <a:pt x="76751" y="10436"/>
                        <a:pt x="78683" y="11929"/>
                      </a:cubicBezTo>
                      <a:cubicBezTo>
                        <a:pt x="80567" y="13393"/>
                        <a:pt x="81537" y="15617"/>
                        <a:pt x="81537" y="20274"/>
                      </a:cubicBezTo>
                      <a:lnTo>
                        <a:pt x="81537" y="21766"/>
                      </a:lnTo>
                      <a:cubicBezTo>
                        <a:pt x="78569" y="21320"/>
                        <a:pt x="75828" y="21072"/>
                        <a:pt x="75828" y="21072"/>
                      </a:cubicBezTo>
                      <a:lnTo>
                        <a:pt x="75781" y="20987"/>
                      </a:lnTo>
                      <a:lnTo>
                        <a:pt x="75781" y="20968"/>
                      </a:lnTo>
                      <a:close/>
                      <a:moveTo>
                        <a:pt x="354497" y="2909"/>
                      </a:moveTo>
                      <a:cubicBezTo>
                        <a:pt x="354697" y="2414"/>
                        <a:pt x="354497" y="1863"/>
                        <a:pt x="354022" y="1663"/>
                      </a:cubicBezTo>
                      <a:cubicBezTo>
                        <a:pt x="354022" y="1663"/>
                        <a:pt x="354022" y="1663"/>
                        <a:pt x="353993" y="1663"/>
                      </a:cubicBezTo>
                      <a:cubicBezTo>
                        <a:pt x="353403" y="1445"/>
                        <a:pt x="350463" y="798"/>
                        <a:pt x="348199" y="665"/>
                      </a:cubicBezTo>
                      <a:cubicBezTo>
                        <a:pt x="343860" y="399"/>
                        <a:pt x="341443" y="1131"/>
                        <a:pt x="339274" y="2110"/>
                      </a:cubicBezTo>
                      <a:cubicBezTo>
                        <a:pt x="337123" y="3089"/>
                        <a:pt x="334745" y="4657"/>
                        <a:pt x="333432" y="6482"/>
                      </a:cubicBezTo>
                      <a:lnTo>
                        <a:pt x="333432" y="2215"/>
                      </a:lnTo>
                      <a:cubicBezTo>
                        <a:pt x="333432" y="1644"/>
                        <a:pt x="333013" y="1150"/>
                        <a:pt x="332423" y="1150"/>
                      </a:cubicBezTo>
                      <a:lnTo>
                        <a:pt x="323555" y="1150"/>
                      </a:lnTo>
                      <a:cubicBezTo>
                        <a:pt x="322984" y="1150"/>
                        <a:pt x="322566" y="1616"/>
                        <a:pt x="322566" y="2215"/>
                      </a:cubicBezTo>
                      <a:lnTo>
                        <a:pt x="322566" y="54416"/>
                      </a:lnTo>
                      <a:cubicBezTo>
                        <a:pt x="322566" y="54996"/>
                        <a:pt x="323032" y="55481"/>
                        <a:pt x="323622" y="55481"/>
                      </a:cubicBezTo>
                      <a:lnTo>
                        <a:pt x="332709" y="55481"/>
                      </a:lnTo>
                      <a:cubicBezTo>
                        <a:pt x="333280" y="55481"/>
                        <a:pt x="333765" y="55015"/>
                        <a:pt x="333765" y="54416"/>
                      </a:cubicBezTo>
                      <a:lnTo>
                        <a:pt x="333765" y="28201"/>
                      </a:lnTo>
                      <a:cubicBezTo>
                        <a:pt x="333765" y="24694"/>
                        <a:pt x="334136" y="21206"/>
                        <a:pt x="334906" y="19010"/>
                      </a:cubicBezTo>
                      <a:cubicBezTo>
                        <a:pt x="335649" y="16833"/>
                        <a:pt x="336676" y="15103"/>
                        <a:pt x="337932" y="13858"/>
                      </a:cubicBezTo>
                      <a:cubicBezTo>
                        <a:pt x="339141" y="12661"/>
                        <a:pt x="340606" y="11767"/>
                        <a:pt x="342214" y="11263"/>
                      </a:cubicBezTo>
                      <a:cubicBezTo>
                        <a:pt x="343727" y="10817"/>
                        <a:pt x="345287" y="10588"/>
                        <a:pt x="346867" y="10588"/>
                      </a:cubicBezTo>
                      <a:cubicBezTo>
                        <a:pt x="348665" y="10588"/>
                        <a:pt x="350663" y="11054"/>
                        <a:pt x="350663" y="11054"/>
                      </a:cubicBezTo>
                      <a:cubicBezTo>
                        <a:pt x="351320" y="11121"/>
                        <a:pt x="351691" y="10722"/>
                        <a:pt x="351928" y="10104"/>
                      </a:cubicBezTo>
                      <a:cubicBezTo>
                        <a:pt x="352528" y="8507"/>
                        <a:pt x="354212" y="3707"/>
                        <a:pt x="354545" y="2756"/>
                      </a:cubicBezTo>
                    </a:path>
                  </a:pathLst>
                </a:custGeom>
                <a:solidFill>
                  <a:srgbClr val="FFFFF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35" name="Google Shape;1135;p79"/>
                <p:cNvSpPr/>
                <p:nvPr/>
              </p:nvSpPr>
              <p:spPr>
                <a:xfrm>
                  <a:off x="6635326" y="4657829"/>
                  <a:ext cx="166519" cy="103120"/>
                </a:xfrm>
                <a:custGeom>
                  <a:rect b="b" l="l" r="r" t="t"/>
                  <a:pathLst>
                    <a:path extrusionOk="0" h="103120" w="166519">
                      <a:moveTo>
                        <a:pt x="165795" y="1197"/>
                      </a:moveTo>
                      <a:cubicBezTo>
                        <a:pt x="164682" y="865"/>
                        <a:pt x="163540" y="570"/>
                        <a:pt x="162379" y="371"/>
                      </a:cubicBezTo>
                      <a:cubicBezTo>
                        <a:pt x="160819" y="104"/>
                        <a:pt x="159240" y="0"/>
                        <a:pt x="157679" y="0"/>
                      </a:cubicBezTo>
                      <a:cubicBezTo>
                        <a:pt x="151428" y="0"/>
                        <a:pt x="146490" y="1796"/>
                        <a:pt x="143017" y="5332"/>
                      </a:cubicBezTo>
                      <a:cubicBezTo>
                        <a:pt x="139573" y="8840"/>
                        <a:pt x="137251" y="14191"/>
                        <a:pt x="136062" y="21206"/>
                      </a:cubicBezTo>
                      <a:lnTo>
                        <a:pt x="135643" y="23582"/>
                      </a:lnTo>
                      <a:lnTo>
                        <a:pt x="127793" y="23582"/>
                      </a:lnTo>
                      <a:cubicBezTo>
                        <a:pt x="127793" y="23582"/>
                        <a:pt x="126823" y="23544"/>
                        <a:pt x="126623" y="24608"/>
                      </a:cubicBezTo>
                      <a:lnTo>
                        <a:pt x="125329" y="31889"/>
                      </a:lnTo>
                      <a:cubicBezTo>
                        <a:pt x="125243" y="32583"/>
                        <a:pt x="125529" y="33030"/>
                        <a:pt x="126452" y="33030"/>
                      </a:cubicBezTo>
                      <a:lnTo>
                        <a:pt x="134111" y="33030"/>
                      </a:lnTo>
                      <a:lnTo>
                        <a:pt x="126337" y="76867"/>
                      </a:lnTo>
                      <a:cubicBezTo>
                        <a:pt x="125728" y="80403"/>
                        <a:pt x="125043" y="83311"/>
                        <a:pt x="124254" y="85507"/>
                      </a:cubicBezTo>
                      <a:cubicBezTo>
                        <a:pt x="123483" y="87684"/>
                        <a:pt x="122760" y="89309"/>
                        <a:pt x="121837" y="90488"/>
                      </a:cubicBezTo>
                      <a:cubicBezTo>
                        <a:pt x="120962" y="91619"/>
                        <a:pt x="120105" y="92465"/>
                        <a:pt x="118678" y="92950"/>
                      </a:cubicBezTo>
                      <a:cubicBezTo>
                        <a:pt x="117498" y="93349"/>
                        <a:pt x="116109" y="93548"/>
                        <a:pt x="114596" y="93548"/>
                      </a:cubicBezTo>
                      <a:cubicBezTo>
                        <a:pt x="113768" y="93548"/>
                        <a:pt x="112646" y="93415"/>
                        <a:pt x="111837" y="93244"/>
                      </a:cubicBezTo>
                      <a:cubicBezTo>
                        <a:pt x="111000" y="93083"/>
                        <a:pt x="110581" y="92883"/>
                        <a:pt x="109972" y="92617"/>
                      </a:cubicBezTo>
                      <a:cubicBezTo>
                        <a:pt x="109972" y="92617"/>
                        <a:pt x="109068" y="92265"/>
                        <a:pt x="108716" y="93178"/>
                      </a:cubicBezTo>
                      <a:cubicBezTo>
                        <a:pt x="108431" y="93909"/>
                        <a:pt x="106394" y="99594"/>
                        <a:pt x="106147" y="100306"/>
                      </a:cubicBezTo>
                      <a:cubicBezTo>
                        <a:pt x="105909" y="100991"/>
                        <a:pt x="106242" y="101552"/>
                        <a:pt x="106680" y="101704"/>
                      </a:cubicBezTo>
                      <a:cubicBezTo>
                        <a:pt x="107688" y="102084"/>
                        <a:pt x="108459" y="102303"/>
                        <a:pt x="109839" y="102635"/>
                      </a:cubicBezTo>
                      <a:cubicBezTo>
                        <a:pt x="111770" y="103101"/>
                        <a:pt x="113388" y="103120"/>
                        <a:pt x="114910" y="103120"/>
                      </a:cubicBezTo>
                      <a:cubicBezTo>
                        <a:pt x="118088" y="103120"/>
                        <a:pt x="120990" y="102683"/>
                        <a:pt x="123397" y="101789"/>
                      </a:cubicBezTo>
                      <a:cubicBezTo>
                        <a:pt x="125814" y="100905"/>
                        <a:pt x="127945" y="99375"/>
                        <a:pt x="129782" y="97265"/>
                      </a:cubicBezTo>
                      <a:cubicBezTo>
                        <a:pt x="131808" y="95022"/>
                        <a:pt x="133074" y="92645"/>
                        <a:pt x="134282" y="89423"/>
                      </a:cubicBezTo>
                      <a:cubicBezTo>
                        <a:pt x="135491" y="86220"/>
                        <a:pt x="136499" y="82266"/>
                        <a:pt x="137337" y="77646"/>
                      </a:cubicBezTo>
                      <a:lnTo>
                        <a:pt x="145129" y="32982"/>
                      </a:lnTo>
                      <a:lnTo>
                        <a:pt x="156537" y="32982"/>
                      </a:lnTo>
                      <a:cubicBezTo>
                        <a:pt x="156537" y="32982"/>
                        <a:pt x="157508" y="33030"/>
                        <a:pt x="157698" y="31956"/>
                      </a:cubicBezTo>
                      <a:lnTo>
                        <a:pt x="158992" y="24675"/>
                      </a:lnTo>
                      <a:cubicBezTo>
                        <a:pt x="159087" y="23981"/>
                        <a:pt x="158802" y="23544"/>
                        <a:pt x="157879" y="23544"/>
                      </a:cubicBezTo>
                      <a:lnTo>
                        <a:pt x="146813" y="23544"/>
                      </a:lnTo>
                      <a:cubicBezTo>
                        <a:pt x="146861" y="23297"/>
                        <a:pt x="147365" y="19342"/>
                        <a:pt x="148640" y="15636"/>
                      </a:cubicBezTo>
                      <a:cubicBezTo>
                        <a:pt x="149182" y="14058"/>
                        <a:pt x="150200" y="12765"/>
                        <a:pt x="151076" y="11900"/>
                      </a:cubicBezTo>
                      <a:cubicBezTo>
                        <a:pt x="151885" y="11054"/>
                        <a:pt x="152874" y="10436"/>
                        <a:pt x="153968" y="10085"/>
                      </a:cubicBezTo>
                      <a:cubicBezTo>
                        <a:pt x="155177" y="9705"/>
                        <a:pt x="156433" y="9524"/>
                        <a:pt x="157679" y="9552"/>
                      </a:cubicBezTo>
                      <a:cubicBezTo>
                        <a:pt x="158735" y="9552"/>
                        <a:pt x="159744" y="9685"/>
                        <a:pt x="160534" y="9837"/>
                      </a:cubicBezTo>
                      <a:cubicBezTo>
                        <a:pt x="161609" y="10056"/>
                        <a:pt x="162027" y="10189"/>
                        <a:pt x="162313" y="10284"/>
                      </a:cubicBezTo>
                      <a:cubicBezTo>
                        <a:pt x="163426" y="10636"/>
                        <a:pt x="163588" y="10284"/>
                        <a:pt x="163807" y="9752"/>
                      </a:cubicBezTo>
                      <a:lnTo>
                        <a:pt x="166461" y="2395"/>
                      </a:lnTo>
                      <a:cubicBezTo>
                        <a:pt x="166718" y="1597"/>
                        <a:pt x="166062" y="1264"/>
                        <a:pt x="165824" y="1179"/>
                      </a:cubicBezTo>
                      <a:moveTo>
                        <a:pt x="11142" y="76962"/>
                      </a:moveTo>
                      <a:cubicBezTo>
                        <a:pt x="11142" y="77532"/>
                        <a:pt x="10733" y="78027"/>
                        <a:pt x="10162" y="78027"/>
                      </a:cubicBezTo>
                      <a:lnTo>
                        <a:pt x="980" y="78027"/>
                      </a:lnTo>
                      <a:cubicBezTo>
                        <a:pt x="409" y="78027"/>
                        <a:pt x="0" y="77561"/>
                        <a:pt x="0" y="76962"/>
                      </a:cubicBezTo>
                      <a:lnTo>
                        <a:pt x="0" y="2176"/>
                      </a:lnTo>
                      <a:cubicBezTo>
                        <a:pt x="0" y="1597"/>
                        <a:pt x="409" y="1112"/>
                        <a:pt x="980" y="1112"/>
                      </a:cubicBezTo>
                      <a:lnTo>
                        <a:pt x="10162" y="1112"/>
                      </a:lnTo>
                      <a:cubicBezTo>
                        <a:pt x="10733" y="1112"/>
                        <a:pt x="11142" y="1578"/>
                        <a:pt x="11142" y="2176"/>
                      </a:cubicBezTo>
                      <a:lnTo>
                        <a:pt x="11142" y="76962"/>
                      </a:lnTo>
                      <a:close/>
                    </a:path>
                  </a:pathLst>
                </a:custGeom>
                <a:solidFill>
                  <a:srgbClr val="FFFFF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1136" name="Google Shape;1136;p79"/>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80"/>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Typography</a:t>
            </a:r>
            <a:endParaRPr/>
          </a:p>
        </p:txBody>
      </p:sp>
      <p:sp>
        <p:nvSpPr>
          <p:cNvPr id="1142" name="Google Shape;1142;p80"/>
          <p:cNvSpPr txBox="1"/>
          <p:nvPr>
            <p:ph idx="3" type="subTitle"/>
          </p:nvPr>
        </p:nvSpPr>
        <p:spPr>
          <a:xfrm>
            <a:off x="357400" y="2533300"/>
            <a:ext cx="20670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Our type family</a:t>
            </a:r>
            <a:endParaRPr/>
          </a:p>
          <a:p>
            <a:pPr indent="0" lvl="0" marL="0" rtl="0" algn="l">
              <a:lnSpc>
                <a:spcPct val="120000"/>
              </a:lnSpc>
              <a:spcBef>
                <a:spcPts val="0"/>
              </a:spcBef>
              <a:spcAft>
                <a:spcPts val="0"/>
              </a:spcAft>
              <a:buNone/>
            </a:pPr>
            <a:r>
              <a:rPr lang="en">
                <a:latin typeface="DS Indigo"/>
                <a:ea typeface="DS Indigo"/>
                <a:cs typeface="DS Indigo"/>
                <a:sym typeface="DS Indigo"/>
              </a:rPr>
              <a:t>We use DS Indigo for every brand touchpoint: a custom typeface created just for Docusign. A happy medium between classic grotesque and geometric sans, DS Indigo feels modern and digital—but not stuffy. We designed the typeface to feel at home in both our marketing and product experiences.</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p:txBody>
      </p:sp>
      <p:sp>
        <p:nvSpPr>
          <p:cNvPr id="1143" name="Google Shape;1143;p80"/>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
        <p:nvSpPr>
          <p:cNvPr id="1144" name="Google Shape;1144;p80"/>
          <p:cNvSpPr txBox="1"/>
          <p:nvPr/>
        </p:nvSpPr>
        <p:spPr>
          <a:xfrm>
            <a:off x="3252375" y="1128400"/>
            <a:ext cx="2324700" cy="6924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300"/>
              </a:spcBef>
              <a:spcAft>
                <a:spcPts val="0"/>
              </a:spcAft>
              <a:buNone/>
            </a:pPr>
            <a:r>
              <a:rPr lang="en" sz="4200">
                <a:latin typeface="DS Indigo"/>
                <a:ea typeface="DS Indigo"/>
                <a:cs typeface="DS Indigo"/>
                <a:sym typeface="DS Indigo"/>
              </a:rPr>
              <a:t>DS Indigo</a:t>
            </a:r>
            <a:endParaRPr sz="4200">
              <a:solidFill>
                <a:srgbClr val="000000"/>
              </a:solidFill>
              <a:latin typeface="DS Indigo"/>
              <a:ea typeface="DS Indigo"/>
              <a:cs typeface="DS Indigo"/>
              <a:sym typeface="DS Indigo"/>
            </a:endParaRPr>
          </a:p>
        </p:txBody>
      </p:sp>
      <p:sp>
        <p:nvSpPr>
          <p:cNvPr id="1145" name="Google Shape;1145;p80"/>
          <p:cNvSpPr txBox="1"/>
          <p:nvPr/>
        </p:nvSpPr>
        <p:spPr>
          <a:xfrm>
            <a:off x="6161850" y="1240600"/>
            <a:ext cx="2324700" cy="3377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1000">
                <a:solidFill>
                  <a:schemeClr val="dk1"/>
                </a:solidFill>
                <a:latin typeface="DS Indigo"/>
                <a:ea typeface="DS Indigo"/>
                <a:cs typeface="DS Indigo"/>
                <a:sym typeface="DS Indigo"/>
              </a:rPr>
              <a:t>Normal</a:t>
            </a:r>
            <a:endParaRPr sz="1000">
              <a:solidFill>
                <a:schemeClr val="dk1"/>
              </a:solidFill>
              <a:latin typeface="DS Indigo"/>
              <a:ea typeface="DS Indigo"/>
              <a:cs typeface="DS Indigo"/>
              <a:sym typeface="DS Indigo"/>
            </a:endParaRPr>
          </a:p>
          <a:p>
            <a:pPr indent="0" lvl="0" marL="0" rtl="0" algn="l">
              <a:lnSpc>
                <a:spcPct val="120000"/>
              </a:lnSpc>
              <a:spcBef>
                <a:spcPts val="80"/>
              </a:spcBef>
              <a:spcAft>
                <a:spcPts val="0"/>
              </a:spcAft>
              <a:buNone/>
            </a:pPr>
            <a:r>
              <a:rPr lang="en" sz="1000">
                <a:solidFill>
                  <a:schemeClr val="dk1"/>
                </a:solidFill>
                <a:latin typeface="DS Indigo"/>
                <a:ea typeface="DS Indigo"/>
                <a:cs typeface="DS Indigo"/>
                <a:sym typeface="DS Indigo"/>
              </a:rPr>
              <a:t>AaBbCcDdEeFfGgHhIiJjKkLlMmNn</a:t>
            </a:r>
            <a:endParaRPr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lang="en" sz="1000">
                <a:solidFill>
                  <a:schemeClr val="dk1"/>
                </a:solidFill>
                <a:latin typeface="DS Indigo"/>
                <a:ea typeface="DS Indigo"/>
                <a:cs typeface="DS Indigo"/>
                <a:sym typeface="DS Indigo"/>
              </a:rPr>
              <a:t>OoPpQqRrSsTtUuVvWwXxYyZz</a:t>
            </a:r>
            <a:endParaRPr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lang="en" sz="1000">
                <a:solidFill>
                  <a:schemeClr val="dk1"/>
                </a:solidFill>
                <a:latin typeface="DS Indigo"/>
                <a:ea typeface="DS Indigo"/>
                <a:cs typeface="DS Indigo"/>
                <a:sym typeface="DS Indigo"/>
              </a:rPr>
              <a:t>1234567890</a:t>
            </a:r>
            <a:endParaRPr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sz="8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lang="en" sz="1000">
                <a:solidFill>
                  <a:schemeClr val="dk1"/>
                </a:solidFill>
                <a:latin typeface="DS Indigo Medium"/>
                <a:ea typeface="DS Indigo Medium"/>
                <a:cs typeface="DS Indigo Medium"/>
                <a:sym typeface="DS Indigo Medium"/>
              </a:rPr>
              <a:t>Medium</a:t>
            </a:r>
            <a:endParaRPr sz="1000">
              <a:solidFill>
                <a:schemeClr val="dk1"/>
              </a:solidFill>
              <a:latin typeface="DS Indigo Medium"/>
              <a:ea typeface="DS Indigo Medium"/>
              <a:cs typeface="DS Indigo Medium"/>
              <a:sym typeface="DS Indigo Medium"/>
            </a:endParaRPr>
          </a:p>
          <a:p>
            <a:pPr indent="0" lvl="0" marL="0" rtl="0" algn="l">
              <a:lnSpc>
                <a:spcPct val="120000"/>
              </a:lnSpc>
              <a:spcBef>
                <a:spcPts val="0"/>
              </a:spcBef>
              <a:spcAft>
                <a:spcPts val="0"/>
              </a:spcAft>
              <a:buNone/>
            </a:pPr>
            <a:r>
              <a:rPr lang="en" sz="1000">
                <a:solidFill>
                  <a:schemeClr val="dk1"/>
                </a:solidFill>
                <a:latin typeface="DS Indigo Medium"/>
                <a:ea typeface="DS Indigo Medium"/>
                <a:cs typeface="DS Indigo Medium"/>
                <a:sym typeface="DS Indigo Medium"/>
              </a:rPr>
              <a:t>AaBbCcDdEeFfGgHhIiJjKkLlMmNn</a:t>
            </a:r>
            <a:endParaRPr sz="1000">
              <a:solidFill>
                <a:schemeClr val="dk1"/>
              </a:solidFill>
              <a:latin typeface="DS Indigo Medium"/>
              <a:ea typeface="DS Indigo Medium"/>
              <a:cs typeface="DS Indigo Medium"/>
              <a:sym typeface="DS Indigo Medium"/>
            </a:endParaRPr>
          </a:p>
          <a:p>
            <a:pPr indent="0" lvl="0" marL="0" rtl="0" algn="l">
              <a:lnSpc>
                <a:spcPct val="120000"/>
              </a:lnSpc>
              <a:spcBef>
                <a:spcPts val="0"/>
              </a:spcBef>
              <a:spcAft>
                <a:spcPts val="0"/>
              </a:spcAft>
              <a:buNone/>
            </a:pPr>
            <a:r>
              <a:rPr lang="en" sz="1000">
                <a:solidFill>
                  <a:schemeClr val="dk1"/>
                </a:solidFill>
                <a:latin typeface="DS Indigo Medium"/>
                <a:ea typeface="DS Indigo Medium"/>
                <a:cs typeface="DS Indigo Medium"/>
                <a:sym typeface="DS Indigo Medium"/>
              </a:rPr>
              <a:t>OoPpQqRrSsTtUuVvWwXxYyZz</a:t>
            </a:r>
            <a:endParaRPr sz="1000">
              <a:solidFill>
                <a:schemeClr val="dk1"/>
              </a:solidFill>
              <a:latin typeface="DS Indigo Medium"/>
              <a:ea typeface="DS Indigo Medium"/>
              <a:cs typeface="DS Indigo Medium"/>
              <a:sym typeface="DS Indigo Medium"/>
            </a:endParaRPr>
          </a:p>
          <a:p>
            <a:pPr indent="0" lvl="0" marL="0" rtl="0" algn="l">
              <a:lnSpc>
                <a:spcPct val="120000"/>
              </a:lnSpc>
              <a:spcBef>
                <a:spcPts val="0"/>
              </a:spcBef>
              <a:spcAft>
                <a:spcPts val="0"/>
              </a:spcAft>
              <a:buNone/>
            </a:pPr>
            <a:r>
              <a:rPr lang="en" sz="1000">
                <a:solidFill>
                  <a:schemeClr val="dk1"/>
                </a:solidFill>
                <a:latin typeface="DS Indigo Medium"/>
                <a:ea typeface="DS Indigo Medium"/>
                <a:cs typeface="DS Indigo Medium"/>
                <a:sym typeface="DS Indigo Medium"/>
              </a:rPr>
              <a:t>1234567890</a:t>
            </a:r>
            <a:endParaRPr sz="1000">
              <a:solidFill>
                <a:schemeClr val="dk1"/>
              </a:solidFill>
              <a:latin typeface="DS Indigo Medium"/>
              <a:ea typeface="DS Indigo Medium"/>
              <a:cs typeface="DS Indigo Medium"/>
              <a:sym typeface="DS Indigo Medium"/>
            </a:endParaRPr>
          </a:p>
          <a:p>
            <a:pPr indent="0" lvl="0" marL="0" rtl="0" algn="l">
              <a:lnSpc>
                <a:spcPct val="120000"/>
              </a:lnSpc>
              <a:spcBef>
                <a:spcPts val="0"/>
              </a:spcBef>
              <a:spcAft>
                <a:spcPts val="0"/>
              </a:spcAft>
              <a:buNone/>
            </a:pPr>
            <a:r>
              <a:t/>
            </a:r>
            <a:endParaRPr sz="800">
              <a:solidFill>
                <a:schemeClr val="dk1"/>
              </a:solidFill>
              <a:latin typeface="DS Indigo Medium"/>
              <a:ea typeface="DS Indigo Medium"/>
              <a:cs typeface="DS Indigo Medium"/>
              <a:sym typeface="DS Indigo Medium"/>
            </a:endParaRPr>
          </a:p>
          <a:p>
            <a:pPr indent="0" lvl="0" marL="0" rtl="0" algn="l">
              <a:lnSpc>
                <a:spcPct val="12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Semi Bold</a:t>
            </a:r>
            <a:endParaRPr sz="1000">
              <a:solidFill>
                <a:schemeClr val="dk1"/>
              </a:solidFill>
              <a:latin typeface="DS Indigo SemiBold"/>
              <a:ea typeface="DS Indigo SemiBold"/>
              <a:cs typeface="DS Indigo SemiBold"/>
              <a:sym typeface="DS Indigo SemiBold"/>
            </a:endParaRPr>
          </a:p>
          <a:p>
            <a:pPr indent="0" lvl="0" marL="0" rtl="0" algn="l">
              <a:lnSpc>
                <a:spcPct val="12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AaBbCcDdEeFfGgHhIiJjKkLlMmNn</a:t>
            </a:r>
            <a:endParaRPr sz="1000">
              <a:solidFill>
                <a:schemeClr val="dk1"/>
              </a:solidFill>
              <a:latin typeface="DS Indigo SemiBold"/>
              <a:ea typeface="DS Indigo SemiBold"/>
              <a:cs typeface="DS Indigo SemiBold"/>
              <a:sym typeface="DS Indigo SemiBold"/>
            </a:endParaRPr>
          </a:p>
          <a:p>
            <a:pPr indent="0" lvl="0" marL="0" rtl="0" algn="l">
              <a:lnSpc>
                <a:spcPct val="12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OoPpQqRrSsTtUuVvWwXxYyZz</a:t>
            </a:r>
            <a:endParaRPr sz="1000">
              <a:solidFill>
                <a:schemeClr val="dk1"/>
              </a:solidFill>
              <a:latin typeface="DS Indigo SemiBold"/>
              <a:ea typeface="DS Indigo SemiBold"/>
              <a:cs typeface="DS Indigo SemiBold"/>
              <a:sym typeface="DS Indigo SemiBold"/>
            </a:endParaRPr>
          </a:p>
          <a:p>
            <a:pPr indent="0" lvl="0" marL="0" rtl="0" algn="l">
              <a:lnSpc>
                <a:spcPct val="120000"/>
              </a:lnSpc>
              <a:spcBef>
                <a:spcPts val="0"/>
              </a:spcBef>
              <a:spcAft>
                <a:spcPts val="0"/>
              </a:spcAft>
              <a:buNone/>
            </a:pPr>
            <a:r>
              <a:rPr lang="en" sz="1000">
                <a:solidFill>
                  <a:schemeClr val="dk1"/>
                </a:solidFill>
                <a:latin typeface="DS Indigo SemiBold"/>
                <a:ea typeface="DS Indigo SemiBold"/>
                <a:cs typeface="DS Indigo SemiBold"/>
                <a:sym typeface="DS Indigo SemiBold"/>
              </a:rPr>
              <a:t>1234567890</a:t>
            </a:r>
            <a:endParaRPr sz="1000">
              <a:solidFill>
                <a:schemeClr val="dk1"/>
              </a:solidFill>
              <a:latin typeface="DS Indigo SemiBold"/>
              <a:ea typeface="DS Indigo SemiBold"/>
              <a:cs typeface="DS Indigo SemiBold"/>
              <a:sym typeface="DS Indigo SemiBold"/>
            </a:endParaRPr>
          </a:p>
          <a:p>
            <a:pPr indent="0" lvl="0" marL="0" rtl="0" algn="l">
              <a:lnSpc>
                <a:spcPct val="120000"/>
              </a:lnSpc>
              <a:spcBef>
                <a:spcPts val="0"/>
              </a:spcBef>
              <a:spcAft>
                <a:spcPts val="0"/>
              </a:spcAft>
              <a:buNone/>
            </a:pPr>
            <a:r>
              <a:t/>
            </a:r>
            <a:endParaRPr sz="800">
              <a:solidFill>
                <a:schemeClr val="dk1"/>
              </a:solidFill>
              <a:latin typeface="DS Indigo SemiBold"/>
              <a:ea typeface="DS Indigo SemiBold"/>
              <a:cs typeface="DS Indigo SemiBold"/>
              <a:sym typeface="DS Indigo SemiBold"/>
            </a:endParaRPr>
          </a:p>
          <a:p>
            <a:pPr indent="0" lvl="0" marL="0" rtl="0" algn="l">
              <a:lnSpc>
                <a:spcPct val="120000"/>
              </a:lnSpc>
              <a:spcBef>
                <a:spcPts val="0"/>
              </a:spcBef>
              <a:spcAft>
                <a:spcPts val="0"/>
              </a:spcAft>
              <a:buNone/>
            </a:pPr>
            <a:r>
              <a:rPr b="1" lang="en" sz="1000">
                <a:solidFill>
                  <a:schemeClr val="dk1"/>
                </a:solidFill>
                <a:latin typeface="DS Indigo"/>
                <a:ea typeface="DS Indigo"/>
                <a:cs typeface="DS Indigo"/>
                <a:sym typeface="DS Indigo"/>
              </a:rPr>
              <a:t>Bold</a:t>
            </a:r>
            <a:endParaRPr sz="8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b="1" lang="en" sz="1000">
                <a:solidFill>
                  <a:schemeClr val="dk1"/>
                </a:solidFill>
                <a:latin typeface="DS Indigo"/>
                <a:ea typeface="DS Indigo"/>
                <a:cs typeface="DS Indigo"/>
                <a:sym typeface="DS Indigo"/>
              </a:rPr>
              <a:t>AaBbCcDdEeFfGgHhIiJjKkLlMmNn</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b="1" lang="en" sz="1000">
                <a:solidFill>
                  <a:schemeClr val="dk1"/>
                </a:solidFill>
                <a:latin typeface="DS Indigo"/>
                <a:ea typeface="DS Indigo"/>
                <a:cs typeface="DS Indigo"/>
                <a:sym typeface="DS Indigo"/>
              </a:rPr>
              <a:t>OoPpQqRrSsTtUuVvWwXxYyZz</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b="1" lang="en" sz="1000">
                <a:solidFill>
                  <a:schemeClr val="dk1"/>
                </a:solidFill>
                <a:latin typeface="DS Indigo"/>
                <a:ea typeface="DS Indigo"/>
                <a:cs typeface="DS Indigo"/>
                <a:sym typeface="DS Indigo"/>
              </a:rPr>
              <a:t>1234567890</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sz="800">
              <a:solidFill>
                <a:schemeClr val="dk1"/>
              </a:solidFill>
              <a:latin typeface="DS Indigo SemiBold"/>
              <a:ea typeface="DS Indigo SemiBold"/>
              <a:cs typeface="DS Indigo SemiBold"/>
              <a:sym typeface="DS Indigo SemiBold"/>
            </a:endParaRPr>
          </a:p>
        </p:txBody>
      </p:sp>
      <p:cxnSp>
        <p:nvCxnSpPr>
          <p:cNvPr id="1146" name="Google Shape;1146;p80"/>
          <p:cNvCxnSpPr/>
          <p:nvPr/>
        </p:nvCxnSpPr>
        <p:spPr>
          <a:xfrm>
            <a:off x="3260450" y="1957550"/>
            <a:ext cx="2289900" cy="0"/>
          </a:xfrm>
          <a:prstGeom prst="straightConnector1">
            <a:avLst/>
          </a:prstGeom>
          <a:noFill/>
          <a:ln cap="flat" cmpd="sng" w="9525">
            <a:solidFill>
              <a:srgbClr val="000000"/>
            </a:solidFill>
            <a:prstDash val="solid"/>
            <a:round/>
            <a:headEnd len="med" w="med" type="none"/>
            <a:tailEnd len="med" w="med" type="none"/>
          </a:ln>
        </p:spPr>
      </p:cxnSp>
      <p:sp>
        <p:nvSpPr>
          <p:cNvPr id="1147" name="Google Shape;1147;p80"/>
          <p:cNvSpPr txBox="1"/>
          <p:nvPr/>
        </p:nvSpPr>
        <p:spPr>
          <a:xfrm>
            <a:off x="3260450" y="2221575"/>
            <a:ext cx="2324700" cy="2396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1000">
                <a:solidFill>
                  <a:schemeClr val="dk1"/>
                </a:solidFill>
                <a:latin typeface="DS Indigo"/>
                <a:ea typeface="DS Indigo"/>
                <a:cs typeface="DS Indigo"/>
                <a:sym typeface="DS Indigo"/>
              </a:rPr>
              <a:t>Headlines and Titles: </a:t>
            </a:r>
            <a:endParaRPr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b="1" lang="en" sz="1000">
                <a:solidFill>
                  <a:schemeClr val="dk1"/>
                </a:solidFill>
                <a:latin typeface="DS Indigo"/>
                <a:ea typeface="DS Indigo"/>
                <a:cs typeface="DS Indigo"/>
                <a:sym typeface="DS Indigo"/>
              </a:rPr>
              <a:t>DS Indigo Normal</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lang="en" sz="1000">
                <a:solidFill>
                  <a:schemeClr val="dk1"/>
                </a:solidFill>
                <a:latin typeface="DS Indigo"/>
                <a:ea typeface="DS Indigo"/>
                <a:cs typeface="DS Indigo"/>
                <a:sym typeface="DS Indigo"/>
              </a:rPr>
              <a:t>Subheadlines: </a:t>
            </a:r>
            <a:endParaRPr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b="1" lang="en" sz="1000">
                <a:solidFill>
                  <a:schemeClr val="dk1"/>
                </a:solidFill>
                <a:latin typeface="DS Indigo"/>
                <a:ea typeface="DS Indigo"/>
                <a:cs typeface="DS Indigo"/>
                <a:sym typeface="DS Indigo"/>
              </a:rPr>
              <a:t>DS Indigo Semibold or Normal</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lang="en" sz="1000">
                <a:solidFill>
                  <a:schemeClr val="dk1"/>
                </a:solidFill>
                <a:latin typeface="DS Indigo"/>
                <a:ea typeface="DS Indigo"/>
                <a:cs typeface="DS Indigo"/>
                <a:sym typeface="DS Indigo"/>
              </a:rPr>
              <a:t>Body Text: </a:t>
            </a:r>
            <a:endParaRPr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rPr b="1" lang="en" sz="1000">
                <a:solidFill>
                  <a:schemeClr val="dk1"/>
                </a:solidFill>
                <a:latin typeface="DS Indigo"/>
                <a:ea typeface="DS Indigo"/>
                <a:cs typeface="DS Indigo"/>
                <a:sym typeface="DS Indigo"/>
              </a:rPr>
              <a:t>DS Indigo Medium or Normal</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b="1" sz="1000">
              <a:solidFill>
                <a:schemeClr val="dk1"/>
              </a:solidFill>
              <a:latin typeface="DS Indigo"/>
              <a:ea typeface="DS Indigo"/>
              <a:cs typeface="DS Indigo"/>
              <a:sym typeface="DS Indigo"/>
            </a:endParaRPr>
          </a:p>
          <a:p>
            <a:pPr indent="0" lvl="0" marL="0" rtl="0" algn="l">
              <a:lnSpc>
                <a:spcPct val="120000"/>
              </a:lnSpc>
              <a:spcBef>
                <a:spcPts val="0"/>
              </a:spcBef>
              <a:spcAft>
                <a:spcPts val="0"/>
              </a:spcAft>
              <a:buNone/>
            </a:pPr>
            <a:r>
              <a:t/>
            </a:r>
            <a:endParaRPr b="1" sz="1000">
              <a:solidFill>
                <a:schemeClr val="dk1"/>
              </a:solidFill>
              <a:latin typeface="DS Indigo"/>
              <a:ea typeface="DS Indigo"/>
              <a:cs typeface="DS Indigo"/>
              <a:sym typeface="DS Indig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81"/>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Type sizing</a:t>
            </a:r>
            <a:endParaRPr/>
          </a:p>
        </p:txBody>
      </p:sp>
      <p:sp>
        <p:nvSpPr>
          <p:cNvPr id="1153" name="Google Shape;1153;p81"/>
          <p:cNvSpPr txBox="1"/>
          <p:nvPr>
            <p:ph idx="3" type="subTitle"/>
          </p:nvPr>
        </p:nvSpPr>
        <p:spPr>
          <a:xfrm>
            <a:off x="357400" y="2533300"/>
            <a:ext cx="20670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latin typeface="DS Indigo"/>
                <a:ea typeface="DS Indigo"/>
                <a:cs typeface="DS Indigo"/>
                <a:sym typeface="DS Indigo"/>
              </a:rPr>
              <a:t>We’ve created a type ramp by multiplying the body copy number by a common ratio. In these examples, we’ve used the golden ratio (1.618) to scale type.</a:t>
            </a:r>
            <a:endParaRPr>
              <a:latin typeface="DS Indigo"/>
              <a:ea typeface="DS Indigo"/>
              <a:cs typeface="DS Indigo"/>
              <a:sym typeface="DS Indigo"/>
            </a:endParaRPr>
          </a:p>
        </p:txBody>
      </p:sp>
      <p:sp>
        <p:nvSpPr>
          <p:cNvPr id="1154" name="Google Shape;1154;p81"/>
          <p:cNvSpPr txBox="1"/>
          <p:nvPr>
            <p:ph idx="1" type="body"/>
          </p:nvPr>
        </p:nvSpPr>
        <p:spPr>
          <a:xfrm>
            <a:off x="3252375" y="1240625"/>
            <a:ext cx="2184000" cy="28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Type ramp sequence: </a:t>
            </a:r>
            <a:r>
              <a:rPr lang="en" sz="1000"/>
              <a:t>Generated from 10-point body copy.</a:t>
            </a:r>
            <a:endParaRPr sz="1000"/>
          </a:p>
        </p:txBody>
      </p:sp>
      <p:sp>
        <p:nvSpPr>
          <p:cNvPr id="1155" name="Google Shape;1155;p81"/>
          <p:cNvSpPr txBox="1"/>
          <p:nvPr/>
        </p:nvSpPr>
        <p:spPr>
          <a:xfrm>
            <a:off x="342900" y="3709025"/>
            <a:ext cx="2184000" cy="810600"/>
          </a:xfrm>
          <a:prstGeom prst="rect">
            <a:avLst/>
          </a:prstGeom>
          <a:solidFill>
            <a:schemeClr val="lt2"/>
          </a:solidFill>
          <a:ln>
            <a:noFill/>
          </a:ln>
        </p:spPr>
        <p:txBody>
          <a:bodyPr anchorCtr="0" anchor="t" bIns="182875" lIns="182875" spcFirstLastPara="1" rIns="182875" wrap="square" tIns="182875">
            <a:noAutofit/>
          </a:bodyPr>
          <a:lstStyle/>
          <a:p>
            <a:pPr indent="0" lvl="0" marL="0" marR="12700" rtl="0" algn="l">
              <a:lnSpc>
                <a:spcPct val="120000"/>
              </a:lnSpc>
              <a:spcBef>
                <a:spcPts val="300"/>
              </a:spcBef>
              <a:spcAft>
                <a:spcPts val="600"/>
              </a:spcAft>
              <a:buNone/>
            </a:pPr>
            <a:r>
              <a:rPr b="1" lang="en" sz="800">
                <a:solidFill>
                  <a:srgbClr val="2E2F2E"/>
                </a:solidFill>
                <a:latin typeface="DS Indigo"/>
                <a:ea typeface="DS Indigo"/>
                <a:cs typeface="DS Indigo"/>
                <a:sym typeface="DS Indigo"/>
              </a:rPr>
              <a:t>Pro tip:</a:t>
            </a:r>
            <a:br>
              <a:rPr lang="en" sz="800">
                <a:solidFill>
                  <a:srgbClr val="2E2F2E"/>
                </a:solidFill>
                <a:latin typeface="DS Indigo"/>
                <a:ea typeface="DS Indigo"/>
                <a:cs typeface="DS Indigo"/>
                <a:sym typeface="DS Indigo"/>
              </a:rPr>
            </a:br>
            <a:r>
              <a:rPr lang="en" sz="800">
                <a:solidFill>
                  <a:srgbClr val="2E2F2E"/>
                </a:solidFill>
                <a:latin typeface="DS Indigo"/>
                <a:ea typeface="DS Indigo"/>
                <a:cs typeface="DS Indigo"/>
                <a:sym typeface="DS Indigo"/>
              </a:rPr>
              <a:t>For dynamic contrasts, skip a number in the sequence.</a:t>
            </a:r>
            <a:endParaRPr sz="800"/>
          </a:p>
        </p:txBody>
      </p:sp>
      <p:sp>
        <p:nvSpPr>
          <p:cNvPr id="1156" name="Google Shape;1156;p81"/>
          <p:cNvSpPr/>
          <p:nvPr/>
        </p:nvSpPr>
        <p:spPr>
          <a:xfrm>
            <a:off x="7354925" y="1723700"/>
            <a:ext cx="1789200" cy="1239900"/>
          </a:xfrm>
          <a:prstGeom prst="rect">
            <a:avLst/>
          </a:pr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81"/>
          <p:cNvSpPr/>
          <p:nvPr/>
        </p:nvSpPr>
        <p:spPr>
          <a:xfrm>
            <a:off x="6161875" y="1723700"/>
            <a:ext cx="1193100" cy="1239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81"/>
          <p:cNvSpPr/>
          <p:nvPr/>
        </p:nvSpPr>
        <p:spPr>
          <a:xfrm>
            <a:off x="4707100" y="1723700"/>
            <a:ext cx="1454700" cy="12399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81"/>
          <p:cNvSpPr/>
          <p:nvPr/>
        </p:nvSpPr>
        <p:spPr>
          <a:xfrm>
            <a:off x="3124200" y="1723700"/>
            <a:ext cx="1583100" cy="1239900"/>
          </a:xfrm>
          <a:prstGeom prst="rect">
            <a:avLst/>
          </a:prstGeom>
          <a:solidFill>
            <a:srgbClr val="F7F7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81"/>
          <p:cNvSpPr txBox="1"/>
          <p:nvPr/>
        </p:nvSpPr>
        <p:spPr>
          <a:xfrm>
            <a:off x="3736626" y="2203849"/>
            <a:ext cx="258600" cy="6102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1000">
                <a:latin typeface="DS Indigo SemiBold"/>
                <a:ea typeface="DS Indigo SemiBold"/>
                <a:cs typeface="DS Indigo SemiBold"/>
                <a:sym typeface="DS Indigo SemiBold"/>
              </a:rPr>
              <a:t>10</a:t>
            </a:r>
            <a:endParaRPr sz="1000">
              <a:solidFill>
                <a:srgbClr val="000000"/>
              </a:solidFill>
              <a:latin typeface="DS Indigo SemiBold"/>
              <a:ea typeface="DS Indigo SemiBold"/>
              <a:cs typeface="DS Indigo SemiBold"/>
              <a:sym typeface="DS Indigo SemiBold"/>
            </a:endParaRPr>
          </a:p>
        </p:txBody>
      </p:sp>
      <p:sp>
        <p:nvSpPr>
          <p:cNvPr id="1161" name="Google Shape;1161;p81"/>
          <p:cNvSpPr txBox="1"/>
          <p:nvPr/>
        </p:nvSpPr>
        <p:spPr>
          <a:xfrm>
            <a:off x="4830038" y="2223288"/>
            <a:ext cx="457200" cy="6102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1600">
                <a:latin typeface="DS Indigo SemiBold"/>
                <a:ea typeface="DS Indigo SemiBold"/>
                <a:cs typeface="DS Indigo SemiBold"/>
                <a:sym typeface="DS Indigo SemiBold"/>
              </a:rPr>
              <a:t>16</a:t>
            </a:r>
            <a:endParaRPr sz="1600">
              <a:solidFill>
                <a:srgbClr val="000000"/>
              </a:solidFill>
              <a:latin typeface="DS Indigo SemiBold"/>
              <a:ea typeface="DS Indigo SemiBold"/>
              <a:cs typeface="DS Indigo SemiBold"/>
              <a:sym typeface="DS Indigo SemiBold"/>
            </a:endParaRPr>
          </a:p>
        </p:txBody>
      </p:sp>
      <p:sp>
        <p:nvSpPr>
          <p:cNvPr id="1162" name="Google Shape;1162;p81"/>
          <p:cNvSpPr txBox="1"/>
          <p:nvPr/>
        </p:nvSpPr>
        <p:spPr>
          <a:xfrm>
            <a:off x="5510675" y="2256204"/>
            <a:ext cx="457200" cy="6102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2600">
                <a:latin typeface="DS Indigo SemiBold"/>
                <a:ea typeface="DS Indigo SemiBold"/>
                <a:cs typeface="DS Indigo SemiBold"/>
                <a:sym typeface="DS Indigo SemiBold"/>
              </a:rPr>
              <a:t>26</a:t>
            </a:r>
            <a:endParaRPr sz="2600">
              <a:solidFill>
                <a:srgbClr val="000000"/>
              </a:solidFill>
              <a:latin typeface="DS Indigo SemiBold"/>
              <a:ea typeface="DS Indigo SemiBold"/>
              <a:cs typeface="DS Indigo SemiBold"/>
              <a:sym typeface="DS Indigo SemiBold"/>
            </a:endParaRPr>
          </a:p>
        </p:txBody>
      </p:sp>
      <p:sp>
        <p:nvSpPr>
          <p:cNvPr id="1163" name="Google Shape;1163;p81"/>
          <p:cNvSpPr txBox="1"/>
          <p:nvPr/>
        </p:nvSpPr>
        <p:spPr>
          <a:xfrm>
            <a:off x="6296477" y="2307150"/>
            <a:ext cx="727500" cy="6102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4200">
                <a:latin typeface="DS Indigo SemiBold"/>
                <a:ea typeface="DS Indigo SemiBold"/>
                <a:cs typeface="DS Indigo SemiBold"/>
                <a:sym typeface="DS Indigo SemiBold"/>
              </a:rPr>
              <a:t>42</a:t>
            </a:r>
            <a:endParaRPr sz="4200">
              <a:solidFill>
                <a:srgbClr val="000000"/>
              </a:solidFill>
              <a:latin typeface="DS Indigo SemiBold"/>
              <a:ea typeface="DS Indigo SemiBold"/>
              <a:cs typeface="DS Indigo SemiBold"/>
              <a:sym typeface="DS Indigo SemiBold"/>
            </a:endParaRPr>
          </a:p>
        </p:txBody>
      </p:sp>
      <p:sp>
        <p:nvSpPr>
          <p:cNvPr id="1164" name="Google Shape;1164;p81"/>
          <p:cNvSpPr txBox="1"/>
          <p:nvPr/>
        </p:nvSpPr>
        <p:spPr>
          <a:xfrm>
            <a:off x="7524075" y="2329875"/>
            <a:ext cx="1083000" cy="6102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5200">
                <a:solidFill>
                  <a:srgbClr val="BCBBC8"/>
                </a:solidFill>
                <a:latin typeface="DS Indigo SemiBold"/>
                <a:ea typeface="DS Indigo SemiBold"/>
                <a:cs typeface="DS Indigo SemiBold"/>
                <a:sym typeface="DS Indigo SemiBold"/>
              </a:rPr>
              <a:t>52</a:t>
            </a:r>
            <a:endParaRPr sz="5200">
              <a:solidFill>
                <a:srgbClr val="BCBBC8"/>
              </a:solidFill>
              <a:latin typeface="DS Indigo SemiBold"/>
              <a:ea typeface="DS Indigo SemiBold"/>
              <a:cs typeface="DS Indigo SemiBold"/>
              <a:sym typeface="DS Indigo SemiBold"/>
            </a:endParaRPr>
          </a:p>
        </p:txBody>
      </p:sp>
      <p:sp>
        <p:nvSpPr>
          <p:cNvPr id="1165" name="Google Shape;1165;p81"/>
          <p:cNvSpPr txBox="1"/>
          <p:nvPr/>
        </p:nvSpPr>
        <p:spPr>
          <a:xfrm>
            <a:off x="6286952" y="3123725"/>
            <a:ext cx="1083000" cy="5853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300"/>
              </a:spcBef>
              <a:spcAft>
                <a:spcPts val="0"/>
              </a:spcAft>
              <a:buNone/>
            </a:pPr>
            <a:r>
              <a:rPr lang="en" sz="800">
                <a:latin typeface="DS Indigo"/>
                <a:ea typeface="DS Indigo"/>
                <a:cs typeface="DS Indigo"/>
                <a:sym typeface="DS Indigo"/>
              </a:rPr>
              <a:t>In this template deck, font sizes beyond 42pt will not be needed.</a:t>
            </a:r>
            <a:endParaRPr sz="800">
              <a:solidFill>
                <a:srgbClr val="000000"/>
              </a:solidFill>
              <a:latin typeface="DS Indigo"/>
              <a:ea typeface="DS Indigo"/>
              <a:cs typeface="DS Indigo"/>
              <a:sym typeface="DS Indigo"/>
            </a:endParaRPr>
          </a:p>
        </p:txBody>
      </p:sp>
      <p:cxnSp>
        <p:nvCxnSpPr>
          <p:cNvPr id="1166" name="Google Shape;1166;p81"/>
          <p:cNvCxnSpPr/>
          <p:nvPr/>
        </p:nvCxnSpPr>
        <p:spPr>
          <a:xfrm>
            <a:off x="3124200" y="2965750"/>
            <a:ext cx="6029400" cy="0"/>
          </a:xfrm>
          <a:prstGeom prst="straightConnector1">
            <a:avLst/>
          </a:prstGeom>
          <a:noFill/>
          <a:ln cap="flat" cmpd="sng" w="9525">
            <a:solidFill>
              <a:srgbClr val="000000"/>
            </a:solidFill>
            <a:prstDash val="solid"/>
            <a:round/>
            <a:headEnd len="med" w="med" type="none"/>
            <a:tailEnd len="med" w="med" type="none"/>
          </a:ln>
        </p:spPr>
      </p:cxnSp>
      <p:sp>
        <p:nvSpPr>
          <p:cNvPr id="1167" name="Google Shape;1167;p81"/>
          <p:cNvSpPr txBox="1"/>
          <p:nvPr/>
        </p:nvSpPr>
        <p:spPr>
          <a:xfrm>
            <a:off x="7522776" y="3123725"/>
            <a:ext cx="1083000" cy="5853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300"/>
              </a:spcBef>
              <a:spcAft>
                <a:spcPts val="0"/>
              </a:spcAft>
              <a:buNone/>
            </a:pPr>
            <a:r>
              <a:rPr lang="en" sz="800">
                <a:latin typeface="DS Indigo"/>
                <a:ea typeface="DS Indigo"/>
                <a:cs typeface="DS Indigo"/>
                <a:sym typeface="DS Indigo"/>
              </a:rPr>
              <a:t>Font size 52pt is only used  for title and section header slides.</a:t>
            </a:r>
            <a:endParaRPr sz="800">
              <a:latin typeface="DS Indigo"/>
              <a:ea typeface="DS Indigo"/>
              <a:cs typeface="DS Indigo"/>
              <a:sym typeface="DS Indigo"/>
            </a:endParaRPr>
          </a:p>
        </p:txBody>
      </p:sp>
      <p:sp>
        <p:nvSpPr>
          <p:cNvPr id="1168" name="Google Shape;1168;p81"/>
          <p:cNvSpPr txBox="1"/>
          <p:nvPr/>
        </p:nvSpPr>
        <p:spPr>
          <a:xfrm>
            <a:off x="4284550" y="2209073"/>
            <a:ext cx="457200" cy="6102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1200">
                <a:solidFill>
                  <a:srgbClr val="BCBBC8"/>
                </a:solidFill>
                <a:latin typeface="DS Indigo SemiBold"/>
                <a:ea typeface="DS Indigo SemiBold"/>
                <a:cs typeface="DS Indigo SemiBold"/>
                <a:sym typeface="DS Indigo SemiBold"/>
              </a:rPr>
              <a:t>12</a:t>
            </a:r>
            <a:endParaRPr sz="1200">
              <a:solidFill>
                <a:srgbClr val="BCBBC8"/>
              </a:solidFill>
              <a:latin typeface="DS Indigo SemiBold"/>
              <a:ea typeface="DS Indigo SemiBold"/>
              <a:cs typeface="DS Indigo SemiBold"/>
              <a:sym typeface="DS Indigo SemiBold"/>
            </a:endParaRPr>
          </a:p>
        </p:txBody>
      </p:sp>
      <p:sp>
        <p:nvSpPr>
          <p:cNvPr id="1169" name="Google Shape;1169;p81"/>
          <p:cNvSpPr txBox="1"/>
          <p:nvPr/>
        </p:nvSpPr>
        <p:spPr>
          <a:xfrm>
            <a:off x="3269588" y="2194324"/>
            <a:ext cx="246000" cy="6102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800">
                <a:solidFill>
                  <a:srgbClr val="BCBBC8"/>
                </a:solidFill>
                <a:latin typeface="DS Indigo SemiBold"/>
                <a:ea typeface="DS Indigo SemiBold"/>
                <a:cs typeface="DS Indigo SemiBold"/>
                <a:sym typeface="DS Indigo SemiBold"/>
              </a:rPr>
              <a:t>8</a:t>
            </a:r>
            <a:endParaRPr sz="800">
              <a:solidFill>
                <a:srgbClr val="BCBBC8"/>
              </a:solidFill>
              <a:latin typeface="DS Indigo SemiBold"/>
              <a:ea typeface="DS Indigo SemiBold"/>
              <a:cs typeface="DS Indigo SemiBold"/>
              <a:sym typeface="DS Indigo SemiBold"/>
            </a:endParaRPr>
          </a:p>
        </p:txBody>
      </p:sp>
      <p:sp>
        <p:nvSpPr>
          <p:cNvPr id="1170" name="Google Shape;1170;p81"/>
          <p:cNvSpPr txBox="1"/>
          <p:nvPr/>
        </p:nvSpPr>
        <p:spPr>
          <a:xfrm>
            <a:off x="3244462" y="3123725"/>
            <a:ext cx="1413300" cy="5853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300"/>
              </a:spcBef>
              <a:spcAft>
                <a:spcPts val="0"/>
              </a:spcAft>
              <a:buNone/>
            </a:pPr>
            <a:r>
              <a:rPr lang="en" sz="800">
                <a:latin typeface="DS Indigo"/>
                <a:ea typeface="DS Indigo"/>
                <a:cs typeface="DS Indigo"/>
                <a:sym typeface="DS Indigo"/>
              </a:rPr>
              <a:t>Font sizes 8pt and 12pt should be used for detail pages, descriptors and footers.</a:t>
            </a:r>
            <a:endParaRPr sz="800">
              <a:solidFill>
                <a:srgbClr val="000000"/>
              </a:solidFill>
              <a:latin typeface="DS Indigo"/>
              <a:ea typeface="DS Indigo"/>
              <a:cs typeface="DS Indigo"/>
              <a:sym typeface="DS Indigo"/>
            </a:endParaRPr>
          </a:p>
        </p:txBody>
      </p:sp>
      <p:sp>
        <p:nvSpPr>
          <p:cNvPr id="1171" name="Google Shape;1171;p81"/>
          <p:cNvSpPr txBox="1"/>
          <p:nvPr/>
        </p:nvSpPr>
        <p:spPr>
          <a:xfrm>
            <a:off x="7540375" y="1866500"/>
            <a:ext cx="938700" cy="1623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800">
                <a:latin typeface="DS Indigo"/>
                <a:ea typeface="DS Indigo"/>
                <a:cs typeface="DS Indigo"/>
                <a:sym typeface="DS Indigo"/>
              </a:rPr>
              <a:t>Headline</a:t>
            </a:r>
            <a:endParaRPr sz="800">
              <a:solidFill>
                <a:srgbClr val="000000"/>
              </a:solidFill>
              <a:latin typeface="DS Indigo"/>
              <a:ea typeface="DS Indigo"/>
              <a:cs typeface="DS Indigo"/>
              <a:sym typeface="DS Indigo"/>
            </a:endParaRPr>
          </a:p>
        </p:txBody>
      </p:sp>
      <p:sp>
        <p:nvSpPr>
          <p:cNvPr id="1172" name="Google Shape;1172;p81"/>
          <p:cNvSpPr txBox="1"/>
          <p:nvPr/>
        </p:nvSpPr>
        <p:spPr>
          <a:xfrm>
            <a:off x="6296475" y="1866500"/>
            <a:ext cx="687300" cy="1623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800">
                <a:latin typeface="DS Indigo"/>
                <a:ea typeface="DS Indigo"/>
                <a:cs typeface="DS Indigo"/>
                <a:sym typeface="DS Indigo"/>
              </a:rPr>
              <a:t>Header / H1</a:t>
            </a:r>
            <a:endParaRPr sz="800">
              <a:solidFill>
                <a:srgbClr val="000000"/>
              </a:solidFill>
              <a:latin typeface="DS Indigo"/>
              <a:ea typeface="DS Indigo"/>
              <a:cs typeface="DS Indigo"/>
              <a:sym typeface="DS Indigo"/>
            </a:endParaRPr>
          </a:p>
        </p:txBody>
      </p:sp>
      <p:sp>
        <p:nvSpPr>
          <p:cNvPr id="1173" name="Google Shape;1173;p81"/>
          <p:cNvSpPr txBox="1"/>
          <p:nvPr/>
        </p:nvSpPr>
        <p:spPr>
          <a:xfrm>
            <a:off x="4830050" y="1866500"/>
            <a:ext cx="1193100" cy="1623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800">
                <a:latin typeface="DS Indigo"/>
                <a:ea typeface="DS Indigo"/>
                <a:cs typeface="DS Indigo"/>
                <a:sym typeface="DS Indigo"/>
              </a:rPr>
              <a:t>Subhead / H2</a:t>
            </a:r>
            <a:endParaRPr sz="800">
              <a:solidFill>
                <a:srgbClr val="000000"/>
              </a:solidFill>
              <a:latin typeface="DS Indigo"/>
              <a:ea typeface="DS Indigo"/>
              <a:cs typeface="DS Indigo"/>
              <a:sym typeface="DS Indigo"/>
            </a:endParaRPr>
          </a:p>
        </p:txBody>
      </p:sp>
      <p:sp>
        <p:nvSpPr>
          <p:cNvPr id="1174" name="Google Shape;1174;p81"/>
          <p:cNvSpPr txBox="1"/>
          <p:nvPr/>
        </p:nvSpPr>
        <p:spPr>
          <a:xfrm>
            <a:off x="3255375" y="1866500"/>
            <a:ext cx="938700" cy="162300"/>
          </a:xfrm>
          <a:prstGeom prst="rect">
            <a:avLst/>
          </a:prstGeom>
          <a:noFill/>
          <a:ln>
            <a:noFill/>
          </a:ln>
        </p:spPr>
        <p:txBody>
          <a:bodyPr anchorCtr="0" anchor="b" bIns="0" lIns="0" spcFirstLastPara="1" rIns="0" wrap="square" tIns="0">
            <a:noAutofit/>
          </a:bodyPr>
          <a:lstStyle/>
          <a:p>
            <a:pPr indent="0" lvl="0" marL="0" rtl="0" algn="l">
              <a:spcBef>
                <a:spcPts val="0"/>
              </a:spcBef>
              <a:spcAft>
                <a:spcPts val="1000"/>
              </a:spcAft>
              <a:buNone/>
            </a:pPr>
            <a:r>
              <a:rPr lang="en" sz="800">
                <a:latin typeface="DS Indigo"/>
                <a:ea typeface="DS Indigo"/>
                <a:cs typeface="DS Indigo"/>
                <a:sym typeface="DS Indigo"/>
              </a:rPr>
              <a:t>Body copy</a:t>
            </a:r>
            <a:endParaRPr sz="800">
              <a:solidFill>
                <a:srgbClr val="000000"/>
              </a:solidFill>
              <a:latin typeface="DS Indigo"/>
              <a:ea typeface="DS Indigo"/>
              <a:cs typeface="DS Indigo"/>
              <a:sym typeface="DS Indigo"/>
            </a:endParaRPr>
          </a:p>
        </p:txBody>
      </p:sp>
      <p:sp>
        <p:nvSpPr>
          <p:cNvPr id="1175" name="Google Shape;1175;p81"/>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82"/>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Color </a:t>
            </a:r>
            <a:br>
              <a:rPr lang="en"/>
            </a:br>
            <a:r>
              <a:rPr lang="en"/>
              <a:t>palette</a:t>
            </a:r>
            <a:endParaRPr/>
          </a:p>
        </p:txBody>
      </p:sp>
      <p:sp>
        <p:nvSpPr>
          <p:cNvPr id="1181" name="Google Shape;1181;p82"/>
          <p:cNvSpPr txBox="1"/>
          <p:nvPr>
            <p:ph idx="3" type="subTitle"/>
          </p:nvPr>
        </p:nvSpPr>
        <p:spPr>
          <a:xfrm>
            <a:off x="357400" y="2533300"/>
            <a:ext cx="20670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t>Docusign Cobalt is iconic. </a:t>
            </a:r>
            <a:endParaRPr/>
          </a:p>
          <a:p>
            <a:pPr indent="0" lvl="0" marL="0" rtl="0" algn="l">
              <a:lnSpc>
                <a:spcPct val="120000"/>
              </a:lnSpc>
              <a:spcBef>
                <a:spcPts val="0"/>
              </a:spcBef>
              <a:spcAft>
                <a:spcPts val="0"/>
              </a:spcAft>
              <a:buNone/>
            </a:pPr>
            <a:r>
              <a:rPr lang="en">
                <a:latin typeface="DS Indigo"/>
                <a:ea typeface="DS Indigo"/>
                <a:cs typeface="DS Indigo"/>
                <a:sym typeface="DS Indigo"/>
              </a:rPr>
              <a:t>It is the primary color of our brand and reflects our brand archetype and ethos. Inkwell, Deep Violet, White and Mist are our secondary colors and their use is heavily paired with Cobalt. Our brand red, Poppy, is used sparingly as an accent color to bring energy and attention to elements on a layout. </a:t>
            </a:r>
            <a:endParaRPr>
              <a:latin typeface="DS Indigo"/>
              <a:ea typeface="DS Indigo"/>
              <a:cs typeface="DS Indigo"/>
              <a:sym typeface="DS Indigo"/>
            </a:endParaRPr>
          </a:p>
        </p:txBody>
      </p:sp>
      <p:grpSp>
        <p:nvGrpSpPr>
          <p:cNvPr id="1182" name="Google Shape;1182;p82"/>
          <p:cNvGrpSpPr/>
          <p:nvPr/>
        </p:nvGrpSpPr>
        <p:grpSpPr>
          <a:xfrm>
            <a:off x="3252513" y="1240653"/>
            <a:ext cx="5152666" cy="3333484"/>
            <a:chOff x="3485912" y="1240600"/>
            <a:chExt cx="4811529" cy="3112787"/>
          </a:xfrm>
        </p:grpSpPr>
        <p:sp>
          <p:nvSpPr>
            <p:cNvPr id="1183" name="Google Shape;1183;p82"/>
            <p:cNvSpPr/>
            <p:nvPr/>
          </p:nvSpPr>
          <p:spPr>
            <a:xfrm>
              <a:off x="3485912" y="2970044"/>
              <a:ext cx="2410864" cy="864363"/>
            </a:xfrm>
            <a:custGeom>
              <a:rect b="b" l="l" r="r" t="t"/>
              <a:pathLst>
                <a:path extrusionOk="0" h="1266466" w="3532401">
                  <a:moveTo>
                    <a:pt x="0" y="0"/>
                  </a:moveTo>
                  <a:lnTo>
                    <a:pt x="3532402" y="0"/>
                  </a:lnTo>
                  <a:lnTo>
                    <a:pt x="3532402" y="1266467"/>
                  </a:lnTo>
                  <a:lnTo>
                    <a:pt x="0" y="126646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4" name="Google Shape;1184;p82"/>
            <p:cNvSpPr/>
            <p:nvPr/>
          </p:nvSpPr>
          <p:spPr>
            <a:xfrm>
              <a:off x="3489159" y="2973293"/>
              <a:ext cx="2404372" cy="857867"/>
            </a:xfrm>
            <a:custGeom>
              <a:rect b="b" l="l" r="r" t="t"/>
              <a:pathLst>
                <a:path extrusionOk="0" h="1256948" w="3522889">
                  <a:moveTo>
                    <a:pt x="0" y="0"/>
                  </a:moveTo>
                  <a:lnTo>
                    <a:pt x="3522890" y="0"/>
                  </a:lnTo>
                  <a:lnTo>
                    <a:pt x="3522890" y="1256948"/>
                  </a:lnTo>
                  <a:lnTo>
                    <a:pt x="0" y="1256948"/>
                  </a:lnTo>
                  <a:close/>
                </a:path>
              </a:pathLst>
            </a:custGeom>
            <a:noFill/>
            <a:ln cap="flat" cmpd="sng" w="9525">
              <a:solidFill>
                <a:srgbClr val="000000">
                  <a:alpha val="20000"/>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5" name="Google Shape;1185;p82"/>
            <p:cNvSpPr/>
            <p:nvPr/>
          </p:nvSpPr>
          <p:spPr>
            <a:xfrm>
              <a:off x="5892027" y="2970044"/>
              <a:ext cx="2404917" cy="864363"/>
            </a:xfrm>
            <a:custGeom>
              <a:rect b="b" l="l" r="r" t="t"/>
              <a:pathLst>
                <a:path extrusionOk="0" h="1266466" w="3523688">
                  <a:moveTo>
                    <a:pt x="0" y="0"/>
                  </a:moveTo>
                  <a:lnTo>
                    <a:pt x="3523689" y="0"/>
                  </a:lnTo>
                  <a:lnTo>
                    <a:pt x="3523689" y="1266467"/>
                  </a:lnTo>
                  <a:lnTo>
                    <a:pt x="0" y="1266467"/>
                  </a:lnTo>
                  <a:close/>
                </a:path>
              </a:pathLst>
            </a:custGeom>
            <a:solidFill>
              <a:srgbClr val="F8F3F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6" name="Google Shape;1186;p82"/>
            <p:cNvSpPr/>
            <p:nvPr/>
          </p:nvSpPr>
          <p:spPr>
            <a:xfrm>
              <a:off x="5895275" y="2973293"/>
              <a:ext cx="2398425" cy="857867"/>
            </a:xfrm>
            <a:custGeom>
              <a:rect b="b" l="l" r="r" t="t"/>
              <a:pathLst>
                <a:path extrusionOk="0" h="1256948" w="3514176">
                  <a:moveTo>
                    <a:pt x="0" y="0"/>
                  </a:moveTo>
                  <a:lnTo>
                    <a:pt x="3514177" y="0"/>
                  </a:lnTo>
                  <a:lnTo>
                    <a:pt x="3514177" y="1256948"/>
                  </a:lnTo>
                  <a:lnTo>
                    <a:pt x="0" y="1256948"/>
                  </a:lnTo>
                  <a:close/>
                </a:path>
              </a:pathLst>
            </a:custGeom>
            <a:noFill/>
            <a:ln cap="flat" cmpd="sng" w="9525">
              <a:solidFill>
                <a:srgbClr val="000000">
                  <a:alpha val="20000"/>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7" name="Google Shape;1187;p82"/>
            <p:cNvSpPr/>
            <p:nvPr/>
          </p:nvSpPr>
          <p:spPr>
            <a:xfrm>
              <a:off x="3485912" y="3828263"/>
              <a:ext cx="2405018" cy="525121"/>
            </a:xfrm>
            <a:custGeom>
              <a:rect b="b" l="l" r="r" t="t"/>
              <a:pathLst>
                <a:path extrusionOk="0" h="769408" w="3523836">
                  <a:moveTo>
                    <a:pt x="0" y="0"/>
                  </a:moveTo>
                  <a:lnTo>
                    <a:pt x="3523837" y="0"/>
                  </a:lnTo>
                  <a:lnTo>
                    <a:pt x="3523837" y="769408"/>
                  </a:lnTo>
                  <a:lnTo>
                    <a:pt x="152194" y="769408"/>
                  </a:lnTo>
                  <a:cubicBezTo>
                    <a:pt x="68140" y="769408"/>
                    <a:pt x="0" y="701219"/>
                    <a:pt x="0" y="617114"/>
                  </a:cubicBezTo>
                  <a:lnTo>
                    <a:pt x="0" y="0"/>
                  </a:lnTo>
                  <a:close/>
                </a:path>
              </a:pathLst>
            </a:custGeom>
            <a:solidFill>
              <a:srgbClr val="F8F3F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8" name="Google Shape;1188;p82"/>
            <p:cNvSpPr/>
            <p:nvPr/>
          </p:nvSpPr>
          <p:spPr>
            <a:xfrm>
              <a:off x="3489159" y="3831512"/>
              <a:ext cx="2398526" cy="518624"/>
            </a:xfrm>
            <a:custGeom>
              <a:rect b="b" l="l" r="r" t="t"/>
              <a:pathLst>
                <a:path extrusionOk="0" h="759889" w="3514324">
                  <a:moveTo>
                    <a:pt x="0" y="0"/>
                  </a:moveTo>
                  <a:lnTo>
                    <a:pt x="3514325" y="0"/>
                  </a:lnTo>
                  <a:lnTo>
                    <a:pt x="3514325" y="759890"/>
                  </a:lnTo>
                  <a:lnTo>
                    <a:pt x="147438" y="759890"/>
                  </a:lnTo>
                  <a:cubicBezTo>
                    <a:pt x="66010" y="759890"/>
                    <a:pt x="0" y="693832"/>
                    <a:pt x="0" y="612355"/>
                  </a:cubicBezTo>
                  <a:lnTo>
                    <a:pt x="0" y="0"/>
                  </a:lnTo>
                  <a:close/>
                </a:path>
              </a:pathLst>
            </a:custGeom>
            <a:noFill/>
            <a:ln cap="flat" cmpd="sng" w="9525">
              <a:solidFill>
                <a:srgbClr val="000000">
                  <a:alpha val="20000"/>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9" name="Google Shape;1189;p82"/>
            <p:cNvSpPr/>
            <p:nvPr/>
          </p:nvSpPr>
          <p:spPr>
            <a:xfrm>
              <a:off x="5891924" y="3834769"/>
              <a:ext cx="2405021" cy="518618"/>
            </a:xfrm>
            <a:custGeom>
              <a:rect b="b" l="l" r="r" t="t"/>
              <a:pathLst>
                <a:path extrusionOk="0" h="759880" w="3523840">
                  <a:moveTo>
                    <a:pt x="0" y="0"/>
                  </a:moveTo>
                  <a:lnTo>
                    <a:pt x="3523841" y="0"/>
                  </a:lnTo>
                  <a:lnTo>
                    <a:pt x="3523841" y="607586"/>
                  </a:lnTo>
                  <a:cubicBezTo>
                    <a:pt x="3523841" y="691700"/>
                    <a:pt x="3455696" y="759880"/>
                    <a:pt x="3371647" y="759880"/>
                  </a:cubicBezTo>
                  <a:lnTo>
                    <a:pt x="0" y="759880"/>
                  </a:lnTo>
                  <a:lnTo>
                    <a:pt x="0" y="0"/>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0" name="Google Shape;1190;p82"/>
            <p:cNvSpPr/>
            <p:nvPr/>
          </p:nvSpPr>
          <p:spPr>
            <a:xfrm>
              <a:off x="3485912" y="1240600"/>
              <a:ext cx="1803764" cy="1728734"/>
            </a:xfrm>
            <a:custGeom>
              <a:rect b="b" l="l" r="r" t="t"/>
              <a:pathLst>
                <a:path extrusionOk="0" h="2532943" w="2642878">
                  <a:moveTo>
                    <a:pt x="0" y="152294"/>
                  </a:moveTo>
                  <a:cubicBezTo>
                    <a:pt x="0" y="68184"/>
                    <a:pt x="68140" y="0"/>
                    <a:pt x="152194" y="0"/>
                  </a:cubicBezTo>
                  <a:lnTo>
                    <a:pt x="2642879" y="0"/>
                  </a:lnTo>
                  <a:lnTo>
                    <a:pt x="2642879" y="2532943"/>
                  </a:lnTo>
                  <a:lnTo>
                    <a:pt x="0" y="2532943"/>
                  </a:lnTo>
                  <a:lnTo>
                    <a:pt x="0" y="152294"/>
                  </a:lnTo>
                  <a:close/>
                </a:path>
              </a:pathLst>
            </a:custGeom>
            <a:solidFill>
              <a:srgbClr val="4C00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1" name="Google Shape;1191;p82"/>
            <p:cNvSpPr/>
            <p:nvPr/>
          </p:nvSpPr>
          <p:spPr>
            <a:xfrm>
              <a:off x="5290422" y="1240600"/>
              <a:ext cx="1803768" cy="864363"/>
            </a:xfrm>
            <a:custGeom>
              <a:rect b="b" l="l" r="r" t="t"/>
              <a:pathLst>
                <a:path extrusionOk="0" h="1266466" w="2642883">
                  <a:moveTo>
                    <a:pt x="0" y="0"/>
                  </a:moveTo>
                  <a:lnTo>
                    <a:pt x="2642883" y="0"/>
                  </a:lnTo>
                  <a:lnTo>
                    <a:pt x="2642883" y="1266467"/>
                  </a:lnTo>
                  <a:lnTo>
                    <a:pt x="0" y="1266467"/>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2" name="Google Shape;1192;p82"/>
            <p:cNvSpPr/>
            <p:nvPr/>
          </p:nvSpPr>
          <p:spPr>
            <a:xfrm>
              <a:off x="5290422" y="2105325"/>
              <a:ext cx="1803768" cy="864363"/>
            </a:xfrm>
            <a:custGeom>
              <a:rect b="b" l="l" r="r" t="t"/>
              <a:pathLst>
                <a:path extrusionOk="0" h="1266466" w="2642883">
                  <a:moveTo>
                    <a:pt x="0" y="0"/>
                  </a:moveTo>
                  <a:lnTo>
                    <a:pt x="2642883" y="0"/>
                  </a:lnTo>
                  <a:lnTo>
                    <a:pt x="2642883" y="1266467"/>
                  </a:lnTo>
                  <a:lnTo>
                    <a:pt x="0" y="1266467"/>
                  </a:lnTo>
                  <a:close/>
                </a:path>
              </a:pathLst>
            </a:custGeom>
            <a:solidFill>
              <a:srgbClr val="26065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3" name="Google Shape;1193;p82"/>
            <p:cNvSpPr/>
            <p:nvPr/>
          </p:nvSpPr>
          <p:spPr>
            <a:xfrm>
              <a:off x="7094927" y="2105325"/>
              <a:ext cx="1202507" cy="864363"/>
            </a:xfrm>
            <a:custGeom>
              <a:rect b="b" l="l" r="r" t="t"/>
              <a:pathLst>
                <a:path extrusionOk="0" h="1266466" w="1761915">
                  <a:moveTo>
                    <a:pt x="0" y="0"/>
                  </a:moveTo>
                  <a:lnTo>
                    <a:pt x="1761916" y="0"/>
                  </a:lnTo>
                  <a:lnTo>
                    <a:pt x="1761916" y="1266467"/>
                  </a:lnTo>
                  <a:lnTo>
                    <a:pt x="0" y="1266467"/>
                  </a:lnTo>
                  <a:close/>
                </a:path>
              </a:pathLst>
            </a:custGeom>
            <a:solidFill>
              <a:srgbClr val="FF525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4" name="Google Shape;1194;p82"/>
            <p:cNvSpPr/>
            <p:nvPr/>
          </p:nvSpPr>
          <p:spPr>
            <a:xfrm>
              <a:off x="7094927" y="1240600"/>
              <a:ext cx="1202514" cy="864363"/>
            </a:xfrm>
            <a:custGeom>
              <a:rect b="b" l="l" r="r" t="t"/>
              <a:pathLst>
                <a:path extrusionOk="0" h="1266466" w="1761925">
                  <a:moveTo>
                    <a:pt x="0" y="0"/>
                  </a:moveTo>
                  <a:lnTo>
                    <a:pt x="1609731" y="0"/>
                  </a:lnTo>
                  <a:cubicBezTo>
                    <a:pt x="1693780" y="0"/>
                    <a:pt x="1761925" y="68184"/>
                    <a:pt x="1761925" y="152294"/>
                  </a:cubicBezTo>
                  <a:lnTo>
                    <a:pt x="1761925" y="1266467"/>
                  </a:lnTo>
                  <a:lnTo>
                    <a:pt x="0" y="1266467"/>
                  </a:lnTo>
                  <a:lnTo>
                    <a:pt x="0" y="0"/>
                  </a:lnTo>
                  <a:close/>
                </a:path>
              </a:pathLst>
            </a:custGeom>
            <a:solidFill>
              <a:srgbClr val="CBC2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5" name="Google Shape;1195;p82"/>
            <p:cNvSpPr/>
            <p:nvPr/>
          </p:nvSpPr>
          <p:spPr>
            <a:xfrm>
              <a:off x="3541799" y="3877077"/>
              <a:ext cx="420172" cy="420428"/>
            </a:xfrm>
            <a:custGeom>
              <a:rect b="b" l="l" r="r" t="t"/>
              <a:pathLst>
                <a:path extrusionOk="0" h="616012" w="615637">
                  <a:moveTo>
                    <a:pt x="506248" y="0"/>
                  </a:moveTo>
                  <a:cubicBezTo>
                    <a:pt x="566662" y="0"/>
                    <a:pt x="615638" y="0"/>
                    <a:pt x="615638" y="0"/>
                  </a:cubicBezTo>
                  <a:lnTo>
                    <a:pt x="615638" y="616013"/>
                  </a:lnTo>
                  <a:cubicBezTo>
                    <a:pt x="615638" y="616013"/>
                    <a:pt x="566662" y="616013"/>
                    <a:pt x="506248" y="616013"/>
                  </a:cubicBezTo>
                  <a:lnTo>
                    <a:pt x="109390" y="616013"/>
                  </a:lnTo>
                  <a:cubicBezTo>
                    <a:pt x="48975" y="616013"/>
                    <a:pt x="0" y="616013"/>
                    <a:pt x="0" y="616013"/>
                  </a:cubicBezTo>
                  <a:lnTo>
                    <a:pt x="0" y="0"/>
                  </a:lnTo>
                  <a:cubicBezTo>
                    <a:pt x="0" y="0"/>
                    <a:pt x="48975" y="0"/>
                    <a:pt x="109390" y="0"/>
                  </a:cubicBezTo>
                  <a:close/>
                </a:path>
              </a:pathLst>
            </a:custGeom>
            <a:noFill/>
            <a:ln cap="flat" cmpd="sng" w="9525">
              <a:solidFill>
                <a:srgbClr val="130032">
                  <a:alpha val="74900"/>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6" name="Google Shape;1196;p82"/>
            <p:cNvSpPr/>
            <p:nvPr/>
          </p:nvSpPr>
          <p:spPr>
            <a:xfrm>
              <a:off x="5947129" y="3890685"/>
              <a:ext cx="398594" cy="406818"/>
            </a:xfrm>
            <a:custGeom>
              <a:rect b="b" l="l" r="r" t="t"/>
              <a:pathLst>
                <a:path extrusionOk="0" h="596071" w="584021">
                  <a:moveTo>
                    <a:pt x="474632" y="0"/>
                  </a:moveTo>
                  <a:cubicBezTo>
                    <a:pt x="535047" y="0"/>
                    <a:pt x="584022" y="0"/>
                    <a:pt x="584022" y="0"/>
                  </a:cubicBezTo>
                  <a:lnTo>
                    <a:pt x="584022" y="596072"/>
                  </a:lnTo>
                  <a:cubicBezTo>
                    <a:pt x="584022" y="596072"/>
                    <a:pt x="535047" y="596072"/>
                    <a:pt x="474632" y="596072"/>
                  </a:cubicBezTo>
                  <a:lnTo>
                    <a:pt x="109390" y="596072"/>
                  </a:lnTo>
                  <a:cubicBezTo>
                    <a:pt x="48975" y="596072"/>
                    <a:pt x="0" y="596072"/>
                    <a:pt x="0" y="596072"/>
                  </a:cubicBezTo>
                  <a:lnTo>
                    <a:pt x="0" y="0"/>
                  </a:lnTo>
                  <a:cubicBezTo>
                    <a:pt x="0" y="0"/>
                    <a:pt x="48975" y="0"/>
                    <a:pt x="109390" y="0"/>
                  </a:cubicBezTo>
                  <a:close/>
                </a:path>
              </a:pathLst>
            </a:custGeom>
            <a:noFill/>
            <a:ln cap="flat" cmpd="sng" w="9525">
              <a:solidFill>
                <a:srgbClr val="FFFFFF">
                  <a:alpha val="80000"/>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7" name="Google Shape;1197;p82"/>
            <p:cNvSpPr/>
            <p:nvPr/>
          </p:nvSpPr>
          <p:spPr>
            <a:xfrm>
              <a:off x="4018195" y="4009818"/>
              <a:ext cx="600937" cy="139826"/>
            </a:xfrm>
            <a:custGeom>
              <a:rect b="b" l="l" r="r" t="t"/>
              <a:pathLst>
                <a:path extrusionOk="0" h="204873" w="880494">
                  <a:moveTo>
                    <a:pt x="18064" y="70760"/>
                  </a:moveTo>
                  <a:lnTo>
                    <a:pt x="18064" y="20560"/>
                  </a:lnTo>
                  <a:lnTo>
                    <a:pt x="0" y="20560"/>
                  </a:lnTo>
                  <a:lnTo>
                    <a:pt x="0" y="9509"/>
                  </a:lnTo>
                  <a:lnTo>
                    <a:pt x="48112" y="9509"/>
                  </a:lnTo>
                  <a:lnTo>
                    <a:pt x="48112" y="20560"/>
                  </a:lnTo>
                  <a:lnTo>
                    <a:pt x="30049" y="20560"/>
                  </a:lnTo>
                  <a:lnTo>
                    <a:pt x="30049" y="70760"/>
                  </a:lnTo>
                  <a:lnTo>
                    <a:pt x="18064" y="70760"/>
                  </a:lnTo>
                  <a:close/>
                  <a:moveTo>
                    <a:pt x="62050" y="71616"/>
                  </a:moveTo>
                  <a:cubicBezTo>
                    <a:pt x="49807" y="71616"/>
                    <a:pt x="40819" y="62193"/>
                    <a:pt x="40819" y="49001"/>
                  </a:cubicBezTo>
                  <a:cubicBezTo>
                    <a:pt x="40819" y="35808"/>
                    <a:pt x="49465" y="26471"/>
                    <a:pt x="61707" y="26471"/>
                  </a:cubicBezTo>
                  <a:cubicBezTo>
                    <a:pt x="73692" y="26471"/>
                    <a:pt x="82510" y="35551"/>
                    <a:pt x="82510" y="48058"/>
                  </a:cubicBezTo>
                  <a:cubicBezTo>
                    <a:pt x="82510" y="49429"/>
                    <a:pt x="82339" y="51057"/>
                    <a:pt x="82168" y="52513"/>
                  </a:cubicBezTo>
                  <a:lnTo>
                    <a:pt x="52547" y="52513"/>
                  </a:lnTo>
                  <a:cubicBezTo>
                    <a:pt x="53489" y="58338"/>
                    <a:pt x="56999" y="61851"/>
                    <a:pt x="62050" y="61851"/>
                  </a:cubicBezTo>
                  <a:cubicBezTo>
                    <a:pt x="66330" y="61851"/>
                    <a:pt x="69498" y="60052"/>
                    <a:pt x="72152" y="56111"/>
                  </a:cubicBezTo>
                  <a:lnTo>
                    <a:pt x="81140" y="60823"/>
                  </a:lnTo>
                  <a:cubicBezTo>
                    <a:pt x="77288" y="67761"/>
                    <a:pt x="70525" y="71616"/>
                    <a:pt x="62050" y="71616"/>
                  </a:cubicBezTo>
                  <a:close/>
                  <a:moveTo>
                    <a:pt x="70354" y="44974"/>
                  </a:moveTo>
                  <a:cubicBezTo>
                    <a:pt x="69669" y="39492"/>
                    <a:pt x="66416" y="36237"/>
                    <a:pt x="61707" y="36237"/>
                  </a:cubicBezTo>
                  <a:cubicBezTo>
                    <a:pt x="56742" y="36237"/>
                    <a:pt x="53489" y="39406"/>
                    <a:pt x="52547" y="44974"/>
                  </a:cubicBezTo>
                  <a:lnTo>
                    <a:pt x="70354" y="44974"/>
                  </a:lnTo>
                  <a:close/>
                  <a:moveTo>
                    <a:pt x="114962" y="70760"/>
                  </a:moveTo>
                  <a:lnTo>
                    <a:pt x="105973" y="55683"/>
                  </a:lnTo>
                  <a:lnTo>
                    <a:pt x="96984" y="70760"/>
                  </a:lnTo>
                  <a:lnTo>
                    <a:pt x="84057" y="70760"/>
                  </a:lnTo>
                  <a:lnTo>
                    <a:pt x="98439" y="49258"/>
                  </a:lnTo>
                  <a:lnTo>
                    <a:pt x="84314" y="27327"/>
                  </a:lnTo>
                  <a:lnTo>
                    <a:pt x="97326" y="27327"/>
                  </a:lnTo>
                  <a:lnTo>
                    <a:pt x="106058" y="42918"/>
                  </a:lnTo>
                  <a:lnTo>
                    <a:pt x="114705" y="27327"/>
                  </a:lnTo>
                  <a:lnTo>
                    <a:pt x="127718" y="27327"/>
                  </a:lnTo>
                  <a:lnTo>
                    <a:pt x="113678" y="49172"/>
                  </a:lnTo>
                  <a:lnTo>
                    <a:pt x="127974" y="70760"/>
                  </a:lnTo>
                  <a:lnTo>
                    <a:pt x="114962" y="70760"/>
                  </a:lnTo>
                  <a:close/>
                  <a:moveTo>
                    <a:pt x="153181" y="71702"/>
                  </a:moveTo>
                  <a:cubicBezTo>
                    <a:pt x="142736" y="71702"/>
                    <a:pt x="137343" y="65705"/>
                    <a:pt x="137343" y="54055"/>
                  </a:cubicBezTo>
                  <a:lnTo>
                    <a:pt x="137343" y="37607"/>
                  </a:lnTo>
                  <a:lnTo>
                    <a:pt x="130666" y="37607"/>
                  </a:lnTo>
                  <a:lnTo>
                    <a:pt x="130666" y="27327"/>
                  </a:lnTo>
                  <a:lnTo>
                    <a:pt x="137343" y="27327"/>
                  </a:lnTo>
                  <a:lnTo>
                    <a:pt x="137343" y="14477"/>
                  </a:lnTo>
                  <a:lnTo>
                    <a:pt x="148815" y="14477"/>
                  </a:lnTo>
                  <a:lnTo>
                    <a:pt x="148815" y="27327"/>
                  </a:lnTo>
                  <a:lnTo>
                    <a:pt x="160372" y="27327"/>
                  </a:lnTo>
                  <a:lnTo>
                    <a:pt x="160372" y="37607"/>
                  </a:lnTo>
                  <a:lnTo>
                    <a:pt x="148815" y="37607"/>
                  </a:lnTo>
                  <a:lnTo>
                    <a:pt x="148815" y="54226"/>
                  </a:lnTo>
                  <a:cubicBezTo>
                    <a:pt x="148815" y="58852"/>
                    <a:pt x="150869" y="61336"/>
                    <a:pt x="154722" y="61336"/>
                  </a:cubicBezTo>
                  <a:cubicBezTo>
                    <a:pt x="156434" y="61336"/>
                    <a:pt x="158317" y="60994"/>
                    <a:pt x="160458" y="60137"/>
                  </a:cubicBezTo>
                  <a:lnTo>
                    <a:pt x="161913" y="70246"/>
                  </a:lnTo>
                  <a:cubicBezTo>
                    <a:pt x="159259" y="71188"/>
                    <a:pt x="156348" y="71702"/>
                    <a:pt x="153181" y="71702"/>
                  </a:cubicBezTo>
                  <a:close/>
                  <a:moveTo>
                    <a:pt x="211696" y="71616"/>
                  </a:moveTo>
                  <a:cubicBezTo>
                    <a:pt x="201594" y="71616"/>
                    <a:pt x="192519" y="67504"/>
                    <a:pt x="186698" y="62193"/>
                  </a:cubicBezTo>
                  <a:lnTo>
                    <a:pt x="193461" y="53455"/>
                  </a:lnTo>
                  <a:cubicBezTo>
                    <a:pt x="197998" y="57396"/>
                    <a:pt x="204248" y="60565"/>
                    <a:pt x="211867" y="60565"/>
                  </a:cubicBezTo>
                  <a:cubicBezTo>
                    <a:pt x="218630" y="60565"/>
                    <a:pt x="222825" y="57824"/>
                    <a:pt x="222825" y="53284"/>
                  </a:cubicBezTo>
                  <a:cubicBezTo>
                    <a:pt x="222825" y="48144"/>
                    <a:pt x="217003" y="46517"/>
                    <a:pt x="210412" y="45146"/>
                  </a:cubicBezTo>
                  <a:cubicBezTo>
                    <a:pt x="203392" y="43604"/>
                    <a:pt x="189095" y="40434"/>
                    <a:pt x="189095" y="26556"/>
                  </a:cubicBezTo>
                  <a:cubicBezTo>
                    <a:pt x="189095" y="15677"/>
                    <a:pt x="197913" y="8652"/>
                    <a:pt x="210497" y="8652"/>
                  </a:cubicBezTo>
                  <a:cubicBezTo>
                    <a:pt x="219914" y="8652"/>
                    <a:pt x="228133" y="12507"/>
                    <a:pt x="233612" y="17904"/>
                  </a:cubicBezTo>
                  <a:lnTo>
                    <a:pt x="226934" y="26385"/>
                  </a:lnTo>
                  <a:cubicBezTo>
                    <a:pt x="222226" y="22616"/>
                    <a:pt x="216147" y="19703"/>
                    <a:pt x="209898" y="19703"/>
                  </a:cubicBezTo>
                  <a:cubicBezTo>
                    <a:pt x="204504" y="19703"/>
                    <a:pt x="200823" y="22016"/>
                    <a:pt x="200823" y="26214"/>
                  </a:cubicBezTo>
                  <a:cubicBezTo>
                    <a:pt x="200823" y="30411"/>
                    <a:pt x="203820" y="32382"/>
                    <a:pt x="212209" y="34009"/>
                  </a:cubicBezTo>
                  <a:cubicBezTo>
                    <a:pt x="219058" y="35294"/>
                    <a:pt x="234553" y="38207"/>
                    <a:pt x="234553" y="52684"/>
                  </a:cubicBezTo>
                  <a:cubicBezTo>
                    <a:pt x="234553" y="63907"/>
                    <a:pt x="225307" y="71616"/>
                    <a:pt x="211696" y="71616"/>
                  </a:cubicBezTo>
                  <a:close/>
                  <a:moveTo>
                    <a:pt x="262614" y="71616"/>
                  </a:moveTo>
                  <a:cubicBezTo>
                    <a:pt x="250372" y="71616"/>
                    <a:pt x="241383" y="62193"/>
                    <a:pt x="241383" y="49001"/>
                  </a:cubicBezTo>
                  <a:cubicBezTo>
                    <a:pt x="241383" y="35808"/>
                    <a:pt x="250030" y="26471"/>
                    <a:pt x="262272" y="26471"/>
                  </a:cubicBezTo>
                  <a:cubicBezTo>
                    <a:pt x="274257" y="26471"/>
                    <a:pt x="283075" y="35551"/>
                    <a:pt x="283075" y="48058"/>
                  </a:cubicBezTo>
                  <a:cubicBezTo>
                    <a:pt x="283075" y="49429"/>
                    <a:pt x="282904" y="51057"/>
                    <a:pt x="282732" y="52513"/>
                  </a:cubicBezTo>
                  <a:lnTo>
                    <a:pt x="253112" y="52513"/>
                  </a:lnTo>
                  <a:cubicBezTo>
                    <a:pt x="254053" y="58338"/>
                    <a:pt x="257563" y="61851"/>
                    <a:pt x="262614" y="61851"/>
                  </a:cubicBezTo>
                  <a:cubicBezTo>
                    <a:pt x="266895" y="61851"/>
                    <a:pt x="270062" y="60052"/>
                    <a:pt x="272716" y="56111"/>
                  </a:cubicBezTo>
                  <a:lnTo>
                    <a:pt x="281705" y="60823"/>
                  </a:lnTo>
                  <a:cubicBezTo>
                    <a:pt x="277853" y="67761"/>
                    <a:pt x="271089" y="71616"/>
                    <a:pt x="262614" y="71616"/>
                  </a:cubicBezTo>
                  <a:close/>
                  <a:moveTo>
                    <a:pt x="270918" y="44974"/>
                  </a:moveTo>
                  <a:cubicBezTo>
                    <a:pt x="270233" y="39492"/>
                    <a:pt x="266980" y="36237"/>
                    <a:pt x="262272" y="36237"/>
                  </a:cubicBezTo>
                  <a:cubicBezTo>
                    <a:pt x="257306" y="36237"/>
                    <a:pt x="254053" y="39406"/>
                    <a:pt x="253112" y="44974"/>
                  </a:cubicBezTo>
                  <a:lnTo>
                    <a:pt x="270918" y="44974"/>
                  </a:lnTo>
                  <a:close/>
                  <a:moveTo>
                    <a:pt x="310593" y="71616"/>
                  </a:moveTo>
                  <a:cubicBezTo>
                    <a:pt x="298779" y="71616"/>
                    <a:pt x="289876" y="61936"/>
                    <a:pt x="289876" y="49001"/>
                  </a:cubicBezTo>
                  <a:cubicBezTo>
                    <a:pt x="289876" y="36151"/>
                    <a:pt x="298779" y="26471"/>
                    <a:pt x="310593" y="26471"/>
                  </a:cubicBezTo>
                  <a:cubicBezTo>
                    <a:pt x="320182" y="26471"/>
                    <a:pt x="327287" y="31354"/>
                    <a:pt x="330369" y="40349"/>
                  </a:cubicBezTo>
                  <a:lnTo>
                    <a:pt x="320182" y="44032"/>
                  </a:lnTo>
                  <a:cubicBezTo>
                    <a:pt x="317870" y="38892"/>
                    <a:pt x="315045" y="36751"/>
                    <a:pt x="310593" y="36751"/>
                  </a:cubicBezTo>
                  <a:cubicBezTo>
                    <a:pt x="305286" y="36751"/>
                    <a:pt x="301348" y="41890"/>
                    <a:pt x="301348" y="49001"/>
                  </a:cubicBezTo>
                  <a:cubicBezTo>
                    <a:pt x="301348" y="56111"/>
                    <a:pt x="305286" y="61336"/>
                    <a:pt x="310593" y="61336"/>
                  </a:cubicBezTo>
                  <a:cubicBezTo>
                    <a:pt x="315045" y="61336"/>
                    <a:pt x="317870" y="59195"/>
                    <a:pt x="320182" y="53969"/>
                  </a:cubicBezTo>
                  <a:lnTo>
                    <a:pt x="330369" y="57653"/>
                  </a:lnTo>
                  <a:cubicBezTo>
                    <a:pt x="327287" y="66733"/>
                    <a:pt x="320182" y="71616"/>
                    <a:pt x="310593" y="71616"/>
                  </a:cubicBezTo>
                  <a:close/>
                  <a:moveTo>
                    <a:pt x="356832" y="71616"/>
                  </a:moveTo>
                  <a:cubicBezTo>
                    <a:pt x="344504" y="71616"/>
                    <a:pt x="335601" y="62193"/>
                    <a:pt x="335601" y="49001"/>
                  </a:cubicBezTo>
                  <a:cubicBezTo>
                    <a:pt x="335601" y="35979"/>
                    <a:pt x="344504" y="26471"/>
                    <a:pt x="356832" y="26471"/>
                  </a:cubicBezTo>
                  <a:cubicBezTo>
                    <a:pt x="369160" y="26471"/>
                    <a:pt x="378063" y="35979"/>
                    <a:pt x="378063" y="49001"/>
                  </a:cubicBezTo>
                  <a:cubicBezTo>
                    <a:pt x="378063" y="62193"/>
                    <a:pt x="369160" y="71616"/>
                    <a:pt x="356832" y="71616"/>
                  </a:cubicBezTo>
                  <a:close/>
                  <a:moveTo>
                    <a:pt x="356832" y="61336"/>
                  </a:moveTo>
                  <a:cubicBezTo>
                    <a:pt x="362568" y="61336"/>
                    <a:pt x="366591" y="56282"/>
                    <a:pt x="366591" y="49001"/>
                  </a:cubicBezTo>
                  <a:cubicBezTo>
                    <a:pt x="366591" y="41719"/>
                    <a:pt x="362653" y="36751"/>
                    <a:pt x="356832" y="36751"/>
                  </a:cubicBezTo>
                  <a:cubicBezTo>
                    <a:pt x="351011" y="36751"/>
                    <a:pt x="347073" y="41719"/>
                    <a:pt x="347073" y="49001"/>
                  </a:cubicBezTo>
                  <a:cubicBezTo>
                    <a:pt x="347073" y="56282"/>
                    <a:pt x="351096" y="61336"/>
                    <a:pt x="356832" y="61336"/>
                  </a:cubicBezTo>
                  <a:close/>
                  <a:moveTo>
                    <a:pt x="385796" y="70760"/>
                  </a:moveTo>
                  <a:lnTo>
                    <a:pt x="385796" y="27327"/>
                  </a:lnTo>
                  <a:lnTo>
                    <a:pt x="395984" y="27327"/>
                  </a:lnTo>
                  <a:lnTo>
                    <a:pt x="396241" y="33752"/>
                  </a:lnTo>
                  <a:cubicBezTo>
                    <a:pt x="398809" y="29383"/>
                    <a:pt x="404117" y="26471"/>
                    <a:pt x="409681" y="26471"/>
                  </a:cubicBezTo>
                  <a:cubicBezTo>
                    <a:pt x="418927" y="26471"/>
                    <a:pt x="424149" y="32639"/>
                    <a:pt x="424149" y="43433"/>
                  </a:cubicBezTo>
                  <a:lnTo>
                    <a:pt x="424149" y="70760"/>
                  </a:lnTo>
                  <a:lnTo>
                    <a:pt x="412678" y="70760"/>
                  </a:lnTo>
                  <a:lnTo>
                    <a:pt x="412678" y="45831"/>
                  </a:lnTo>
                  <a:cubicBezTo>
                    <a:pt x="412678" y="40006"/>
                    <a:pt x="410281" y="36751"/>
                    <a:pt x="405658" y="36751"/>
                  </a:cubicBezTo>
                  <a:cubicBezTo>
                    <a:pt x="401206" y="36751"/>
                    <a:pt x="398295" y="40091"/>
                    <a:pt x="397611" y="45489"/>
                  </a:cubicBezTo>
                  <a:cubicBezTo>
                    <a:pt x="397354" y="46945"/>
                    <a:pt x="397268" y="49343"/>
                    <a:pt x="397268" y="54055"/>
                  </a:cubicBezTo>
                  <a:lnTo>
                    <a:pt x="397268" y="70760"/>
                  </a:lnTo>
                  <a:lnTo>
                    <a:pt x="385796" y="70760"/>
                  </a:lnTo>
                  <a:close/>
                  <a:moveTo>
                    <a:pt x="450660" y="71616"/>
                  </a:moveTo>
                  <a:cubicBezTo>
                    <a:pt x="439873" y="71616"/>
                    <a:pt x="431997" y="62108"/>
                    <a:pt x="431997" y="49001"/>
                  </a:cubicBezTo>
                  <a:cubicBezTo>
                    <a:pt x="431997" y="35979"/>
                    <a:pt x="439873" y="26471"/>
                    <a:pt x="450660" y="26471"/>
                  </a:cubicBezTo>
                  <a:cubicBezTo>
                    <a:pt x="455625" y="26471"/>
                    <a:pt x="459820" y="28612"/>
                    <a:pt x="462988" y="32210"/>
                  </a:cubicBezTo>
                  <a:lnTo>
                    <a:pt x="462988" y="7796"/>
                  </a:lnTo>
                  <a:lnTo>
                    <a:pt x="474459" y="7796"/>
                  </a:lnTo>
                  <a:lnTo>
                    <a:pt x="474459" y="70760"/>
                  </a:lnTo>
                  <a:lnTo>
                    <a:pt x="464100" y="70760"/>
                  </a:lnTo>
                  <a:lnTo>
                    <a:pt x="463672" y="65106"/>
                  </a:lnTo>
                  <a:cubicBezTo>
                    <a:pt x="460419" y="69218"/>
                    <a:pt x="455882" y="71616"/>
                    <a:pt x="450660" y="71616"/>
                  </a:cubicBezTo>
                  <a:close/>
                  <a:moveTo>
                    <a:pt x="453228" y="61336"/>
                  </a:moveTo>
                  <a:cubicBezTo>
                    <a:pt x="459050" y="61336"/>
                    <a:pt x="462988" y="56368"/>
                    <a:pt x="462988" y="49001"/>
                  </a:cubicBezTo>
                  <a:cubicBezTo>
                    <a:pt x="462988" y="41805"/>
                    <a:pt x="458964" y="36751"/>
                    <a:pt x="453228" y="36751"/>
                  </a:cubicBezTo>
                  <a:cubicBezTo>
                    <a:pt x="447407" y="36751"/>
                    <a:pt x="443469" y="41719"/>
                    <a:pt x="443469" y="49001"/>
                  </a:cubicBezTo>
                  <a:cubicBezTo>
                    <a:pt x="443469" y="56368"/>
                    <a:pt x="447407" y="61336"/>
                    <a:pt x="453228" y="61336"/>
                  </a:cubicBezTo>
                  <a:close/>
                  <a:moveTo>
                    <a:pt x="500827" y="71616"/>
                  </a:moveTo>
                  <a:cubicBezTo>
                    <a:pt x="489954" y="71616"/>
                    <a:pt x="482078" y="62108"/>
                    <a:pt x="482078" y="48915"/>
                  </a:cubicBezTo>
                  <a:cubicBezTo>
                    <a:pt x="482078" y="35894"/>
                    <a:pt x="489954" y="26471"/>
                    <a:pt x="500827" y="26471"/>
                  </a:cubicBezTo>
                  <a:cubicBezTo>
                    <a:pt x="505707" y="26471"/>
                    <a:pt x="509901" y="28612"/>
                    <a:pt x="513069" y="32210"/>
                  </a:cubicBezTo>
                  <a:lnTo>
                    <a:pt x="513069" y="27327"/>
                  </a:lnTo>
                  <a:lnTo>
                    <a:pt x="524541" y="27327"/>
                  </a:lnTo>
                  <a:lnTo>
                    <a:pt x="524541" y="70760"/>
                  </a:lnTo>
                  <a:lnTo>
                    <a:pt x="514182" y="70760"/>
                  </a:lnTo>
                  <a:lnTo>
                    <a:pt x="513754" y="65106"/>
                  </a:lnTo>
                  <a:cubicBezTo>
                    <a:pt x="510501" y="69218"/>
                    <a:pt x="506049" y="71616"/>
                    <a:pt x="500827" y="71616"/>
                  </a:cubicBezTo>
                  <a:close/>
                  <a:moveTo>
                    <a:pt x="503310" y="61336"/>
                  </a:moveTo>
                  <a:cubicBezTo>
                    <a:pt x="509045" y="61336"/>
                    <a:pt x="513069" y="56197"/>
                    <a:pt x="513069" y="48915"/>
                  </a:cubicBezTo>
                  <a:cubicBezTo>
                    <a:pt x="513069" y="41805"/>
                    <a:pt x="509045" y="36751"/>
                    <a:pt x="503310" y="36751"/>
                  </a:cubicBezTo>
                  <a:cubicBezTo>
                    <a:pt x="497574" y="36751"/>
                    <a:pt x="493550" y="41805"/>
                    <a:pt x="493550" y="48915"/>
                  </a:cubicBezTo>
                  <a:cubicBezTo>
                    <a:pt x="493550" y="56197"/>
                    <a:pt x="497574" y="61336"/>
                    <a:pt x="503310" y="61336"/>
                  </a:cubicBezTo>
                  <a:close/>
                  <a:moveTo>
                    <a:pt x="534357" y="70760"/>
                  </a:moveTo>
                  <a:lnTo>
                    <a:pt x="534357" y="27327"/>
                  </a:lnTo>
                  <a:lnTo>
                    <a:pt x="544630" y="27327"/>
                  </a:lnTo>
                  <a:lnTo>
                    <a:pt x="545144" y="35209"/>
                  </a:lnTo>
                  <a:lnTo>
                    <a:pt x="545230" y="35209"/>
                  </a:lnTo>
                  <a:cubicBezTo>
                    <a:pt x="546599" y="29812"/>
                    <a:pt x="551137" y="26385"/>
                    <a:pt x="556701" y="26385"/>
                  </a:cubicBezTo>
                  <a:cubicBezTo>
                    <a:pt x="558156" y="26385"/>
                    <a:pt x="559526" y="26471"/>
                    <a:pt x="560896" y="26899"/>
                  </a:cubicBezTo>
                  <a:lnTo>
                    <a:pt x="560297" y="37693"/>
                  </a:lnTo>
                  <a:cubicBezTo>
                    <a:pt x="558328" y="37093"/>
                    <a:pt x="556616" y="36836"/>
                    <a:pt x="554818" y="36836"/>
                  </a:cubicBezTo>
                  <a:cubicBezTo>
                    <a:pt x="549938" y="36836"/>
                    <a:pt x="546942" y="40006"/>
                    <a:pt x="546171" y="46174"/>
                  </a:cubicBezTo>
                  <a:cubicBezTo>
                    <a:pt x="545914" y="47716"/>
                    <a:pt x="545829" y="49857"/>
                    <a:pt x="545829" y="53113"/>
                  </a:cubicBezTo>
                  <a:lnTo>
                    <a:pt x="545829" y="70760"/>
                  </a:lnTo>
                  <a:lnTo>
                    <a:pt x="534357" y="70760"/>
                  </a:lnTo>
                  <a:close/>
                  <a:moveTo>
                    <a:pt x="575316" y="88235"/>
                  </a:moveTo>
                  <a:cubicBezTo>
                    <a:pt x="571978" y="88235"/>
                    <a:pt x="568040" y="87379"/>
                    <a:pt x="564872" y="85922"/>
                  </a:cubicBezTo>
                  <a:lnTo>
                    <a:pt x="567868" y="76328"/>
                  </a:lnTo>
                  <a:cubicBezTo>
                    <a:pt x="569752" y="77356"/>
                    <a:pt x="571892" y="78041"/>
                    <a:pt x="573776" y="78041"/>
                  </a:cubicBezTo>
                  <a:cubicBezTo>
                    <a:pt x="576857" y="78041"/>
                    <a:pt x="579169" y="75899"/>
                    <a:pt x="580881" y="71445"/>
                  </a:cubicBezTo>
                  <a:lnTo>
                    <a:pt x="582080" y="68275"/>
                  </a:lnTo>
                  <a:lnTo>
                    <a:pt x="564701" y="27327"/>
                  </a:lnTo>
                  <a:lnTo>
                    <a:pt x="576857" y="27327"/>
                  </a:lnTo>
                  <a:lnTo>
                    <a:pt x="587730" y="54997"/>
                  </a:lnTo>
                  <a:lnTo>
                    <a:pt x="597061" y="27327"/>
                  </a:lnTo>
                  <a:lnTo>
                    <a:pt x="609132" y="27327"/>
                  </a:lnTo>
                  <a:lnTo>
                    <a:pt x="590983" y="75129"/>
                  </a:lnTo>
                  <a:cubicBezTo>
                    <a:pt x="587644" y="84038"/>
                    <a:pt x="582336" y="88235"/>
                    <a:pt x="575316" y="88235"/>
                  </a:cubicBezTo>
                  <a:close/>
                  <a:moveTo>
                    <a:pt x="655989" y="89263"/>
                  </a:moveTo>
                  <a:cubicBezTo>
                    <a:pt x="640579" y="77442"/>
                    <a:pt x="632275" y="61851"/>
                    <a:pt x="632275" y="44632"/>
                  </a:cubicBezTo>
                  <a:cubicBezTo>
                    <a:pt x="632275" y="27413"/>
                    <a:pt x="640579" y="11822"/>
                    <a:pt x="655989" y="0"/>
                  </a:cubicBezTo>
                  <a:lnTo>
                    <a:pt x="661211" y="6254"/>
                  </a:lnTo>
                  <a:cubicBezTo>
                    <a:pt x="649654" y="17476"/>
                    <a:pt x="643661" y="30583"/>
                    <a:pt x="643661" y="44632"/>
                  </a:cubicBezTo>
                  <a:cubicBezTo>
                    <a:pt x="643661" y="58681"/>
                    <a:pt x="649654" y="71788"/>
                    <a:pt x="661211" y="83010"/>
                  </a:cubicBezTo>
                  <a:lnTo>
                    <a:pt x="655989" y="89263"/>
                  </a:lnTo>
                  <a:close/>
                  <a:moveTo>
                    <a:pt x="667793" y="70760"/>
                  </a:moveTo>
                  <a:lnTo>
                    <a:pt x="667793" y="9509"/>
                  </a:lnTo>
                  <a:lnTo>
                    <a:pt x="690394" y="9509"/>
                  </a:lnTo>
                  <a:cubicBezTo>
                    <a:pt x="707516" y="9509"/>
                    <a:pt x="719758" y="22273"/>
                    <a:pt x="719758" y="40177"/>
                  </a:cubicBezTo>
                  <a:cubicBezTo>
                    <a:pt x="719758" y="57996"/>
                    <a:pt x="707516" y="70760"/>
                    <a:pt x="690394" y="70760"/>
                  </a:cubicBezTo>
                  <a:lnTo>
                    <a:pt x="667793" y="70760"/>
                  </a:lnTo>
                  <a:close/>
                  <a:moveTo>
                    <a:pt x="679779" y="59709"/>
                  </a:moveTo>
                  <a:lnTo>
                    <a:pt x="690394" y="59709"/>
                  </a:lnTo>
                  <a:cubicBezTo>
                    <a:pt x="700753" y="59709"/>
                    <a:pt x="707859" y="51828"/>
                    <a:pt x="707859" y="40177"/>
                  </a:cubicBezTo>
                  <a:cubicBezTo>
                    <a:pt x="707859" y="28441"/>
                    <a:pt x="700753" y="20560"/>
                    <a:pt x="690394" y="20560"/>
                  </a:cubicBezTo>
                  <a:lnTo>
                    <a:pt x="679779" y="20560"/>
                  </a:lnTo>
                  <a:lnTo>
                    <a:pt x="679779" y="59709"/>
                  </a:lnTo>
                  <a:close/>
                  <a:moveTo>
                    <a:pt x="745527" y="71616"/>
                  </a:moveTo>
                  <a:cubicBezTo>
                    <a:pt x="734654" y="71616"/>
                    <a:pt x="726778" y="62108"/>
                    <a:pt x="726778" y="48915"/>
                  </a:cubicBezTo>
                  <a:cubicBezTo>
                    <a:pt x="726778" y="35894"/>
                    <a:pt x="734654" y="26471"/>
                    <a:pt x="745527" y="26471"/>
                  </a:cubicBezTo>
                  <a:cubicBezTo>
                    <a:pt x="750407" y="26471"/>
                    <a:pt x="754601" y="28612"/>
                    <a:pt x="757769" y="32210"/>
                  </a:cubicBezTo>
                  <a:lnTo>
                    <a:pt x="757769" y="27327"/>
                  </a:lnTo>
                  <a:lnTo>
                    <a:pt x="769241" y="27327"/>
                  </a:lnTo>
                  <a:lnTo>
                    <a:pt x="769241" y="70760"/>
                  </a:lnTo>
                  <a:lnTo>
                    <a:pt x="758882" y="70760"/>
                  </a:lnTo>
                  <a:lnTo>
                    <a:pt x="758454" y="65106"/>
                  </a:lnTo>
                  <a:cubicBezTo>
                    <a:pt x="755201" y="69218"/>
                    <a:pt x="750749" y="71616"/>
                    <a:pt x="745527" y="71616"/>
                  </a:cubicBezTo>
                  <a:close/>
                  <a:moveTo>
                    <a:pt x="748009" y="61336"/>
                  </a:moveTo>
                  <a:cubicBezTo>
                    <a:pt x="753745" y="61336"/>
                    <a:pt x="757769" y="56197"/>
                    <a:pt x="757769" y="48915"/>
                  </a:cubicBezTo>
                  <a:cubicBezTo>
                    <a:pt x="757769" y="41805"/>
                    <a:pt x="753745" y="36751"/>
                    <a:pt x="748009" y="36751"/>
                  </a:cubicBezTo>
                  <a:cubicBezTo>
                    <a:pt x="742274" y="36751"/>
                    <a:pt x="738250" y="41805"/>
                    <a:pt x="738250" y="48915"/>
                  </a:cubicBezTo>
                  <a:cubicBezTo>
                    <a:pt x="738250" y="56197"/>
                    <a:pt x="742274" y="61336"/>
                    <a:pt x="748009" y="61336"/>
                  </a:cubicBezTo>
                  <a:close/>
                  <a:moveTo>
                    <a:pt x="779057" y="70760"/>
                  </a:moveTo>
                  <a:lnTo>
                    <a:pt x="779057" y="27327"/>
                  </a:lnTo>
                  <a:lnTo>
                    <a:pt x="789330" y="27327"/>
                  </a:lnTo>
                  <a:lnTo>
                    <a:pt x="789844" y="35209"/>
                  </a:lnTo>
                  <a:lnTo>
                    <a:pt x="789930" y="35209"/>
                  </a:lnTo>
                  <a:cubicBezTo>
                    <a:pt x="791299" y="29812"/>
                    <a:pt x="795836" y="26385"/>
                    <a:pt x="801401" y="26385"/>
                  </a:cubicBezTo>
                  <a:cubicBezTo>
                    <a:pt x="802856" y="26385"/>
                    <a:pt x="804226" y="26471"/>
                    <a:pt x="805596" y="26899"/>
                  </a:cubicBezTo>
                  <a:lnTo>
                    <a:pt x="804997" y="37693"/>
                  </a:lnTo>
                  <a:cubicBezTo>
                    <a:pt x="803028" y="37093"/>
                    <a:pt x="801316" y="36836"/>
                    <a:pt x="799518" y="36836"/>
                  </a:cubicBezTo>
                  <a:cubicBezTo>
                    <a:pt x="794638" y="36836"/>
                    <a:pt x="791642" y="40006"/>
                    <a:pt x="790871" y="46174"/>
                  </a:cubicBezTo>
                  <a:cubicBezTo>
                    <a:pt x="790614" y="47716"/>
                    <a:pt x="790529" y="49857"/>
                    <a:pt x="790529" y="53113"/>
                  </a:cubicBezTo>
                  <a:lnTo>
                    <a:pt x="790529" y="70760"/>
                  </a:lnTo>
                  <a:lnTo>
                    <a:pt x="779057" y="70760"/>
                  </a:lnTo>
                  <a:close/>
                  <a:moveTo>
                    <a:pt x="812255" y="70760"/>
                  </a:moveTo>
                  <a:lnTo>
                    <a:pt x="812255" y="7796"/>
                  </a:lnTo>
                  <a:lnTo>
                    <a:pt x="823726" y="7796"/>
                  </a:lnTo>
                  <a:lnTo>
                    <a:pt x="823726" y="45060"/>
                  </a:lnTo>
                  <a:lnTo>
                    <a:pt x="839136" y="27327"/>
                  </a:lnTo>
                  <a:lnTo>
                    <a:pt x="853176" y="27327"/>
                  </a:lnTo>
                  <a:lnTo>
                    <a:pt x="836996" y="44974"/>
                  </a:lnTo>
                  <a:lnTo>
                    <a:pt x="854717" y="70760"/>
                  </a:lnTo>
                  <a:lnTo>
                    <a:pt x="841362" y="70760"/>
                  </a:lnTo>
                  <a:lnTo>
                    <a:pt x="829719" y="52856"/>
                  </a:lnTo>
                  <a:lnTo>
                    <a:pt x="823726" y="59280"/>
                  </a:lnTo>
                  <a:lnTo>
                    <a:pt x="823726" y="70760"/>
                  </a:lnTo>
                  <a:lnTo>
                    <a:pt x="812255" y="70760"/>
                  </a:lnTo>
                  <a:close/>
                  <a:moveTo>
                    <a:pt x="851559" y="83010"/>
                  </a:moveTo>
                  <a:cubicBezTo>
                    <a:pt x="863116" y="71788"/>
                    <a:pt x="869109" y="58681"/>
                    <a:pt x="869109" y="44632"/>
                  </a:cubicBezTo>
                  <a:cubicBezTo>
                    <a:pt x="869109" y="30583"/>
                    <a:pt x="863116" y="17476"/>
                    <a:pt x="851559" y="6254"/>
                  </a:cubicBezTo>
                  <a:lnTo>
                    <a:pt x="856781" y="0"/>
                  </a:lnTo>
                  <a:cubicBezTo>
                    <a:pt x="872191" y="11822"/>
                    <a:pt x="880495" y="27413"/>
                    <a:pt x="880495" y="44632"/>
                  </a:cubicBezTo>
                  <a:cubicBezTo>
                    <a:pt x="880495" y="61851"/>
                    <a:pt x="872191" y="77442"/>
                    <a:pt x="856781" y="89263"/>
                  </a:cubicBezTo>
                  <a:lnTo>
                    <a:pt x="851559" y="83010"/>
                  </a:lnTo>
                  <a:close/>
                  <a:moveTo>
                    <a:pt x="15581" y="204017"/>
                  </a:moveTo>
                  <a:lnTo>
                    <a:pt x="9417" y="204017"/>
                  </a:lnTo>
                  <a:lnTo>
                    <a:pt x="11557" y="188426"/>
                  </a:lnTo>
                  <a:lnTo>
                    <a:pt x="1199" y="188426"/>
                  </a:lnTo>
                  <a:lnTo>
                    <a:pt x="1199" y="182601"/>
                  </a:lnTo>
                  <a:lnTo>
                    <a:pt x="12413" y="182601"/>
                  </a:lnTo>
                  <a:lnTo>
                    <a:pt x="14982" y="164183"/>
                  </a:lnTo>
                  <a:lnTo>
                    <a:pt x="3852" y="164183"/>
                  </a:lnTo>
                  <a:lnTo>
                    <a:pt x="3852" y="158357"/>
                  </a:lnTo>
                  <a:lnTo>
                    <a:pt x="15838" y="158357"/>
                  </a:lnTo>
                  <a:lnTo>
                    <a:pt x="17978" y="142766"/>
                  </a:lnTo>
                  <a:lnTo>
                    <a:pt x="24142" y="142766"/>
                  </a:lnTo>
                  <a:lnTo>
                    <a:pt x="22002" y="158357"/>
                  </a:lnTo>
                  <a:lnTo>
                    <a:pt x="39123" y="158357"/>
                  </a:lnTo>
                  <a:lnTo>
                    <a:pt x="41264" y="142766"/>
                  </a:lnTo>
                  <a:lnTo>
                    <a:pt x="47428" y="142766"/>
                  </a:lnTo>
                  <a:lnTo>
                    <a:pt x="45287" y="158357"/>
                  </a:lnTo>
                  <a:lnTo>
                    <a:pt x="55646" y="158357"/>
                  </a:lnTo>
                  <a:lnTo>
                    <a:pt x="55646" y="164183"/>
                  </a:lnTo>
                  <a:lnTo>
                    <a:pt x="44431" y="164183"/>
                  </a:lnTo>
                  <a:lnTo>
                    <a:pt x="41863" y="182601"/>
                  </a:lnTo>
                  <a:lnTo>
                    <a:pt x="52992" y="182601"/>
                  </a:lnTo>
                  <a:lnTo>
                    <a:pt x="52992" y="188426"/>
                  </a:lnTo>
                  <a:lnTo>
                    <a:pt x="41007" y="188426"/>
                  </a:lnTo>
                  <a:lnTo>
                    <a:pt x="38867" y="204017"/>
                  </a:lnTo>
                  <a:lnTo>
                    <a:pt x="32703" y="204017"/>
                  </a:lnTo>
                  <a:lnTo>
                    <a:pt x="34843" y="188426"/>
                  </a:lnTo>
                  <a:lnTo>
                    <a:pt x="17721" y="188426"/>
                  </a:lnTo>
                  <a:lnTo>
                    <a:pt x="15581" y="204017"/>
                  </a:lnTo>
                  <a:close/>
                  <a:moveTo>
                    <a:pt x="18577" y="182601"/>
                  </a:moveTo>
                  <a:lnTo>
                    <a:pt x="35699" y="182601"/>
                  </a:lnTo>
                  <a:lnTo>
                    <a:pt x="38267" y="164183"/>
                  </a:lnTo>
                  <a:lnTo>
                    <a:pt x="21145" y="164183"/>
                  </a:lnTo>
                  <a:lnTo>
                    <a:pt x="18577" y="182601"/>
                  </a:lnTo>
                  <a:close/>
                  <a:moveTo>
                    <a:pt x="74368" y="204017"/>
                  </a:moveTo>
                  <a:lnTo>
                    <a:pt x="74368" y="150133"/>
                  </a:lnTo>
                  <a:lnTo>
                    <a:pt x="62297" y="157843"/>
                  </a:lnTo>
                  <a:lnTo>
                    <a:pt x="61013" y="151504"/>
                  </a:lnTo>
                  <a:lnTo>
                    <a:pt x="75053" y="142766"/>
                  </a:lnTo>
                  <a:lnTo>
                    <a:pt x="81302" y="142766"/>
                  </a:lnTo>
                  <a:lnTo>
                    <a:pt x="81302" y="204017"/>
                  </a:lnTo>
                  <a:lnTo>
                    <a:pt x="74368" y="204017"/>
                  </a:lnTo>
                  <a:close/>
                  <a:moveTo>
                    <a:pt x="112566" y="204874"/>
                  </a:moveTo>
                  <a:cubicBezTo>
                    <a:pt x="101008" y="204874"/>
                    <a:pt x="91078" y="197249"/>
                    <a:pt x="90050" y="187569"/>
                  </a:cubicBezTo>
                  <a:lnTo>
                    <a:pt x="96557" y="186284"/>
                  </a:lnTo>
                  <a:cubicBezTo>
                    <a:pt x="98183" y="193737"/>
                    <a:pt x="104090" y="198192"/>
                    <a:pt x="112480" y="198192"/>
                  </a:cubicBezTo>
                  <a:cubicBezTo>
                    <a:pt x="121298" y="198192"/>
                    <a:pt x="127291" y="193908"/>
                    <a:pt x="127291" y="187569"/>
                  </a:cubicBezTo>
                  <a:cubicBezTo>
                    <a:pt x="127291" y="180545"/>
                    <a:pt x="121897" y="176518"/>
                    <a:pt x="112309" y="176518"/>
                  </a:cubicBezTo>
                  <a:lnTo>
                    <a:pt x="106916" y="176518"/>
                  </a:lnTo>
                  <a:lnTo>
                    <a:pt x="106916" y="170436"/>
                  </a:lnTo>
                  <a:lnTo>
                    <a:pt x="111025" y="170436"/>
                  </a:lnTo>
                  <a:cubicBezTo>
                    <a:pt x="119415" y="170436"/>
                    <a:pt x="125407" y="165724"/>
                    <a:pt x="125407" y="159128"/>
                  </a:cubicBezTo>
                  <a:cubicBezTo>
                    <a:pt x="125407" y="152789"/>
                    <a:pt x="120356" y="148677"/>
                    <a:pt x="112651" y="148677"/>
                  </a:cubicBezTo>
                  <a:cubicBezTo>
                    <a:pt x="104176" y="148677"/>
                    <a:pt x="98098" y="153731"/>
                    <a:pt x="98355" y="160670"/>
                  </a:cubicBezTo>
                  <a:lnTo>
                    <a:pt x="91763" y="160071"/>
                  </a:lnTo>
                  <a:cubicBezTo>
                    <a:pt x="91763" y="149362"/>
                    <a:pt x="100238" y="141995"/>
                    <a:pt x="112566" y="141995"/>
                  </a:cubicBezTo>
                  <a:cubicBezTo>
                    <a:pt x="124037" y="141995"/>
                    <a:pt x="132256" y="148848"/>
                    <a:pt x="132256" y="158528"/>
                  </a:cubicBezTo>
                  <a:cubicBezTo>
                    <a:pt x="132256" y="164954"/>
                    <a:pt x="128404" y="170265"/>
                    <a:pt x="121812" y="173006"/>
                  </a:cubicBezTo>
                  <a:cubicBezTo>
                    <a:pt x="129688" y="175233"/>
                    <a:pt x="134225" y="180630"/>
                    <a:pt x="134225" y="187997"/>
                  </a:cubicBezTo>
                  <a:cubicBezTo>
                    <a:pt x="134225" y="197849"/>
                    <a:pt x="125236" y="204874"/>
                    <a:pt x="112566" y="204874"/>
                  </a:cubicBezTo>
                  <a:close/>
                  <a:moveTo>
                    <a:pt x="167169" y="204874"/>
                  </a:moveTo>
                  <a:cubicBezTo>
                    <a:pt x="152616" y="204874"/>
                    <a:pt x="142599" y="192109"/>
                    <a:pt x="142599" y="173434"/>
                  </a:cubicBezTo>
                  <a:cubicBezTo>
                    <a:pt x="142599" y="154759"/>
                    <a:pt x="152616" y="141909"/>
                    <a:pt x="167169" y="141909"/>
                  </a:cubicBezTo>
                  <a:cubicBezTo>
                    <a:pt x="181808" y="141909"/>
                    <a:pt x="191654" y="154588"/>
                    <a:pt x="191654" y="173434"/>
                  </a:cubicBezTo>
                  <a:cubicBezTo>
                    <a:pt x="191654" y="192195"/>
                    <a:pt x="181723" y="204874"/>
                    <a:pt x="167169" y="204874"/>
                  </a:cubicBezTo>
                  <a:close/>
                  <a:moveTo>
                    <a:pt x="167169" y="198192"/>
                  </a:moveTo>
                  <a:cubicBezTo>
                    <a:pt x="177614" y="198192"/>
                    <a:pt x="184634" y="188255"/>
                    <a:pt x="184634" y="173434"/>
                  </a:cubicBezTo>
                  <a:cubicBezTo>
                    <a:pt x="184634" y="158443"/>
                    <a:pt x="177699" y="148592"/>
                    <a:pt x="167169" y="148592"/>
                  </a:cubicBezTo>
                  <a:cubicBezTo>
                    <a:pt x="156639" y="148592"/>
                    <a:pt x="149619" y="158443"/>
                    <a:pt x="149619" y="173434"/>
                  </a:cubicBezTo>
                  <a:cubicBezTo>
                    <a:pt x="149619" y="188255"/>
                    <a:pt x="156639" y="198192"/>
                    <a:pt x="167169" y="198192"/>
                  </a:cubicBezTo>
                  <a:close/>
                  <a:moveTo>
                    <a:pt x="225612" y="204874"/>
                  </a:moveTo>
                  <a:cubicBezTo>
                    <a:pt x="211058" y="204874"/>
                    <a:pt x="201042" y="192109"/>
                    <a:pt x="201042" y="173434"/>
                  </a:cubicBezTo>
                  <a:cubicBezTo>
                    <a:pt x="201042" y="154759"/>
                    <a:pt x="211058" y="141909"/>
                    <a:pt x="225612" y="141909"/>
                  </a:cubicBezTo>
                  <a:cubicBezTo>
                    <a:pt x="240251" y="141909"/>
                    <a:pt x="250096" y="154588"/>
                    <a:pt x="250096" y="173434"/>
                  </a:cubicBezTo>
                  <a:cubicBezTo>
                    <a:pt x="250096" y="192195"/>
                    <a:pt x="240166" y="204874"/>
                    <a:pt x="225612" y="204874"/>
                  </a:cubicBezTo>
                  <a:close/>
                  <a:moveTo>
                    <a:pt x="225612" y="198192"/>
                  </a:moveTo>
                  <a:cubicBezTo>
                    <a:pt x="236056" y="198192"/>
                    <a:pt x="243076" y="188255"/>
                    <a:pt x="243076" y="173434"/>
                  </a:cubicBezTo>
                  <a:cubicBezTo>
                    <a:pt x="243076" y="158443"/>
                    <a:pt x="236142" y="148592"/>
                    <a:pt x="225612" y="148592"/>
                  </a:cubicBezTo>
                  <a:cubicBezTo>
                    <a:pt x="215082" y="148592"/>
                    <a:pt x="208062" y="158443"/>
                    <a:pt x="208062" y="173434"/>
                  </a:cubicBezTo>
                  <a:cubicBezTo>
                    <a:pt x="208062" y="188255"/>
                    <a:pt x="215082" y="198192"/>
                    <a:pt x="225612" y="198192"/>
                  </a:cubicBezTo>
                  <a:close/>
                  <a:moveTo>
                    <a:pt x="279517" y="204874"/>
                  </a:moveTo>
                  <a:cubicBezTo>
                    <a:pt x="267960" y="204874"/>
                    <a:pt x="258029" y="197249"/>
                    <a:pt x="257002" y="187569"/>
                  </a:cubicBezTo>
                  <a:lnTo>
                    <a:pt x="263508" y="186284"/>
                  </a:lnTo>
                  <a:cubicBezTo>
                    <a:pt x="265135" y="193737"/>
                    <a:pt x="271042" y="198192"/>
                    <a:pt x="279432" y="198192"/>
                  </a:cubicBezTo>
                  <a:cubicBezTo>
                    <a:pt x="288249" y="198192"/>
                    <a:pt x="294242" y="193908"/>
                    <a:pt x="294242" y="187569"/>
                  </a:cubicBezTo>
                  <a:cubicBezTo>
                    <a:pt x="294242" y="180545"/>
                    <a:pt x="288849" y="176518"/>
                    <a:pt x="279260" y="176518"/>
                  </a:cubicBezTo>
                  <a:lnTo>
                    <a:pt x="273867" y="176518"/>
                  </a:lnTo>
                  <a:lnTo>
                    <a:pt x="273867" y="170436"/>
                  </a:lnTo>
                  <a:lnTo>
                    <a:pt x="277976" y="170436"/>
                  </a:lnTo>
                  <a:cubicBezTo>
                    <a:pt x="286366" y="170436"/>
                    <a:pt x="292359" y="165724"/>
                    <a:pt x="292359" y="159128"/>
                  </a:cubicBezTo>
                  <a:cubicBezTo>
                    <a:pt x="292359" y="152789"/>
                    <a:pt x="287308" y="148677"/>
                    <a:pt x="279603" y="148677"/>
                  </a:cubicBezTo>
                  <a:cubicBezTo>
                    <a:pt x="271128" y="148677"/>
                    <a:pt x="265049" y="153731"/>
                    <a:pt x="265306" y="160670"/>
                  </a:cubicBezTo>
                  <a:lnTo>
                    <a:pt x="258714" y="160071"/>
                  </a:lnTo>
                  <a:cubicBezTo>
                    <a:pt x="258714" y="149362"/>
                    <a:pt x="267190" y="141995"/>
                    <a:pt x="279517" y="141995"/>
                  </a:cubicBezTo>
                  <a:cubicBezTo>
                    <a:pt x="290989" y="141995"/>
                    <a:pt x="299207" y="148848"/>
                    <a:pt x="299207" y="158528"/>
                  </a:cubicBezTo>
                  <a:cubicBezTo>
                    <a:pt x="299207" y="164954"/>
                    <a:pt x="295355" y="170265"/>
                    <a:pt x="288763" y="173006"/>
                  </a:cubicBezTo>
                  <a:cubicBezTo>
                    <a:pt x="296639" y="175233"/>
                    <a:pt x="301176" y="180630"/>
                    <a:pt x="301176" y="187997"/>
                  </a:cubicBezTo>
                  <a:cubicBezTo>
                    <a:pt x="301176" y="197849"/>
                    <a:pt x="292187" y="204874"/>
                    <a:pt x="279517" y="204874"/>
                  </a:cubicBezTo>
                  <a:close/>
                  <a:moveTo>
                    <a:pt x="308872" y="198020"/>
                  </a:moveTo>
                  <a:cubicBezTo>
                    <a:pt x="318289" y="190225"/>
                    <a:pt x="324196" y="185342"/>
                    <a:pt x="330617" y="178831"/>
                  </a:cubicBezTo>
                  <a:cubicBezTo>
                    <a:pt x="339177" y="170093"/>
                    <a:pt x="341232" y="166495"/>
                    <a:pt x="341232" y="160499"/>
                  </a:cubicBezTo>
                  <a:cubicBezTo>
                    <a:pt x="341232" y="153303"/>
                    <a:pt x="335924" y="148420"/>
                    <a:pt x="328219" y="148420"/>
                  </a:cubicBezTo>
                  <a:cubicBezTo>
                    <a:pt x="320429" y="148420"/>
                    <a:pt x="315121" y="153903"/>
                    <a:pt x="314779" y="162469"/>
                  </a:cubicBezTo>
                  <a:lnTo>
                    <a:pt x="308272" y="161784"/>
                  </a:lnTo>
                  <a:cubicBezTo>
                    <a:pt x="308444" y="150133"/>
                    <a:pt x="316833" y="141909"/>
                    <a:pt x="328391" y="141909"/>
                  </a:cubicBezTo>
                  <a:cubicBezTo>
                    <a:pt x="340034" y="141909"/>
                    <a:pt x="348166" y="149620"/>
                    <a:pt x="348166" y="160584"/>
                  </a:cubicBezTo>
                  <a:cubicBezTo>
                    <a:pt x="348166" y="168038"/>
                    <a:pt x="344571" y="174462"/>
                    <a:pt x="336095" y="182258"/>
                  </a:cubicBezTo>
                  <a:cubicBezTo>
                    <a:pt x="329932" y="187826"/>
                    <a:pt x="324881" y="192109"/>
                    <a:pt x="318374" y="197164"/>
                  </a:cubicBezTo>
                  <a:lnTo>
                    <a:pt x="349536" y="197335"/>
                  </a:lnTo>
                  <a:lnTo>
                    <a:pt x="349536" y="204017"/>
                  </a:lnTo>
                  <a:lnTo>
                    <a:pt x="308872" y="204017"/>
                  </a:lnTo>
                  <a:lnTo>
                    <a:pt x="308872" y="198020"/>
                  </a:lnTo>
                  <a:close/>
                  <a:moveTo>
                    <a:pt x="395841" y="204874"/>
                  </a:moveTo>
                  <a:cubicBezTo>
                    <a:pt x="384969" y="204874"/>
                    <a:pt x="377007" y="195707"/>
                    <a:pt x="377007" y="183029"/>
                  </a:cubicBezTo>
                  <a:cubicBezTo>
                    <a:pt x="377007" y="170350"/>
                    <a:pt x="384969" y="161099"/>
                    <a:pt x="395841" y="161099"/>
                  </a:cubicBezTo>
                  <a:cubicBezTo>
                    <a:pt x="402091" y="161099"/>
                    <a:pt x="407399" y="164183"/>
                    <a:pt x="410737" y="169237"/>
                  </a:cubicBezTo>
                  <a:lnTo>
                    <a:pt x="410737" y="162041"/>
                  </a:lnTo>
                  <a:lnTo>
                    <a:pt x="417244" y="162041"/>
                  </a:lnTo>
                  <a:lnTo>
                    <a:pt x="417244" y="204017"/>
                  </a:lnTo>
                  <a:lnTo>
                    <a:pt x="411251" y="204017"/>
                  </a:lnTo>
                  <a:lnTo>
                    <a:pt x="410908" y="196478"/>
                  </a:lnTo>
                  <a:cubicBezTo>
                    <a:pt x="407570" y="201704"/>
                    <a:pt x="402262" y="204874"/>
                    <a:pt x="395841" y="204874"/>
                  </a:cubicBezTo>
                  <a:close/>
                  <a:moveTo>
                    <a:pt x="397125" y="198791"/>
                  </a:moveTo>
                  <a:cubicBezTo>
                    <a:pt x="405002" y="198791"/>
                    <a:pt x="410737" y="192195"/>
                    <a:pt x="410737" y="183029"/>
                  </a:cubicBezTo>
                  <a:cubicBezTo>
                    <a:pt x="410737" y="173863"/>
                    <a:pt x="405002" y="167266"/>
                    <a:pt x="397125" y="167266"/>
                  </a:cubicBezTo>
                  <a:cubicBezTo>
                    <a:pt x="389249" y="167266"/>
                    <a:pt x="383514" y="173863"/>
                    <a:pt x="383514" y="183029"/>
                  </a:cubicBezTo>
                  <a:cubicBezTo>
                    <a:pt x="383514" y="192195"/>
                    <a:pt x="389249" y="198791"/>
                    <a:pt x="397125" y="198791"/>
                  </a:cubicBezTo>
                  <a:close/>
                  <a:moveTo>
                    <a:pt x="446103" y="204874"/>
                  </a:moveTo>
                  <a:cubicBezTo>
                    <a:pt x="436430" y="204874"/>
                    <a:pt x="432064" y="199905"/>
                    <a:pt x="432064" y="188854"/>
                  </a:cubicBezTo>
                  <a:lnTo>
                    <a:pt x="432064" y="168123"/>
                  </a:lnTo>
                  <a:lnTo>
                    <a:pt x="424787" y="168123"/>
                  </a:lnTo>
                  <a:lnTo>
                    <a:pt x="424787" y="162041"/>
                  </a:lnTo>
                  <a:lnTo>
                    <a:pt x="432064" y="162041"/>
                  </a:lnTo>
                  <a:lnTo>
                    <a:pt x="432064" y="148506"/>
                  </a:lnTo>
                  <a:lnTo>
                    <a:pt x="438570" y="148506"/>
                  </a:lnTo>
                  <a:lnTo>
                    <a:pt x="438570" y="162041"/>
                  </a:lnTo>
                  <a:lnTo>
                    <a:pt x="451754" y="162041"/>
                  </a:lnTo>
                  <a:lnTo>
                    <a:pt x="451754" y="168123"/>
                  </a:lnTo>
                  <a:lnTo>
                    <a:pt x="438570" y="168123"/>
                  </a:lnTo>
                  <a:lnTo>
                    <a:pt x="438570" y="188854"/>
                  </a:lnTo>
                  <a:cubicBezTo>
                    <a:pt x="438570" y="195622"/>
                    <a:pt x="441138" y="198791"/>
                    <a:pt x="446617" y="198791"/>
                  </a:cubicBezTo>
                  <a:cubicBezTo>
                    <a:pt x="448329" y="198791"/>
                    <a:pt x="450213" y="198449"/>
                    <a:pt x="452010" y="197849"/>
                  </a:cubicBezTo>
                  <a:lnTo>
                    <a:pt x="452867" y="203846"/>
                  </a:lnTo>
                  <a:cubicBezTo>
                    <a:pt x="450726" y="204531"/>
                    <a:pt x="448244" y="204874"/>
                    <a:pt x="446103" y="204874"/>
                  </a:cubicBezTo>
                  <a:close/>
                  <a:moveTo>
                    <a:pt x="488423" y="204017"/>
                  </a:moveTo>
                  <a:lnTo>
                    <a:pt x="510339" y="149448"/>
                  </a:lnTo>
                  <a:lnTo>
                    <a:pt x="477636" y="149448"/>
                  </a:lnTo>
                  <a:lnTo>
                    <a:pt x="477636" y="142766"/>
                  </a:lnTo>
                  <a:lnTo>
                    <a:pt x="517616" y="142766"/>
                  </a:lnTo>
                  <a:lnTo>
                    <a:pt x="517616" y="148592"/>
                  </a:lnTo>
                  <a:lnTo>
                    <a:pt x="495614" y="204017"/>
                  </a:lnTo>
                  <a:lnTo>
                    <a:pt x="488423" y="204017"/>
                  </a:lnTo>
                  <a:close/>
                  <a:moveTo>
                    <a:pt x="544450" y="204874"/>
                  </a:moveTo>
                  <a:cubicBezTo>
                    <a:pt x="532892" y="204874"/>
                    <a:pt x="523989" y="198106"/>
                    <a:pt x="522362" y="187912"/>
                  </a:cubicBezTo>
                  <a:lnTo>
                    <a:pt x="528783" y="186541"/>
                  </a:lnTo>
                  <a:cubicBezTo>
                    <a:pt x="530153" y="194251"/>
                    <a:pt x="535803" y="198449"/>
                    <a:pt x="544621" y="198449"/>
                  </a:cubicBezTo>
                  <a:cubicBezTo>
                    <a:pt x="553353" y="198449"/>
                    <a:pt x="559688" y="192109"/>
                    <a:pt x="559688" y="183543"/>
                  </a:cubicBezTo>
                  <a:cubicBezTo>
                    <a:pt x="559688" y="175148"/>
                    <a:pt x="553439" y="169237"/>
                    <a:pt x="544706" y="169237"/>
                  </a:cubicBezTo>
                  <a:cubicBezTo>
                    <a:pt x="538971" y="169237"/>
                    <a:pt x="533748" y="171464"/>
                    <a:pt x="529725" y="175576"/>
                  </a:cubicBezTo>
                  <a:lnTo>
                    <a:pt x="524845" y="173006"/>
                  </a:lnTo>
                  <a:lnTo>
                    <a:pt x="528269" y="142766"/>
                  </a:lnTo>
                  <a:lnTo>
                    <a:pt x="563540" y="142766"/>
                  </a:lnTo>
                  <a:lnTo>
                    <a:pt x="563540" y="149448"/>
                  </a:lnTo>
                  <a:lnTo>
                    <a:pt x="534091" y="149448"/>
                  </a:lnTo>
                  <a:lnTo>
                    <a:pt x="532122" y="167010"/>
                  </a:lnTo>
                  <a:cubicBezTo>
                    <a:pt x="535289" y="164611"/>
                    <a:pt x="540340" y="162983"/>
                    <a:pt x="544963" y="162983"/>
                  </a:cubicBezTo>
                  <a:cubicBezTo>
                    <a:pt x="557548" y="162983"/>
                    <a:pt x="566537" y="171550"/>
                    <a:pt x="566537" y="183543"/>
                  </a:cubicBezTo>
                  <a:cubicBezTo>
                    <a:pt x="566537" y="196050"/>
                    <a:pt x="557377" y="204874"/>
                    <a:pt x="544450" y="204874"/>
                  </a:cubicBezTo>
                  <a:close/>
                  <a:moveTo>
                    <a:pt x="588006" y="171978"/>
                  </a:moveTo>
                  <a:cubicBezTo>
                    <a:pt x="579958" y="171978"/>
                    <a:pt x="573966" y="165639"/>
                    <a:pt x="573966" y="156987"/>
                  </a:cubicBezTo>
                  <a:cubicBezTo>
                    <a:pt x="573966" y="148334"/>
                    <a:pt x="579958" y="141909"/>
                    <a:pt x="588006" y="141909"/>
                  </a:cubicBezTo>
                  <a:cubicBezTo>
                    <a:pt x="596053" y="141909"/>
                    <a:pt x="602131" y="148334"/>
                    <a:pt x="602131" y="156987"/>
                  </a:cubicBezTo>
                  <a:cubicBezTo>
                    <a:pt x="602131" y="165553"/>
                    <a:pt x="596139" y="171978"/>
                    <a:pt x="588006" y="171978"/>
                  </a:cubicBezTo>
                  <a:close/>
                  <a:moveTo>
                    <a:pt x="588006" y="166324"/>
                  </a:moveTo>
                  <a:cubicBezTo>
                    <a:pt x="592800" y="166324"/>
                    <a:pt x="596395" y="162383"/>
                    <a:pt x="596395" y="156987"/>
                  </a:cubicBezTo>
                  <a:cubicBezTo>
                    <a:pt x="596395" y="151590"/>
                    <a:pt x="592885" y="147564"/>
                    <a:pt x="588006" y="147564"/>
                  </a:cubicBezTo>
                  <a:cubicBezTo>
                    <a:pt x="583126" y="147564"/>
                    <a:pt x="579616" y="151590"/>
                    <a:pt x="579616" y="156987"/>
                  </a:cubicBezTo>
                  <a:cubicBezTo>
                    <a:pt x="579616" y="162383"/>
                    <a:pt x="583212" y="166324"/>
                    <a:pt x="588006" y="166324"/>
                  </a:cubicBezTo>
                  <a:close/>
                  <a:moveTo>
                    <a:pt x="624903" y="204874"/>
                  </a:moveTo>
                  <a:cubicBezTo>
                    <a:pt x="616856" y="204874"/>
                    <a:pt x="610863" y="198534"/>
                    <a:pt x="610863" y="189882"/>
                  </a:cubicBezTo>
                  <a:cubicBezTo>
                    <a:pt x="610863" y="181230"/>
                    <a:pt x="616856" y="174805"/>
                    <a:pt x="624903" y="174805"/>
                  </a:cubicBezTo>
                  <a:cubicBezTo>
                    <a:pt x="632951" y="174805"/>
                    <a:pt x="639029" y="181230"/>
                    <a:pt x="639029" y="189882"/>
                  </a:cubicBezTo>
                  <a:cubicBezTo>
                    <a:pt x="639029" y="198449"/>
                    <a:pt x="633036" y="204874"/>
                    <a:pt x="624903" y="204874"/>
                  </a:cubicBezTo>
                  <a:close/>
                  <a:moveTo>
                    <a:pt x="624903" y="199220"/>
                  </a:moveTo>
                  <a:cubicBezTo>
                    <a:pt x="629697" y="199220"/>
                    <a:pt x="633293" y="195279"/>
                    <a:pt x="633293" y="189882"/>
                  </a:cubicBezTo>
                  <a:cubicBezTo>
                    <a:pt x="633293" y="184485"/>
                    <a:pt x="629783" y="180459"/>
                    <a:pt x="624903" y="180459"/>
                  </a:cubicBezTo>
                  <a:cubicBezTo>
                    <a:pt x="620024" y="180459"/>
                    <a:pt x="616514" y="184485"/>
                    <a:pt x="616514" y="189882"/>
                  </a:cubicBezTo>
                  <a:cubicBezTo>
                    <a:pt x="616514" y="195279"/>
                    <a:pt x="620109" y="199220"/>
                    <a:pt x="624903" y="199220"/>
                  </a:cubicBezTo>
                  <a:close/>
                  <a:moveTo>
                    <a:pt x="583640" y="204017"/>
                  </a:moveTo>
                  <a:lnTo>
                    <a:pt x="622335" y="142766"/>
                  </a:lnTo>
                  <a:lnTo>
                    <a:pt x="629269" y="142766"/>
                  </a:lnTo>
                  <a:lnTo>
                    <a:pt x="590660" y="204017"/>
                  </a:lnTo>
                  <a:lnTo>
                    <a:pt x="583640" y="204017"/>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8" name="Google Shape;1198;p82"/>
            <p:cNvSpPr/>
            <p:nvPr/>
          </p:nvSpPr>
          <p:spPr>
            <a:xfrm>
              <a:off x="3592116" y="3571983"/>
              <a:ext cx="241475" cy="132751"/>
            </a:xfrm>
            <a:custGeom>
              <a:rect b="b" l="l" r="r" t="t"/>
              <a:pathLst>
                <a:path extrusionOk="0" h="194507" w="353809">
                  <a:moveTo>
                    <a:pt x="38439" y="61251"/>
                  </a:moveTo>
                  <a:lnTo>
                    <a:pt x="38439" y="35380"/>
                  </a:lnTo>
                  <a:lnTo>
                    <a:pt x="13355" y="35380"/>
                  </a:lnTo>
                  <a:lnTo>
                    <a:pt x="13355" y="61251"/>
                  </a:lnTo>
                  <a:lnTo>
                    <a:pt x="1370" y="61251"/>
                  </a:lnTo>
                  <a:lnTo>
                    <a:pt x="1370" y="0"/>
                  </a:lnTo>
                  <a:lnTo>
                    <a:pt x="13355" y="0"/>
                  </a:lnTo>
                  <a:lnTo>
                    <a:pt x="13355" y="24329"/>
                  </a:lnTo>
                  <a:lnTo>
                    <a:pt x="38439" y="24329"/>
                  </a:lnTo>
                  <a:lnTo>
                    <a:pt x="38439" y="0"/>
                  </a:lnTo>
                  <a:lnTo>
                    <a:pt x="50424" y="0"/>
                  </a:lnTo>
                  <a:lnTo>
                    <a:pt x="50424" y="61251"/>
                  </a:lnTo>
                  <a:lnTo>
                    <a:pt x="38439" y="61251"/>
                  </a:lnTo>
                  <a:close/>
                  <a:moveTo>
                    <a:pt x="61647" y="61251"/>
                  </a:moveTo>
                  <a:lnTo>
                    <a:pt x="61647" y="0"/>
                  </a:lnTo>
                  <a:lnTo>
                    <a:pt x="105736" y="0"/>
                  </a:lnTo>
                  <a:lnTo>
                    <a:pt x="105736" y="11051"/>
                  </a:lnTo>
                  <a:lnTo>
                    <a:pt x="73633" y="11051"/>
                  </a:lnTo>
                  <a:lnTo>
                    <a:pt x="73633" y="24329"/>
                  </a:lnTo>
                  <a:lnTo>
                    <a:pt x="99572" y="24329"/>
                  </a:lnTo>
                  <a:lnTo>
                    <a:pt x="99572" y="35380"/>
                  </a:lnTo>
                  <a:lnTo>
                    <a:pt x="73633" y="35380"/>
                  </a:lnTo>
                  <a:lnTo>
                    <a:pt x="73633" y="50200"/>
                  </a:lnTo>
                  <a:lnTo>
                    <a:pt x="105736" y="50200"/>
                  </a:lnTo>
                  <a:lnTo>
                    <a:pt x="105736" y="61251"/>
                  </a:lnTo>
                  <a:lnTo>
                    <a:pt x="61647" y="61251"/>
                  </a:lnTo>
                  <a:close/>
                  <a:moveTo>
                    <a:pt x="111137" y="61251"/>
                  </a:moveTo>
                  <a:lnTo>
                    <a:pt x="130228" y="29640"/>
                  </a:lnTo>
                  <a:lnTo>
                    <a:pt x="112507" y="0"/>
                  </a:lnTo>
                  <a:lnTo>
                    <a:pt x="126204" y="0"/>
                  </a:lnTo>
                  <a:lnTo>
                    <a:pt x="138532" y="22359"/>
                  </a:lnTo>
                  <a:lnTo>
                    <a:pt x="150860" y="0"/>
                  </a:lnTo>
                  <a:lnTo>
                    <a:pt x="164557" y="0"/>
                  </a:lnTo>
                  <a:lnTo>
                    <a:pt x="146922" y="29640"/>
                  </a:lnTo>
                  <a:lnTo>
                    <a:pt x="165927" y="61251"/>
                  </a:lnTo>
                  <a:lnTo>
                    <a:pt x="152144" y="61251"/>
                  </a:lnTo>
                  <a:lnTo>
                    <a:pt x="138532" y="37007"/>
                  </a:lnTo>
                  <a:lnTo>
                    <a:pt x="124920" y="61251"/>
                  </a:lnTo>
                  <a:lnTo>
                    <a:pt x="111137" y="61251"/>
                  </a:lnTo>
                  <a:close/>
                  <a:moveTo>
                    <a:pt x="14382" y="194508"/>
                  </a:moveTo>
                  <a:lnTo>
                    <a:pt x="8218" y="194508"/>
                  </a:lnTo>
                  <a:lnTo>
                    <a:pt x="10359" y="178917"/>
                  </a:lnTo>
                  <a:lnTo>
                    <a:pt x="0" y="178917"/>
                  </a:lnTo>
                  <a:lnTo>
                    <a:pt x="0" y="173092"/>
                  </a:lnTo>
                  <a:lnTo>
                    <a:pt x="11215" y="173092"/>
                  </a:lnTo>
                  <a:lnTo>
                    <a:pt x="13783" y="154674"/>
                  </a:lnTo>
                  <a:lnTo>
                    <a:pt x="2654" y="154674"/>
                  </a:lnTo>
                  <a:lnTo>
                    <a:pt x="2654" y="148848"/>
                  </a:lnTo>
                  <a:lnTo>
                    <a:pt x="14639" y="148848"/>
                  </a:lnTo>
                  <a:lnTo>
                    <a:pt x="16779" y="133257"/>
                  </a:lnTo>
                  <a:lnTo>
                    <a:pt x="22943" y="133257"/>
                  </a:lnTo>
                  <a:lnTo>
                    <a:pt x="20803" y="148848"/>
                  </a:lnTo>
                  <a:lnTo>
                    <a:pt x="37925" y="148848"/>
                  </a:lnTo>
                  <a:lnTo>
                    <a:pt x="40065" y="133257"/>
                  </a:lnTo>
                  <a:lnTo>
                    <a:pt x="46229" y="133257"/>
                  </a:lnTo>
                  <a:lnTo>
                    <a:pt x="44089" y="148848"/>
                  </a:lnTo>
                  <a:lnTo>
                    <a:pt x="54448" y="148848"/>
                  </a:lnTo>
                  <a:lnTo>
                    <a:pt x="54448" y="154674"/>
                  </a:lnTo>
                  <a:lnTo>
                    <a:pt x="43233" y="154674"/>
                  </a:lnTo>
                  <a:lnTo>
                    <a:pt x="40664" y="173092"/>
                  </a:lnTo>
                  <a:lnTo>
                    <a:pt x="51794" y="173092"/>
                  </a:lnTo>
                  <a:lnTo>
                    <a:pt x="51794" y="178917"/>
                  </a:lnTo>
                  <a:lnTo>
                    <a:pt x="39808" y="178917"/>
                  </a:lnTo>
                  <a:lnTo>
                    <a:pt x="37668" y="194508"/>
                  </a:lnTo>
                  <a:lnTo>
                    <a:pt x="31504" y="194508"/>
                  </a:lnTo>
                  <a:lnTo>
                    <a:pt x="33644" y="178917"/>
                  </a:lnTo>
                  <a:lnTo>
                    <a:pt x="16523" y="178917"/>
                  </a:lnTo>
                  <a:lnTo>
                    <a:pt x="14382" y="194508"/>
                  </a:lnTo>
                  <a:close/>
                  <a:moveTo>
                    <a:pt x="17379" y="173092"/>
                  </a:moveTo>
                  <a:lnTo>
                    <a:pt x="34501" y="173092"/>
                  </a:lnTo>
                  <a:lnTo>
                    <a:pt x="37069" y="154674"/>
                  </a:lnTo>
                  <a:lnTo>
                    <a:pt x="19947" y="154674"/>
                  </a:lnTo>
                  <a:lnTo>
                    <a:pt x="17379" y="173092"/>
                  </a:lnTo>
                  <a:close/>
                  <a:moveTo>
                    <a:pt x="63923" y="194508"/>
                  </a:moveTo>
                  <a:lnTo>
                    <a:pt x="63923" y="133257"/>
                  </a:lnTo>
                  <a:lnTo>
                    <a:pt x="104673" y="133257"/>
                  </a:lnTo>
                  <a:lnTo>
                    <a:pt x="104673" y="139939"/>
                  </a:lnTo>
                  <a:lnTo>
                    <a:pt x="70943" y="139939"/>
                  </a:lnTo>
                  <a:lnTo>
                    <a:pt x="70943" y="159728"/>
                  </a:lnTo>
                  <a:lnTo>
                    <a:pt x="98423" y="159728"/>
                  </a:lnTo>
                  <a:lnTo>
                    <a:pt x="98423" y="166324"/>
                  </a:lnTo>
                  <a:lnTo>
                    <a:pt x="70943" y="166324"/>
                  </a:lnTo>
                  <a:lnTo>
                    <a:pt x="70943" y="194508"/>
                  </a:lnTo>
                  <a:lnTo>
                    <a:pt x="63923" y="194508"/>
                  </a:lnTo>
                  <a:close/>
                  <a:moveTo>
                    <a:pt x="113750" y="194508"/>
                  </a:moveTo>
                  <a:lnTo>
                    <a:pt x="113750" y="133257"/>
                  </a:lnTo>
                  <a:lnTo>
                    <a:pt x="154500" y="133257"/>
                  </a:lnTo>
                  <a:lnTo>
                    <a:pt x="154500" y="139939"/>
                  </a:lnTo>
                  <a:lnTo>
                    <a:pt x="120770" y="139939"/>
                  </a:lnTo>
                  <a:lnTo>
                    <a:pt x="120770" y="159728"/>
                  </a:lnTo>
                  <a:lnTo>
                    <a:pt x="148251" y="159728"/>
                  </a:lnTo>
                  <a:lnTo>
                    <a:pt x="148251" y="166324"/>
                  </a:lnTo>
                  <a:lnTo>
                    <a:pt x="120770" y="166324"/>
                  </a:lnTo>
                  <a:lnTo>
                    <a:pt x="120770" y="194508"/>
                  </a:lnTo>
                  <a:lnTo>
                    <a:pt x="113750" y="194508"/>
                  </a:lnTo>
                  <a:close/>
                  <a:moveTo>
                    <a:pt x="163577" y="194508"/>
                  </a:moveTo>
                  <a:lnTo>
                    <a:pt x="163577" y="133257"/>
                  </a:lnTo>
                  <a:lnTo>
                    <a:pt x="204327" y="133257"/>
                  </a:lnTo>
                  <a:lnTo>
                    <a:pt x="204327" y="139939"/>
                  </a:lnTo>
                  <a:lnTo>
                    <a:pt x="170597" y="139939"/>
                  </a:lnTo>
                  <a:lnTo>
                    <a:pt x="170597" y="159728"/>
                  </a:lnTo>
                  <a:lnTo>
                    <a:pt x="198077" y="159728"/>
                  </a:lnTo>
                  <a:lnTo>
                    <a:pt x="198077" y="166324"/>
                  </a:lnTo>
                  <a:lnTo>
                    <a:pt x="170597" y="166324"/>
                  </a:lnTo>
                  <a:lnTo>
                    <a:pt x="170597" y="194508"/>
                  </a:lnTo>
                  <a:lnTo>
                    <a:pt x="163577" y="194508"/>
                  </a:lnTo>
                  <a:close/>
                  <a:moveTo>
                    <a:pt x="213404" y="194508"/>
                  </a:moveTo>
                  <a:lnTo>
                    <a:pt x="213404" y="133257"/>
                  </a:lnTo>
                  <a:lnTo>
                    <a:pt x="254154" y="133257"/>
                  </a:lnTo>
                  <a:lnTo>
                    <a:pt x="254154" y="139939"/>
                  </a:lnTo>
                  <a:lnTo>
                    <a:pt x="220424" y="139939"/>
                  </a:lnTo>
                  <a:lnTo>
                    <a:pt x="220424" y="159728"/>
                  </a:lnTo>
                  <a:lnTo>
                    <a:pt x="247905" y="159728"/>
                  </a:lnTo>
                  <a:lnTo>
                    <a:pt x="247905" y="166324"/>
                  </a:lnTo>
                  <a:lnTo>
                    <a:pt x="220424" y="166324"/>
                  </a:lnTo>
                  <a:lnTo>
                    <a:pt x="220424" y="194508"/>
                  </a:lnTo>
                  <a:lnTo>
                    <a:pt x="213404" y="194508"/>
                  </a:lnTo>
                  <a:close/>
                  <a:moveTo>
                    <a:pt x="263232" y="194508"/>
                  </a:moveTo>
                  <a:lnTo>
                    <a:pt x="263232" y="133257"/>
                  </a:lnTo>
                  <a:lnTo>
                    <a:pt x="303982" y="133257"/>
                  </a:lnTo>
                  <a:lnTo>
                    <a:pt x="303982" y="139939"/>
                  </a:lnTo>
                  <a:lnTo>
                    <a:pt x="270251" y="139939"/>
                  </a:lnTo>
                  <a:lnTo>
                    <a:pt x="270251" y="159728"/>
                  </a:lnTo>
                  <a:lnTo>
                    <a:pt x="297732" y="159728"/>
                  </a:lnTo>
                  <a:lnTo>
                    <a:pt x="297732" y="166324"/>
                  </a:lnTo>
                  <a:lnTo>
                    <a:pt x="270251" y="166324"/>
                  </a:lnTo>
                  <a:lnTo>
                    <a:pt x="270251" y="194508"/>
                  </a:lnTo>
                  <a:lnTo>
                    <a:pt x="263232" y="194508"/>
                  </a:lnTo>
                  <a:close/>
                  <a:moveTo>
                    <a:pt x="313059" y="194508"/>
                  </a:moveTo>
                  <a:lnTo>
                    <a:pt x="313059" y="133257"/>
                  </a:lnTo>
                  <a:lnTo>
                    <a:pt x="353809" y="133257"/>
                  </a:lnTo>
                  <a:lnTo>
                    <a:pt x="353809" y="139939"/>
                  </a:lnTo>
                  <a:lnTo>
                    <a:pt x="320079" y="139939"/>
                  </a:lnTo>
                  <a:lnTo>
                    <a:pt x="320079" y="159728"/>
                  </a:lnTo>
                  <a:lnTo>
                    <a:pt x="347560" y="159728"/>
                  </a:lnTo>
                  <a:lnTo>
                    <a:pt x="347560" y="166324"/>
                  </a:lnTo>
                  <a:lnTo>
                    <a:pt x="320079" y="166324"/>
                  </a:lnTo>
                  <a:lnTo>
                    <a:pt x="320079" y="194508"/>
                  </a:lnTo>
                  <a:lnTo>
                    <a:pt x="313059" y="194508"/>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9" name="Google Shape;1199;p82"/>
            <p:cNvSpPr/>
            <p:nvPr/>
          </p:nvSpPr>
          <p:spPr>
            <a:xfrm>
              <a:off x="3942772" y="3571398"/>
              <a:ext cx="345501" cy="141580"/>
            </a:xfrm>
            <a:custGeom>
              <a:rect b="b" l="l" r="r" t="t"/>
              <a:pathLst>
                <a:path extrusionOk="0" h="207443" w="506228">
                  <a:moveTo>
                    <a:pt x="1455" y="62107"/>
                  </a:moveTo>
                  <a:lnTo>
                    <a:pt x="1455" y="857"/>
                  </a:lnTo>
                  <a:lnTo>
                    <a:pt x="21659" y="857"/>
                  </a:lnTo>
                  <a:cubicBezTo>
                    <a:pt x="36298" y="857"/>
                    <a:pt x="45630" y="8310"/>
                    <a:pt x="45630" y="20131"/>
                  </a:cubicBezTo>
                  <a:cubicBezTo>
                    <a:pt x="45630" y="27927"/>
                    <a:pt x="41863" y="33752"/>
                    <a:pt x="35357" y="36922"/>
                  </a:cubicBezTo>
                  <a:lnTo>
                    <a:pt x="48968" y="62107"/>
                  </a:lnTo>
                  <a:lnTo>
                    <a:pt x="35699" y="62107"/>
                  </a:lnTo>
                  <a:lnTo>
                    <a:pt x="23971" y="39577"/>
                  </a:lnTo>
                  <a:cubicBezTo>
                    <a:pt x="23286" y="39577"/>
                    <a:pt x="22430" y="39663"/>
                    <a:pt x="21659" y="39663"/>
                  </a:cubicBezTo>
                  <a:lnTo>
                    <a:pt x="13441" y="39663"/>
                  </a:lnTo>
                  <a:lnTo>
                    <a:pt x="13441" y="62107"/>
                  </a:lnTo>
                  <a:lnTo>
                    <a:pt x="1455" y="62107"/>
                  </a:lnTo>
                  <a:close/>
                  <a:moveTo>
                    <a:pt x="21745" y="29041"/>
                  </a:moveTo>
                  <a:cubicBezTo>
                    <a:pt x="29878" y="29041"/>
                    <a:pt x="33644" y="26214"/>
                    <a:pt x="33644" y="20131"/>
                  </a:cubicBezTo>
                  <a:cubicBezTo>
                    <a:pt x="33644" y="14477"/>
                    <a:pt x="29621" y="11650"/>
                    <a:pt x="21659" y="11650"/>
                  </a:cubicBezTo>
                  <a:lnTo>
                    <a:pt x="13441" y="11650"/>
                  </a:lnTo>
                  <a:lnTo>
                    <a:pt x="13441" y="29041"/>
                  </a:lnTo>
                  <a:lnTo>
                    <a:pt x="21745" y="29041"/>
                  </a:lnTo>
                  <a:close/>
                  <a:moveTo>
                    <a:pt x="82444" y="62964"/>
                  </a:moveTo>
                  <a:cubicBezTo>
                    <a:pt x="65835" y="62964"/>
                    <a:pt x="53593" y="49686"/>
                    <a:pt x="53593" y="31525"/>
                  </a:cubicBezTo>
                  <a:cubicBezTo>
                    <a:pt x="53593" y="13278"/>
                    <a:pt x="65835" y="0"/>
                    <a:pt x="82444" y="0"/>
                  </a:cubicBezTo>
                  <a:cubicBezTo>
                    <a:pt x="92032" y="0"/>
                    <a:pt x="100507" y="4540"/>
                    <a:pt x="105815" y="12336"/>
                  </a:cubicBezTo>
                  <a:lnTo>
                    <a:pt x="96398" y="19018"/>
                  </a:lnTo>
                  <a:cubicBezTo>
                    <a:pt x="92888" y="13706"/>
                    <a:pt x="88179" y="11051"/>
                    <a:pt x="82444" y="11051"/>
                  </a:cubicBezTo>
                  <a:cubicBezTo>
                    <a:pt x="72684" y="11051"/>
                    <a:pt x="65579" y="19532"/>
                    <a:pt x="65579" y="31525"/>
                  </a:cubicBezTo>
                  <a:cubicBezTo>
                    <a:pt x="65579" y="43432"/>
                    <a:pt x="72684" y="51913"/>
                    <a:pt x="82444" y="51913"/>
                  </a:cubicBezTo>
                  <a:cubicBezTo>
                    <a:pt x="86895" y="51913"/>
                    <a:pt x="90919" y="50628"/>
                    <a:pt x="94857" y="47801"/>
                  </a:cubicBezTo>
                  <a:lnTo>
                    <a:pt x="94857" y="38035"/>
                  </a:lnTo>
                  <a:lnTo>
                    <a:pt x="79619" y="38035"/>
                  </a:lnTo>
                  <a:lnTo>
                    <a:pt x="79619" y="27413"/>
                  </a:lnTo>
                  <a:lnTo>
                    <a:pt x="106157" y="27413"/>
                  </a:lnTo>
                  <a:lnTo>
                    <a:pt x="106157" y="52599"/>
                  </a:lnTo>
                  <a:cubicBezTo>
                    <a:pt x="99994" y="59109"/>
                    <a:pt x="91176" y="62964"/>
                    <a:pt x="82444" y="62964"/>
                  </a:cubicBezTo>
                  <a:close/>
                  <a:moveTo>
                    <a:pt x="116075" y="62107"/>
                  </a:moveTo>
                  <a:lnTo>
                    <a:pt x="116075" y="857"/>
                  </a:lnTo>
                  <a:lnTo>
                    <a:pt x="137306" y="857"/>
                  </a:lnTo>
                  <a:cubicBezTo>
                    <a:pt x="150575" y="857"/>
                    <a:pt x="158794" y="7025"/>
                    <a:pt x="158794" y="16876"/>
                  </a:cubicBezTo>
                  <a:cubicBezTo>
                    <a:pt x="158794" y="22616"/>
                    <a:pt x="155712" y="27156"/>
                    <a:pt x="150319" y="29897"/>
                  </a:cubicBezTo>
                  <a:cubicBezTo>
                    <a:pt x="157681" y="32467"/>
                    <a:pt x="161876" y="37693"/>
                    <a:pt x="161876" y="45060"/>
                  </a:cubicBezTo>
                  <a:cubicBezTo>
                    <a:pt x="161876" y="55511"/>
                    <a:pt x="153144" y="62107"/>
                    <a:pt x="139275" y="62107"/>
                  </a:cubicBezTo>
                  <a:lnTo>
                    <a:pt x="116075" y="62107"/>
                  </a:lnTo>
                  <a:close/>
                  <a:moveTo>
                    <a:pt x="139104" y="51228"/>
                  </a:moveTo>
                  <a:cubicBezTo>
                    <a:pt x="146466" y="51228"/>
                    <a:pt x="150147" y="48744"/>
                    <a:pt x="150147" y="43861"/>
                  </a:cubicBezTo>
                  <a:cubicBezTo>
                    <a:pt x="150147" y="38207"/>
                    <a:pt x="146723" y="35551"/>
                    <a:pt x="139104" y="35551"/>
                  </a:cubicBezTo>
                  <a:lnTo>
                    <a:pt x="128060" y="35551"/>
                  </a:lnTo>
                  <a:lnTo>
                    <a:pt x="128060" y="51228"/>
                  </a:lnTo>
                  <a:lnTo>
                    <a:pt x="139104" y="51228"/>
                  </a:lnTo>
                  <a:close/>
                  <a:moveTo>
                    <a:pt x="137135" y="25186"/>
                  </a:moveTo>
                  <a:cubicBezTo>
                    <a:pt x="143812" y="25186"/>
                    <a:pt x="147065" y="22958"/>
                    <a:pt x="147065" y="18332"/>
                  </a:cubicBezTo>
                  <a:cubicBezTo>
                    <a:pt x="147065" y="13792"/>
                    <a:pt x="143983" y="11650"/>
                    <a:pt x="137135" y="11650"/>
                  </a:cubicBezTo>
                  <a:lnTo>
                    <a:pt x="128060" y="11650"/>
                  </a:lnTo>
                  <a:lnTo>
                    <a:pt x="128060" y="25186"/>
                  </a:lnTo>
                  <a:lnTo>
                    <a:pt x="137135" y="25186"/>
                  </a:lnTo>
                  <a:close/>
                  <a:moveTo>
                    <a:pt x="599" y="189368"/>
                  </a:moveTo>
                  <a:cubicBezTo>
                    <a:pt x="10016" y="181572"/>
                    <a:pt x="15923" y="176689"/>
                    <a:pt x="22344" y="170179"/>
                  </a:cubicBezTo>
                  <a:cubicBezTo>
                    <a:pt x="30905" y="161441"/>
                    <a:pt x="32960" y="157843"/>
                    <a:pt x="32960" y="151847"/>
                  </a:cubicBezTo>
                  <a:cubicBezTo>
                    <a:pt x="32960" y="144651"/>
                    <a:pt x="27652" y="139768"/>
                    <a:pt x="19947" y="139768"/>
                  </a:cubicBezTo>
                  <a:cubicBezTo>
                    <a:pt x="12157" y="139768"/>
                    <a:pt x="6849" y="145250"/>
                    <a:pt x="6506" y="153817"/>
                  </a:cubicBezTo>
                  <a:lnTo>
                    <a:pt x="0" y="153132"/>
                  </a:lnTo>
                  <a:cubicBezTo>
                    <a:pt x="171" y="141481"/>
                    <a:pt x="8561" y="133257"/>
                    <a:pt x="20118" y="133257"/>
                  </a:cubicBezTo>
                  <a:cubicBezTo>
                    <a:pt x="31761" y="133257"/>
                    <a:pt x="39894" y="140967"/>
                    <a:pt x="39894" y="151932"/>
                  </a:cubicBezTo>
                  <a:cubicBezTo>
                    <a:pt x="39894" y="159385"/>
                    <a:pt x="36298" y="165810"/>
                    <a:pt x="27823" y="173606"/>
                  </a:cubicBezTo>
                  <a:cubicBezTo>
                    <a:pt x="21659" y="179174"/>
                    <a:pt x="16608" y="183457"/>
                    <a:pt x="10102" y="188511"/>
                  </a:cubicBezTo>
                  <a:lnTo>
                    <a:pt x="41264" y="188683"/>
                  </a:lnTo>
                  <a:lnTo>
                    <a:pt x="41264" y="195365"/>
                  </a:lnTo>
                  <a:lnTo>
                    <a:pt x="599" y="195365"/>
                  </a:lnTo>
                  <a:lnTo>
                    <a:pt x="599" y="189368"/>
                  </a:lnTo>
                  <a:close/>
                  <a:moveTo>
                    <a:pt x="69388" y="196221"/>
                  </a:moveTo>
                  <a:cubicBezTo>
                    <a:pt x="57831" y="196221"/>
                    <a:pt x="48928" y="189454"/>
                    <a:pt x="47301" y="179260"/>
                  </a:cubicBezTo>
                  <a:lnTo>
                    <a:pt x="53722" y="177889"/>
                  </a:lnTo>
                  <a:cubicBezTo>
                    <a:pt x="55091" y="185599"/>
                    <a:pt x="60742" y="189796"/>
                    <a:pt x="69559" y="189796"/>
                  </a:cubicBezTo>
                  <a:cubicBezTo>
                    <a:pt x="78292" y="189796"/>
                    <a:pt x="84627" y="183457"/>
                    <a:pt x="84627" y="174891"/>
                  </a:cubicBezTo>
                  <a:cubicBezTo>
                    <a:pt x="84627" y="166495"/>
                    <a:pt x="78377" y="160584"/>
                    <a:pt x="69645" y="160584"/>
                  </a:cubicBezTo>
                  <a:cubicBezTo>
                    <a:pt x="63909" y="160584"/>
                    <a:pt x="58687" y="162812"/>
                    <a:pt x="54663" y="166924"/>
                  </a:cubicBezTo>
                  <a:lnTo>
                    <a:pt x="49784" y="164354"/>
                  </a:lnTo>
                  <a:lnTo>
                    <a:pt x="53208" y="134114"/>
                  </a:lnTo>
                  <a:lnTo>
                    <a:pt x="88479" y="134114"/>
                  </a:lnTo>
                  <a:lnTo>
                    <a:pt x="88479" y="140796"/>
                  </a:lnTo>
                  <a:lnTo>
                    <a:pt x="59029" y="140796"/>
                  </a:lnTo>
                  <a:lnTo>
                    <a:pt x="57060" y="158357"/>
                  </a:lnTo>
                  <a:cubicBezTo>
                    <a:pt x="60228" y="155959"/>
                    <a:pt x="65279" y="154331"/>
                    <a:pt x="69902" y="154331"/>
                  </a:cubicBezTo>
                  <a:cubicBezTo>
                    <a:pt x="82486" y="154331"/>
                    <a:pt x="91475" y="162898"/>
                    <a:pt x="91475" y="174891"/>
                  </a:cubicBezTo>
                  <a:cubicBezTo>
                    <a:pt x="91475" y="187398"/>
                    <a:pt x="82315" y="196221"/>
                    <a:pt x="69388" y="196221"/>
                  </a:cubicBezTo>
                  <a:close/>
                  <a:moveTo>
                    <a:pt x="120135" y="196221"/>
                  </a:moveTo>
                  <a:cubicBezTo>
                    <a:pt x="108577" y="196221"/>
                    <a:pt x="99674" y="189454"/>
                    <a:pt x="98047" y="179260"/>
                  </a:cubicBezTo>
                  <a:lnTo>
                    <a:pt x="104468" y="177889"/>
                  </a:lnTo>
                  <a:cubicBezTo>
                    <a:pt x="105838" y="185599"/>
                    <a:pt x="111488" y="189796"/>
                    <a:pt x="120306" y="189796"/>
                  </a:cubicBezTo>
                  <a:cubicBezTo>
                    <a:pt x="129038" y="189796"/>
                    <a:pt x="135373" y="183457"/>
                    <a:pt x="135373" y="174891"/>
                  </a:cubicBezTo>
                  <a:cubicBezTo>
                    <a:pt x="135373" y="166495"/>
                    <a:pt x="129124" y="160584"/>
                    <a:pt x="120391" y="160584"/>
                  </a:cubicBezTo>
                  <a:cubicBezTo>
                    <a:pt x="114656" y="160584"/>
                    <a:pt x="109433" y="162812"/>
                    <a:pt x="105410" y="166924"/>
                  </a:cubicBezTo>
                  <a:lnTo>
                    <a:pt x="100530" y="164354"/>
                  </a:lnTo>
                  <a:lnTo>
                    <a:pt x="103954" y="134114"/>
                  </a:lnTo>
                  <a:lnTo>
                    <a:pt x="139225" y="134114"/>
                  </a:lnTo>
                  <a:lnTo>
                    <a:pt x="139225" y="140796"/>
                  </a:lnTo>
                  <a:lnTo>
                    <a:pt x="109776" y="140796"/>
                  </a:lnTo>
                  <a:lnTo>
                    <a:pt x="107807" y="158357"/>
                  </a:lnTo>
                  <a:cubicBezTo>
                    <a:pt x="110974" y="155959"/>
                    <a:pt x="116025" y="154331"/>
                    <a:pt x="120648" y="154331"/>
                  </a:cubicBezTo>
                  <a:cubicBezTo>
                    <a:pt x="133233" y="154331"/>
                    <a:pt x="142222" y="162898"/>
                    <a:pt x="142222" y="174891"/>
                  </a:cubicBezTo>
                  <a:cubicBezTo>
                    <a:pt x="142222" y="187398"/>
                    <a:pt x="133062" y="196221"/>
                    <a:pt x="120135" y="196221"/>
                  </a:cubicBezTo>
                  <a:close/>
                  <a:moveTo>
                    <a:pt x="149736" y="203760"/>
                  </a:moveTo>
                  <a:cubicBezTo>
                    <a:pt x="152904" y="202903"/>
                    <a:pt x="153246" y="200762"/>
                    <a:pt x="153246" y="198191"/>
                  </a:cubicBezTo>
                  <a:lnTo>
                    <a:pt x="153246" y="195365"/>
                  </a:lnTo>
                  <a:lnTo>
                    <a:pt x="149736" y="195365"/>
                  </a:lnTo>
                  <a:lnTo>
                    <a:pt x="149736" y="186712"/>
                  </a:lnTo>
                  <a:lnTo>
                    <a:pt x="157527" y="186712"/>
                  </a:lnTo>
                  <a:lnTo>
                    <a:pt x="157527" y="198277"/>
                  </a:lnTo>
                  <a:cubicBezTo>
                    <a:pt x="157527" y="203503"/>
                    <a:pt x="155472" y="206415"/>
                    <a:pt x="149736" y="207443"/>
                  </a:cubicBezTo>
                  <a:lnTo>
                    <a:pt x="149736" y="203760"/>
                  </a:lnTo>
                  <a:close/>
                  <a:moveTo>
                    <a:pt x="182602" y="189368"/>
                  </a:moveTo>
                  <a:cubicBezTo>
                    <a:pt x="192019" y="181572"/>
                    <a:pt x="197926" y="176689"/>
                    <a:pt x="204347" y="170179"/>
                  </a:cubicBezTo>
                  <a:cubicBezTo>
                    <a:pt x="212907" y="161441"/>
                    <a:pt x="214962" y="157843"/>
                    <a:pt x="214962" y="151847"/>
                  </a:cubicBezTo>
                  <a:cubicBezTo>
                    <a:pt x="214962" y="144651"/>
                    <a:pt x="209654" y="139768"/>
                    <a:pt x="201949" y="139768"/>
                  </a:cubicBezTo>
                  <a:cubicBezTo>
                    <a:pt x="194159" y="139768"/>
                    <a:pt x="188851" y="145250"/>
                    <a:pt x="188509" y="153817"/>
                  </a:cubicBezTo>
                  <a:lnTo>
                    <a:pt x="182003" y="153132"/>
                  </a:lnTo>
                  <a:cubicBezTo>
                    <a:pt x="182174" y="141481"/>
                    <a:pt x="190563" y="133257"/>
                    <a:pt x="202121" y="133257"/>
                  </a:cubicBezTo>
                  <a:cubicBezTo>
                    <a:pt x="213764" y="133257"/>
                    <a:pt x="221896" y="140967"/>
                    <a:pt x="221896" y="151932"/>
                  </a:cubicBezTo>
                  <a:cubicBezTo>
                    <a:pt x="221896" y="159385"/>
                    <a:pt x="218301" y="165810"/>
                    <a:pt x="209826" y="173606"/>
                  </a:cubicBezTo>
                  <a:cubicBezTo>
                    <a:pt x="203662" y="179174"/>
                    <a:pt x="198611" y="183457"/>
                    <a:pt x="192104" y="188511"/>
                  </a:cubicBezTo>
                  <a:lnTo>
                    <a:pt x="223266" y="188683"/>
                  </a:lnTo>
                  <a:lnTo>
                    <a:pt x="223266" y="195365"/>
                  </a:lnTo>
                  <a:lnTo>
                    <a:pt x="182602" y="195365"/>
                  </a:lnTo>
                  <a:lnTo>
                    <a:pt x="182602" y="189368"/>
                  </a:lnTo>
                  <a:close/>
                  <a:moveTo>
                    <a:pt x="251392" y="196221"/>
                  </a:moveTo>
                  <a:cubicBezTo>
                    <a:pt x="239835" y="196221"/>
                    <a:pt x="230931" y="189454"/>
                    <a:pt x="229305" y="179260"/>
                  </a:cubicBezTo>
                  <a:lnTo>
                    <a:pt x="235725" y="177889"/>
                  </a:lnTo>
                  <a:cubicBezTo>
                    <a:pt x="237095" y="185599"/>
                    <a:pt x="242745" y="189796"/>
                    <a:pt x="251563" y="189796"/>
                  </a:cubicBezTo>
                  <a:cubicBezTo>
                    <a:pt x="260295" y="189796"/>
                    <a:pt x="266630" y="183457"/>
                    <a:pt x="266630" y="174891"/>
                  </a:cubicBezTo>
                  <a:cubicBezTo>
                    <a:pt x="266630" y="166495"/>
                    <a:pt x="260381" y="160584"/>
                    <a:pt x="251649" y="160584"/>
                  </a:cubicBezTo>
                  <a:cubicBezTo>
                    <a:pt x="245913" y="160584"/>
                    <a:pt x="240691" y="162812"/>
                    <a:pt x="236667" y="166924"/>
                  </a:cubicBezTo>
                  <a:lnTo>
                    <a:pt x="231787" y="164354"/>
                  </a:lnTo>
                  <a:lnTo>
                    <a:pt x="235212" y="134114"/>
                  </a:lnTo>
                  <a:lnTo>
                    <a:pt x="270483" y="134114"/>
                  </a:lnTo>
                  <a:lnTo>
                    <a:pt x="270483" y="140796"/>
                  </a:lnTo>
                  <a:lnTo>
                    <a:pt x="241033" y="140796"/>
                  </a:lnTo>
                  <a:lnTo>
                    <a:pt x="239064" y="158357"/>
                  </a:lnTo>
                  <a:cubicBezTo>
                    <a:pt x="242232" y="155959"/>
                    <a:pt x="247282" y="154331"/>
                    <a:pt x="251905" y="154331"/>
                  </a:cubicBezTo>
                  <a:cubicBezTo>
                    <a:pt x="264490" y="154331"/>
                    <a:pt x="273479" y="162898"/>
                    <a:pt x="273479" y="174891"/>
                  </a:cubicBezTo>
                  <a:cubicBezTo>
                    <a:pt x="273479" y="187398"/>
                    <a:pt x="264319" y="196221"/>
                    <a:pt x="251392" y="196221"/>
                  </a:cubicBezTo>
                  <a:close/>
                  <a:moveTo>
                    <a:pt x="302136" y="196221"/>
                  </a:moveTo>
                  <a:cubicBezTo>
                    <a:pt x="290579" y="196221"/>
                    <a:pt x="281676" y="189454"/>
                    <a:pt x="280051" y="179260"/>
                  </a:cubicBezTo>
                  <a:lnTo>
                    <a:pt x="286470" y="177889"/>
                  </a:lnTo>
                  <a:cubicBezTo>
                    <a:pt x="287839" y="185599"/>
                    <a:pt x="293490" y="189796"/>
                    <a:pt x="302307" y="189796"/>
                  </a:cubicBezTo>
                  <a:cubicBezTo>
                    <a:pt x="311040" y="189796"/>
                    <a:pt x="317375" y="183457"/>
                    <a:pt x="317375" y="174891"/>
                  </a:cubicBezTo>
                  <a:cubicBezTo>
                    <a:pt x="317375" y="166495"/>
                    <a:pt x="311125" y="160584"/>
                    <a:pt x="302393" y="160584"/>
                  </a:cubicBezTo>
                  <a:cubicBezTo>
                    <a:pt x="296657" y="160584"/>
                    <a:pt x="291435" y="162812"/>
                    <a:pt x="287411" y="166924"/>
                  </a:cubicBezTo>
                  <a:lnTo>
                    <a:pt x="282532" y="164354"/>
                  </a:lnTo>
                  <a:lnTo>
                    <a:pt x="285956" y="134114"/>
                  </a:lnTo>
                  <a:lnTo>
                    <a:pt x="321227" y="134114"/>
                  </a:lnTo>
                  <a:lnTo>
                    <a:pt x="321227" y="140796"/>
                  </a:lnTo>
                  <a:lnTo>
                    <a:pt x="291777" y="140796"/>
                  </a:lnTo>
                  <a:lnTo>
                    <a:pt x="289808" y="158357"/>
                  </a:lnTo>
                  <a:cubicBezTo>
                    <a:pt x="292976" y="155959"/>
                    <a:pt x="298027" y="154331"/>
                    <a:pt x="302650" y="154331"/>
                  </a:cubicBezTo>
                  <a:cubicBezTo>
                    <a:pt x="315234" y="154331"/>
                    <a:pt x="324223" y="162898"/>
                    <a:pt x="324223" y="174891"/>
                  </a:cubicBezTo>
                  <a:cubicBezTo>
                    <a:pt x="324223" y="187398"/>
                    <a:pt x="315063" y="196221"/>
                    <a:pt x="302136" y="196221"/>
                  </a:cubicBezTo>
                  <a:close/>
                  <a:moveTo>
                    <a:pt x="331738" y="203760"/>
                  </a:moveTo>
                  <a:cubicBezTo>
                    <a:pt x="334906" y="202903"/>
                    <a:pt x="335248" y="200762"/>
                    <a:pt x="335248" y="198191"/>
                  </a:cubicBezTo>
                  <a:lnTo>
                    <a:pt x="335248" y="195365"/>
                  </a:lnTo>
                  <a:lnTo>
                    <a:pt x="331738" y="195365"/>
                  </a:lnTo>
                  <a:lnTo>
                    <a:pt x="331738" y="186712"/>
                  </a:lnTo>
                  <a:lnTo>
                    <a:pt x="339528" y="186712"/>
                  </a:lnTo>
                  <a:lnTo>
                    <a:pt x="339528" y="198277"/>
                  </a:lnTo>
                  <a:cubicBezTo>
                    <a:pt x="339528" y="203503"/>
                    <a:pt x="337474" y="206415"/>
                    <a:pt x="331738" y="207443"/>
                  </a:cubicBezTo>
                  <a:lnTo>
                    <a:pt x="331738" y="203760"/>
                  </a:lnTo>
                  <a:close/>
                  <a:moveTo>
                    <a:pt x="364602" y="189368"/>
                  </a:moveTo>
                  <a:cubicBezTo>
                    <a:pt x="374019" y="181572"/>
                    <a:pt x="379927" y="176689"/>
                    <a:pt x="386347" y="170179"/>
                  </a:cubicBezTo>
                  <a:cubicBezTo>
                    <a:pt x="394908" y="161441"/>
                    <a:pt x="396963" y="157843"/>
                    <a:pt x="396963" y="151847"/>
                  </a:cubicBezTo>
                  <a:cubicBezTo>
                    <a:pt x="396963" y="144651"/>
                    <a:pt x="391655" y="139768"/>
                    <a:pt x="383950" y="139768"/>
                  </a:cubicBezTo>
                  <a:cubicBezTo>
                    <a:pt x="376160" y="139768"/>
                    <a:pt x="370852" y="145250"/>
                    <a:pt x="370509" y="153817"/>
                  </a:cubicBezTo>
                  <a:lnTo>
                    <a:pt x="364003" y="153132"/>
                  </a:lnTo>
                  <a:cubicBezTo>
                    <a:pt x="364174" y="141481"/>
                    <a:pt x="372564" y="133257"/>
                    <a:pt x="384121" y="133257"/>
                  </a:cubicBezTo>
                  <a:cubicBezTo>
                    <a:pt x="395764" y="133257"/>
                    <a:pt x="403897" y="140967"/>
                    <a:pt x="403897" y="151932"/>
                  </a:cubicBezTo>
                  <a:cubicBezTo>
                    <a:pt x="403897" y="159385"/>
                    <a:pt x="400302" y="165810"/>
                    <a:pt x="391826" y="173606"/>
                  </a:cubicBezTo>
                  <a:cubicBezTo>
                    <a:pt x="385662" y="179174"/>
                    <a:pt x="380611" y="183457"/>
                    <a:pt x="374105" y="188511"/>
                  </a:cubicBezTo>
                  <a:lnTo>
                    <a:pt x="405267" y="188683"/>
                  </a:lnTo>
                  <a:lnTo>
                    <a:pt x="405267" y="195365"/>
                  </a:lnTo>
                  <a:lnTo>
                    <a:pt x="364602" y="195365"/>
                  </a:lnTo>
                  <a:lnTo>
                    <a:pt x="364602" y="189368"/>
                  </a:lnTo>
                  <a:close/>
                  <a:moveTo>
                    <a:pt x="433394" y="196221"/>
                  </a:moveTo>
                  <a:cubicBezTo>
                    <a:pt x="421837" y="196221"/>
                    <a:pt x="412934" y="189454"/>
                    <a:pt x="411307" y="179260"/>
                  </a:cubicBezTo>
                  <a:lnTo>
                    <a:pt x="417728" y="177889"/>
                  </a:lnTo>
                  <a:cubicBezTo>
                    <a:pt x="419098" y="185599"/>
                    <a:pt x="424748" y="189796"/>
                    <a:pt x="433566" y="189796"/>
                  </a:cubicBezTo>
                  <a:cubicBezTo>
                    <a:pt x="442298" y="189796"/>
                    <a:pt x="448633" y="183457"/>
                    <a:pt x="448633" y="174891"/>
                  </a:cubicBezTo>
                  <a:cubicBezTo>
                    <a:pt x="448633" y="166495"/>
                    <a:pt x="442383" y="160584"/>
                    <a:pt x="433651" y="160584"/>
                  </a:cubicBezTo>
                  <a:cubicBezTo>
                    <a:pt x="427915" y="160584"/>
                    <a:pt x="422693" y="162812"/>
                    <a:pt x="418669" y="166924"/>
                  </a:cubicBezTo>
                  <a:lnTo>
                    <a:pt x="413790" y="164354"/>
                  </a:lnTo>
                  <a:lnTo>
                    <a:pt x="417214" y="134114"/>
                  </a:lnTo>
                  <a:lnTo>
                    <a:pt x="452485" y="134114"/>
                  </a:lnTo>
                  <a:lnTo>
                    <a:pt x="452485" y="140796"/>
                  </a:lnTo>
                  <a:lnTo>
                    <a:pt x="423036" y="140796"/>
                  </a:lnTo>
                  <a:lnTo>
                    <a:pt x="421067" y="158357"/>
                  </a:lnTo>
                  <a:cubicBezTo>
                    <a:pt x="424234" y="155959"/>
                    <a:pt x="429285" y="154331"/>
                    <a:pt x="433908" y="154331"/>
                  </a:cubicBezTo>
                  <a:cubicBezTo>
                    <a:pt x="446493" y="154331"/>
                    <a:pt x="455482" y="162898"/>
                    <a:pt x="455482" y="174891"/>
                  </a:cubicBezTo>
                  <a:cubicBezTo>
                    <a:pt x="455482" y="187398"/>
                    <a:pt x="446321" y="196221"/>
                    <a:pt x="433394" y="196221"/>
                  </a:cubicBezTo>
                  <a:close/>
                  <a:moveTo>
                    <a:pt x="484142" y="196221"/>
                  </a:moveTo>
                  <a:cubicBezTo>
                    <a:pt x="472584" y="196221"/>
                    <a:pt x="463681" y="189454"/>
                    <a:pt x="462054" y="179260"/>
                  </a:cubicBezTo>
                  <a:lnTo>
                    <a:pt x="468475" y="177889"/>
                  </a:lnTo>
                  <a:cubicBezTo>
                    <a:pt x="469845" y="185599"/>
                    <a:pt x="475495" y="189796"/>
                    <a:pt x="484313" y="189796"/>
                  </a:cubicBezTo>
                  <a:cubicBezTo>
                    <a:pt x="493045" y="189796"/>
                    <a:pt x="499380" y="183457"/>
                    <a:pt x="499380" y="174891"/>
                  </a:cubicBezTo>
                  <a:cubicBezTo>
                    <a:pt x="499380" y="166495"/>
                    <a:pt x="493131" y="160584"/>
                    <a:pt x="484398" y="160584"/>
                  </a:cubicBezTo>
                  <a:cubicBezTo>
                    <a:pt x="478663" y="160584"/>
                    <a:pt x="473440" y="162812"/>
                    <a:pt x="469417" y="166924"/>
                  </a:cubicBezTo>
                  <a:lnTo>
                    <a:pt x="464537" y="164354"/>
                  </a:lnTo>
                  <a:lnTo>
                    <a:pt x="467961" y="134114"/>
                  </a:lnTo>
                  <a:lnTo>
                    <a:pt x="503232" y="134114"/>
                  </a:lnTo>
                  <a:lnTo>
                    <a:pt x="503232" y="140796"/>
                  </a:lnTo>
                  <a:lnTo>
                    <a:pt x="473783" y="140796"/>
                  </a:lnTo>
                  <a:lnTo>
                    <a:pt x="471814" y="158357"/>
                  </a:lnTo>
                  <a:cubicBezTo>
                    <a:pt x="474981" y="155959"/>
                    <a:pt x="480032" y="154331"/>
                    <a:pt x="484655" y="154331"/>
                  </a:cubicBezTo>
                  <a:cubicBezTo>
                    <a:pt x="497240" y="154331"/>
                    <a:pt x="506229" y="162898"/>
                    <a:pt x="506229" y="174891"/>
                  </a:cubicBezTo>
                  <a:cubicBezTo>
                    <a:pt x="506229" y="187398"/>
                    <a:pt x="497069" y="196221"/>
                    <a:pt x="484142" y="196221"/>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0" name="Google Shape;1200;p82"/>
            <p:cNvSpPr/>
            <p:nvPr/>
          </p:nvSpPr>
          <p:spPr>
            <a:xfrm>
              <a:off x="4397521" y="3571398"/>
              <a:ext cx="217567" cy="141580"/>
            </a:xfrm>
            <a:custGeom>
              <a:rect b="b" l="l" r="r" t="t"/>
              <a:pathLst>
                <a:path extrusionOk="0" h="207443" w="318780">
                  <a:moveTo>
                    <a:pt x="28850" y="62964"/>
                  </a:moveTo>
                  <a:cubicBezTo>
                    <a:pt x="12242" y="62964"/>
                    <a:pt x="0" y="49686"/>
                    <a:pt x="0" y="31525"/>
                  </a:cubicBezTo>
                  <a:cubicBezTo>
                    <a:pt x="0" y="13278"/>
                    <a:pt x="12242" y="0"/>
                    <a:pt x="28850" y="0"/>
                  </a:cubicBezTo>
                  <a:cubicBezTo>
                    <a:pt x="40151" y="0"/>
                    <a:pt x="49653" y="6254"/>
                    <a:pt x="54362" y="16705"/>
                  </a:cubicBezTo>
                  <a:lnTo>
                    <a:pt x="44174" y="22273"/>
                  </a:lnTo>
                  <a:cubicBezTo>
                    <a:pt x="41093" y="14992"/>
                    <a:pt x="35699" y="11051"/>
                    <a:pt x="28850" y="11051"/>
                  </a:cubicBezTo>
                  <a:cubicBezTo>
                    <a:pt x="19091" y="11051"/>
                    <a:pt x="11985" y="19532"/>
                    <a:pt x="11985" y="31525"/>
                  </a:cubicBezTo>
                  <a:cubicBezTo>
                    <a:pt x="11985" y="43432"/>
                    <a:pt x="19091" y="51913"/>
                    <a:pt x="28850" y="51913"/>
                  </a:cubicBezTo>
                  <a:cubicBezTo>
                    <a:pt x="35699" y="51913"/>
                    <a:pt x="41093" y="47973"/>
                    <a:pt x="44174" y="40777"/>
                  </a:cubicBezTo>
                  <a:lnTo>
                    <a:pt x="54362" y="46259"/>
                  </a:lnTo>
                  <a:cubicBezTo>
                    <a:pt x="49653" y="56796"/>
                    <a:pt x="40236" y="62964"/>
                    <a:pt x="28850" y="62964"/>
                  </a:cubicBezTo>
                  <a:close/>
                  <a:moveTo>
                    <a:pt x="89538" y="62107"/>
                  </a:moveTo>
                  <a:lnTo>
                    <a:pt x="74214" y="24243"/>
                  </a:lnTo>
                  <a:lnTo>
                    <a:pt x="74214" y="62107"/>
                  </a:lnTo>
                  <a:lnTo>
                    <a:pt x="62314" y="62107"/>
                  </a:lnTo>
                  <a:lnTo>
                    <a:pt x="62314" y="857"/>
                  </a:lnTo>
                  <a:lnTo>
                    <a:pt x="75755" y="857"/>
                  </a:lnTo>
                  <a:lnTo>
                    <a:pt x="92534" y="42661"/>
                  </a:lnTo>
                  <a:lnTo>
                    <a:pt x="109314" y="857"/>
                  </a:lnTo>
                  <a:lnTo>
                    <a:pt x="122669" y="857"/>
                  </a:lnTo>
                  <a:lnTo>
                    <a:pt x="122669" y="62107"/>
                  </a:lnTo>
                  <a:lnTo>
                    <a:pt x="110940" y="62107"/>
                  </a:lnTo>
                  <a:lnTo>
                    <a:pt x="110940" y="24158"/>
                  </a:lnTo>
                  <a:lnTo>
                    <a:pt x="95616" y="62107"/>
                  </a:lnTo>
                  <a:lnTo>
                    <a:pt x="89538" y="62107"/>
                  </a:lnTo>
                  <a:close/>
                  <a:moveTo>
                    <a:pt x="149093" y="62107"/>
                  </a:moveTo>
                  <a:lnTo>
                    <a:pt x="149093" y="34951"/>
                  </a:lnTo>
                  <a:lnTo>
                    <a:pt x="126664" y="857"/>
                  </a:lnTo>
                  <a:lnTo>
                    <a:pt x="140276" y="857"/>
                  </a:lnTo>
                  <a:lnTo>
                    <a:pt x="155086" y="24586"/>
                  </a:lnTo>
                  <a:lnTo>
                    <a:pt x="169811" y="857"/>
                  </a:lnTo>
                  <a:lnTo>
                    <a:pt x="183423" y="857"/>
                  </a:lnTo>
                  <a:lnTo>
                    <a:pt x="161164" y="34694"/>
                  </a:lnTo>
                  <a:lnTo>
                    <a:pt x="161164" y="62107"/>
                  </a:lnTo>
                  <a:lnTo>
                    <a:pt x="149093" y="62107"/>
                  </a:lnTo>
                  <a:close/>
                  <a:moveTo>
                    <a:pt x="187465" y="62107"/>
                  </a:moveTo>
                  <a:lnTo>
                    <a:pt x="187465" y="857"/>
                  </a:lnTo>
                  <a:lnTo>
                    <a:pt x="199451" y="857"/>
                  </a:lnTo>
                  <a:lnTo>
                    <a:pt x="199451" y="25957"/>
                  </a:lnTo>
                  <a:lnTo>
                    <a:pt x="221195" y="857"/>
                  </a:lnTo>
                  <a:lnTo>
                    <a:pt x="236776" y="857"/>
                  </a:lnTo>
                  <a:lnTo>
                    <a:pt x="213319" y="26471"/>
                  </a:lnTo>
                  <a:lnTo>
                    <a:pt x="237632" y="62107"/>
                  </a:lnTo>
                  <a:lnTo>
                    <a:pt x="223507" y="62107"/>
                  </a:lnTo>
                  <a:lnTo>
                    <a:pt x="205443" y="35123"/>
                  </a:lnTo>
                  <a:lnTo>
                    <a:pt x="199451" y="41633"/>
                  </a:lnTo>
                  <a:lnTo>
                    <a:pt x="199451" y="62107"/>
                  </a:lnTo>
                  <a:lnTo>
                    <a:pt x="187465" y="62107"/>
                  </a:lnTo>
                  <a:close/>
                  <a:moveTo>
                    <a:pt x="25683" y="196221"/>
                  </a:moveTo>
                  <a:cubicBezTo>
                    <a:pt x="11129" y="196221"/>
                    <a:pt x="1113" y="183457"/>
                    <a:pt x="1113" y="164782"/>
                  </a:cubicBezTo>
                  <a:cubicBezTo>
                    <a:pt x="1113" y="146107"/>
                    <a:pt x="11129" y="133257"/>
                    <a:pt x="25683" y="133257"/>
                  </a:cubicBezTo>
                  <a:cubicBezTo>
                    <a:pt x="40322" y="133257"/>
                    <a:pt x="50167" y="145936"/>
                    <a:pt x="50167" y="164782"/>
                  </a:cubicBezTo>
                  <a:cubicBezTo>
                    <a:pt x="50167" y="183543"/>
                    <a:pt x="40236" y="196221"/>
                    <a:pt x="25683" y="196221"/>
                  </a:cubicBezTo>
                  <a:close/>
                  <a:moveTo>
                    <a:pt x="25683" y="189539"/>
                  </a:moveTo>
                  <a:cubicBezTo>
                    <a:pt x="36127" y="189539"/>
                    <a:pt x="43147" y="179602"/>
                    <a:pt x="43147" y="164782"/>
                  </a:cubicBezTo>
                  <a:cubicBezTo>
                    <a:pt x="43147" y="149791"/>
                    <a:pt x="36213" y="139939"/>
                    <a:pt x="25683" y="139939"/>
                  </a:cubicBezTo>
                  <a:cubicBezTo>
                    <a:pt x="15153" y="139939"/>
                    <a:pt x="8133" y="149791"/>
                    <a:pt x="8133" y="164782"/>
                  </a:cubicBezTo>
                  <a:cubicBezTo>
                    <a:pt x="8133" y="179602"/>
                    <a:pt x="15153" y="189539"/>
                    <a:pt x="25683" y="189539"/>
                  </a:cubicBezTo>
                  <a:close/>
                  <a:moveTo>
                    <a:pt x="57101" y="203760"/>
                  </a:moveTo>
                  <a:cubicBezTo>
                    <a:pt x="60269" y="202903"/>
                    <a:pt x="60611" y="200762"/>
                    <a:pt x="60611" y="198191"/>
                  </a:cubicBezTo>
                  <a:lnTo>
                    <a:pt x="60611" y="195365"/>
                  </a:lnTo>
                  <a:lnTo>
                    <a:pt x="57101" y="195365"/>
                  </a:lnTo>
                  <a:lnTo>
                    <a:pt x="57101" y="186712"/>
                  </a:lnTo>
                  <a:lnTo>
                    <a:pt x="64892" y="186712"/>
                  </a:lnTo>
                  <a:lnTo>
                    <a:pt x="64892" y="198277"/>
                  </a:lnTo>
                  <a:cubicBezTo>
                    <a:pt x="64892" y="203503"/>
                    <a:pt x="62837" y="206415"/>
                    <a:pt x="57101" y="207443"/>
                  </a:cubicBezTo>
                  <a:lnTo>
                    <a:pt x="57101" y="203760"/>
                  </a:lnTo>
                  <a:close/>
                  <a:moveTo>
                    <a:pt x="115221" y="196221"/>
                  </a:moveTo>
                  <a:cubicBezTo>
                    <a:pt x="100667" y="196221"/>
                    <a:pt x="90651" y="183457"/>
                    <a:pt x="90651" y="164782"/>
                  </a:cubicBezTo>
                  <a:cubicBezTo>
                    <a:pt x="90651" y="146107"/>
                    <a:pt x="100667" y="133257"/>
                    <a:pt x="115221" y="133257"/>
                  </a:cubicBezTo>
                  <a:cubicBezTo>
                    <a:pt x="129860" y="133257"/>
                    <a:pt x="139705" y="145936"/>
                    <a:pt x="139705" y="164782"/>
                  </a:cubicBezTo>
                  <a:cubicBezTo>
                    <a:pt x="139705" y="183543"/>
                    <a:pt x="129774" y="196221"/>
                    <a:pt x="115221" y="196221"/>
                  </a:cubicBezTo>
                  <a:close/>
                  <a:moveTo>
                    <a:pt x="115221" y="189539"/>
                  </a:moveTo>
                  <a:cubicBezTo>
                    <a:pt x="125665" y="189539"/>
                    <a:pt x="132685" y="179602"/>
                    <a:pt x="132685" y="164782"/>
                  </a:cubicBezTo>
                  <a:cubicBezTo>
                    <a:pt x="132685" y="149791"/>
                    <a:pt x="125751" y="139939"/>
                    <a:pt x="115221" y="139939"/>
                  </a:cubicBezTo>
                  <a:cubicBezTo>
                    <a:pt x="104691" y="139939"/>
                    <a:pt x="97671" y="149791"/>
                    <a:pt x="97671" y="164782"/>
                  </a:cubicBezTo>
                  <a:cubicBezTo>
                    <a:pt x="97671" y="179602"/>
                    <a:pt x="104691" y="189539"/>
                    <a:pt x="115221" y="189539"/>
                  </a:cubicBezTo>
                  <a:close/>
                  <a:moveTo>
                    <a:pt x="146639" y="203760"/>
                  </a:moveTo>
                  <a:cubicBezTo>
                    <a:pt x="149807" y="202903"/>
                    <a:pt x="150149" y="200762"/>
                    <a:pt x="150149" y="198191"/>
                  </a:cubicBezTo>
                  <a:lnTo>
                    <a:pt x="150149" y="195365"/>
                  </a:lnTo>
                  <a:lnTo>
                    <a:pt x="146639" y="195365"/>
                  </a:lnTo>
                  <a:lnTo>
                    <a:pt x="146639" y="186712"/>
                  </a:lnTo>
                  <a:lnTo>
                    <a:pt x="154430" y="186712"/>
                  </a:lnTo>
                  <a:lnTo>
                    <a:pt x="154430" y="198277"/>
                  </a:lnTo>
                  <a:cubicBezTo>
                    <a:pt x="154430" y="203503"/>
                    <a:pt x="152375" y="206415"/>
                    <a:pt x="146639" y="207443"/>
                  </a:cubicBezTo>
                  <a:lnTo>
                    <a:pt x="146639" y="203760"/>
                  </a:lnTo>
                  <a:close/>
                  <a:moveTo>
                    <a:pt x="204758" y="196221"/>
                  </a:moveTo>
                  <a:cubicBezTo>
                    <a:pt x="190205" y="196221"/>
                    <a:pt x="180189" y="183457"/>
                    <a:pt x="180189" y="164782"/>
                  </a:cubicBezTo>
                  <a:cubicBezTo>
                    <a:pt x="180189" y="146107"/>
                    <a:pt x="190205" y="133257"/>
                    <a:pt x="204758" y="133257"/>
                  </a:cubicBezTo>
                  <a:cubicBezTo>
                    <a:pt x="219398" y="133257"/>
                    <a:pt x="229243" y="145936"/>
                    <a:pt x="229243" y="164782"/>
                  </a:cubicBezTo>
                  <a:cubicBezTo>
                    <a:pt x="229243" y="183543"/>
                    <a:pt x="219312" y="196221"/>
                    <a:pt x="204758" y="196221"/>
                  </a:cubicBezTo>
                  <a:close/>
                  <a:moveTo>
                    <a:pt x="204758" y="189539"/>
                  </a:moveTo>
                  <a:cubicBezTo>
                    <a:pt x="215203" y="189539"/>
                    <a:pt x="222223" y="179602"/>
                    <a:pt x="222223" y="164782"/>
                  </a:cubicBezTo>
                  <a:cubicBezTo>
                    <a:pt x="222223" y="149791"/>
                    <a:pt x="215288" y="139939"/>
                    <a:pt x="204758" y="139939"/>
                  </a:cubicBezTo>
                  <a:cubicBezTo>
                    <a:pt x="194229" y="139939"/>
                    <a:pt x="187209" y="149791"/>
                    <a:pt x="187209" y="164782"/>
                  </a:cubicBezTo>
                  <a:cubicBezTo>
                    <a:pt x="187209" y="179602"/>
                    <a:pt x="194229" y="189539"/>
                    <a:pt x="204758" y="189539"/>
                  </a:cubicBezTo>
                  <a:close/>
                  <a:moveTo>
                    <a:pt x="236177" y="203760"/>
                  </a:moveTo>
                  <a:cubicBezTo>
                    <a:pt x="239345" y="202903"/>
                    <a:pt x="239687" y="200762"/>
                    <a:pt x="239687" y="198191"/>
                  </a:cubicBezTo>
                  <a:lnTo>
                    <a:pt x="239687" y="195365"/>
                  </a:lnTo>
                  <a:lnTo>
                    <a:pt x="236177" y="195365"/>
                  </a:lnTo>
                  <a:lnTo>
                    <a:pt x="236177" y="186712"/>
                  </a:lnTo>
                  <a:lnTo>
                    <a:pt x="243967" y="186712"/>
                  </a:lnTo>
                  <a:lnTo>
                    <a:pt x="243967" y="198277"/>
                  </a:lnTo>
                  <a:cubicBezTo>
                    <a:pt x="243967" y="203503"/>
                    <a:pt x="241913" y="206415"/>
                    <a:pt x="236177" y="207443"/>
                  </a:cubicBezTo>
                  <a:lnTo>
                    <a:pt x="236177" y="203760"/>
                  </a:lnTo>
                  <a:close/>
                  <a:moveTo>
                    <a:pt x="294296" y="196221"/>
                  </a:moveTo>
                  <a:cubicBezTo>
                    <a:pt x="279743" y="196221"/>
                    <a:pt x="269726" y="183457"/>
                    <a:pt x="269726" y="164782"/>
                  </a:cubicBezTo>
                  <a:cubicBezTo>
                    <a:pt x="269726" y="146107"/>
                    <a:pt x="279743" y="133257"/>
                    <a:pt x="294296" y="133257"/>
                  </a:cubicBezTo>
                  <a:cubicBezTo>
                    <a:pt x="308935" y="133257"/>
                    <a:pt x="318781" y="145936"/>
                    <a:pt x="318781" y="164782"/>
                  </a:cubicBezTo>
                  <a:cubicBezTo>
                    <a:pt x="318781" y="183543"/>
                    <a:pt x="308850" y="196221"/>
                    <a:pt x="294296" y="196221"/>
                  </a:cubicBezTo>
                  <a:close/>
                  <a:moveTo>
                    <a:pt x="294296" y="189539"/>
                  </a:moveTo>
                  <a:cubicBezTo>
                    <a:pt x="304741" y="189539"/>
                    <a:pt x="311761" y="179602"/>
                    <a:pt x="311761" y="164782"/>
                  </a:cubicBezTo>
                  <a:cubicBezTo>
                    <a:pt x="311761" y="149791"/>
                    <a:pt x="304826" y="139939"/>
                    <a:pt x="294296" y="139939"/>
                  </a:cubicBezTo>
                  <a:cubicBezTo>
                    <a:pt x="283766" y="139939"/>
                    <a:pt x="276746" y="149791"/>
                    <a:pt x="276746" y="164782"/>
                  </a:cubicBezTo>
                  <a:cubicBezTo>
                    <a:pt x="276746" y="179602"/>
                    <a:pt x="283766" y="189539"/>
                    <a:pt x="294296" y="189539"/>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1" name="Google Shape;1201;p82"/>
            <p:cNvSpPr/>
            <p:nvPr/>
          </p:nvSpPr>
          <p:spPr>
            <a:xfrm>
              <a:off x="4729628" y="3571983"/>
              <a:ext cx="216094" cy="133921"/>
            </a:xfrm>
            <a:custGeom>
              <a:rect b="b" l="l" r="r" t="t"/>
              <a:pathLst>
                <a:path extrusionOk="0" h="196221" w="316621">
                  <a:moveTo>
                    <a:pt x="0" y="61251"/>
                  </a:moveTo>
                  <a:lnTo>
                    <a:pt x="0" y="0"/>
                  </a:lnTo>
                  <a:lnTo>
                    <a:pt x="18920" y="0"/>
                  </a:lnTo>
                  <a:cubicBezTo>
                    <a:pt x="33816" y="0"/>
                    <a:pt x="43404" y="7967"/>
                    <a:pt x="43404" y="20474"/>
                  </a:cubicBezTo>
                  <a:cubicBezTo>
                    <a:pt x="43404" y="33067"/>
                    <a:pt x="33901" y="41034"/>
                    <a:pt x="18920" y="41034"/>
                  </a:cubicBezTo>
                  <a:lnTo>
                    <a:pt x="11985" y="41034"/>
                  </a:lnTo>
                  <a:lnTo>
                    <a:pt x="11985" y="61251"/>
                  </a:lnTo>
                  <a:lnTo>
                    <a:pt x="0" y="61251"/>
                  </a:lnTo>
                  <a:close/>
                  <a:moveTo>
                    <a:pt x="18920" y="30240"/>
                  </a:moveTo>
                  <a:cubicBezTo>
                    <a:pt x="27309" y="30240"/>
                    <a:pt x="31419" y="27070"/>
                    <a:pt x="31419" y="20474"/>
                  </a:cubicBezTo>
                  <a:cubicBezTo>
                    <a:pt x="31419" y="14049"/>
                    <a:pt x="27224" y="10794"/>
                    <a:pt x="18920" y="10794"/>
                  </a:cubicBezTo>
                  <a:lnTo>
                    <a:pt x="11985" y="10794"/>
                  </a:lnTo>
                  <a:lnTo>
                    <a:pt x="11985" y="30240"/>
                  </a:lnTo>
                  <a:lnTo>
                    <a:pt x="18920" y="30240"/>
                  </a:lnTo>
                  <a:close/>
                  <a:moveTo>
                    <a:pt x="66775" y="62107"/>
                  </a:moveTo>
                  <a:cubicBezTo>
                    <a:pt x="55903" y="62107"/>
                    <a:pt x="48027" y="52599"/>
                    <a:pt x="48027" y="39406"/>
                  </a:cubicBezTo>
                  <a:cubicBezTo>
                    <a:pt x="48027" y="26385"/>
                    <a:pt x="55903" y="16962"/>
                    <a:pt x="66775" y="16962"/>
                  </a:cubicBezTo>
                  <a:cubicBezTo>
                    <a:pt x="71655" y="16962"/>
                    <a:pt x="75850" y="19104"/>
                    <a:pt x="79017" y="22701"/>
                  </a:cubicBezTo>
                  <a:lnTo>
                    <a:pt x="79017" y="17818"/>
                  </a:lnTo>
                  <a:lnTo>
                    <a:pt x="90489" y="17818"/>
                  </a:lnTo>
                  <a:lnTo>
                    <a:pt x="90489" y="61251"/>
                  </a:lnTo>
                  <a:lnTo>
                    <a:pt x="80130" y="61251"/>
                  </a:lnTo>
                  <a:lnTo>
                    <a:pt x="79702" y="55597"/>
                  </a:lnTo>
                  <a:cubicBezTo>
                    <a:pt x="76449" y="59709"/>
                    <a:pt x="71997" y="62107"/>
                    <a:pt x="66775" y="62107"/>
                  </a:cubicBezTo>
                  <a:close/>
                  <a:moveTo>
                    <a:pt x="69258" y="51828"/>
                  </a:moveTo>
                  <a:cubicBezTo>
                    <a:pt x="74994" y="51828"/>
                    <a:pt x="79017" y="46688"/>
                    <a:pt x="79017" y="39406"/>
                  </a:cubicBezTo>
                  <a:cubicBezTo>
                    <a:pt x="79017" y="32296"/>
                    <a:pt x="74994" y="27242"/>
                    <a:pt x="69258" y="27242"/>
                  </a:cubicBezTo>
                  <a:cubicBezTo>
                    <a:pt x="63522" y="27242"/>
                    <a:pt x="59499" y="32296"/>
                    <a:pt x="59499" y="39406"/>
                  </a:cubicBezTo>
                  <a:cubicBezTo>
                    <a:pt x="59499" y="46688"/>
                    <a:pt x="63522" y="51828"/>
                    <a:pt x="69258" y="51828"/>
                  </a:cubicBezTo>
                  <a:close/>
                  <a:moveTo>
                    <a:pt x="100315" y="61251"/>
                  </a:moveTo>
                  <a:lnTo>
                    <a:pt x="100315" y="17818"/>
                  </a:lnTo>
                  <a:lnTo>
                    <a:pt x="110503" y="17818"/>
                  </a:lnTo>
                  <a:lnTo>
                    <a:pt x="110760" y="24243"/>
                  </a:lnTo>
                  <a:cubicBezTo>
                    <a:pt x="113328" y="19874"/>
                    <a:pt x="118635" y="16962"/>
                    <a:pt x="124200" y="16962"/>
                  </a:cubicBezTo>
                  <a:cubicBezTo>
                    <a:pt x="133446" y="16962"/>
                    <a:pt x="138668" y="23130"/>
                    <a:pt x="138668" y="33923"/>
                  </a:cubicBezTo>
                  <a:lnTo>
                    <a:pt x="138668" y="61251"/>
                  </a:lnTo>
                  <a:lnTo>
                    <a:pt x="127197" y="61251"/>
                  </a:lnTo>
                  <a:lnTo>
                    <a:pt x="127197" y="36322"/>
                  </a:lnTo>
                  <a:cubicBezTo>
                    <a:pt x="127197" y="30497"/>
                    <a:pt x="124799" y="27242"/>
                    <a:pt x="120176" y="27242"/>
                  </a:cubicBezTo>
                  <a:cubicBezTo>
                    <a:pt x="115725" y="27242"/>
                    <a:pt x="112814" y="30583"/>
                    <a:pt x="112129" y="35979"/>
                  </a:cubicBezTo>
                  <a:cubicBezTo>
                    <a:pt x="111872" y="37436"/>
                    <a:pt x="111787" y="39834"/>
                    <a:pt x="111787" y="44546"/>
                  </a:cubicBezTo>
                  <a:lnTo>
                    <a:pt x="111787" y="61251"/>
                  </a:lnTo>
                  <a:lnTo>
                    <a:pt x="100315" y="61251"/>
                  </a:lnTo>
                  <a:close/>
                  <a:moveTo>
                    <a:pt x="166158" y="62193"/>
                  </a:moveTo>
                  <a:cubicBezTo>
                    <a:pt x="155714" y="62193"/>
                    <a:pt x="150321" y="56196"/>
                    <a:pt x="150321" y="44546"/>
                  </a:cubicBezTo>
                  <a:lnTo>
                    <a:pt x="150321" y="28098"/>
                  </a:lnTo>
                  <a:lnTo>
                    <a:pt x="143643" y="28098"/>
                  </a:lnTo>
                  <a:lnTo>
                    <a:pt x="143643" y="17818"/>
                  </a:lnTo>
                  <a:lnTo>
                    <a:pt x="150321" y="17818"/>
                  </a:lnTo>
                  <a:lnTo>
                    <a:pt x="150321" y="4969"/>
                  </a:lnTo>
                  <a:lnTo>
                    <a:pt x="161792" y="4969"/>
                  </a:lnTo>
                  <a:lnTo>
                    <a:pt x="161792" y="17818"/>
                  </a:lnTo>
                  <a:lnTo>
                    <a:pt x="173349" y="17818"/>
                  </a:lnTo>
                  <a:lnTo>
                    <a:pt x="173349" y="28098"/>
                  </a:lnTo>
                  <a:lnTo>
                    <a:pt x="161792" y="28098"/>
                  </a:lnTo>
                  <a:lnTo>
                    <a:pt x="161792" y="44717"/>
                  </a:lnTo>
                  <a:cubicBezTo>
                    <a:pt x="161792" y="49343"/>
                    <a:pt x="163847" y="51828"/>
                    <a:pt x="167699" y="51828"/>
                  </a:cubicBezTo>
                  <a:cubicBezTo>
                    <a:pt x="169411" y="51828"/>
                    <a:pt x="171295" y="51485"/>
                    <a:pt x="173435" y="50628"/>
                  </a:cubicBezTo>
                  <a:lnTo>
                    <a:pt x="174890" y="60737"/>
                  </a:lnTo>
                  <a:cubicBezTo>
                    <a:pt x="172237" y="61679"/>
                    <a:pt x="169326" y="62193"/>
                    <a:pt x="166158" y="62193"/>
                  </a:cubicBezTo>
                  <a:close/>
                  <a:moveTo>
                    <a:pt x="199850" y="62107"/>
                  </a:moveTo>
                  <a:cubicBezTo>
                    <a:pt x="187522" y="62107"/>
                    <a:pt x="178619" y="52684"/>
                    <a:pt x="178619" y="39492"/>
                  </a:cubicBezTo>
                  <a:cubicBezTo>
                    <a:pt x="178619" y="26471"/>
                    <a:pt x="187522" y="16962"/>
                    <a:pt x="199850" y="16962"/>
                  </a:cubicBezTo>
                  <a:cubicBezTo>
                    <a:pt x="212178" y="16962"/>
                    <a:pt x="221081" y="26471"/>
                    <a:pt x="221081" y="39492"/>
                  </a:cubicBezTo>
                  <a:cubicBezTo>
                    <a:pt x="221081" y="52684"/>
                    <a:pt x="212178" y="62107"/>
                    <a:pt x="199850" y="62107"/>
                  </a:cubicBezTo>
                  <a:close/>
                  <a:moveTo>
                    <a:pt x="199850" y="51828"/>
                  </a:moveTo>
                  <a:cubicBezTo>
                    <a:pt x="205586" y="51828"/>
                    <a:pt x="209610" y="46773"/>
                    <a:pt x="209610" y="39492"/>
                  </a:cubicBezTo>
                  <a:cubicBezTo>
                    <a:pt x="209610" y="32210"/>
                    <a:pt x="205672" y="27242"/>
                    <a:pt x="199850" y="27242"/>
                  </a:cubicBezTo>
                  <a:cubicBezTo>
                    <a:pt x="194029" y="27242"/>
                    <a:pt x="190091" y="32210"/>
                    <a:pt x="190091" y="39492"/>
                  </a:cubicBezTo>
                  <a:cubicBezTo>
                    <a:pt x="190091" y="46773"/>
                    <a:pt x="194114" y="51828"/>
                    <a:pt x="199850" y="51828"/>
                  </a:cubicBezTo>
                  <a:close/>
                  <a:moveTo>
                    <a:pt x="228805" y="61251"/>
                  </a:moveTo>
                  <a:lnTo>
                    <a:pt x="228805" y="17818"/>
                  </a:lnTo>
                  <a:lnTo>
                    <a:pt x="238993" y="17818"/>
                  </a:lnTo>
                  <a:lnTo>
                    <a:pt x="239250" y="24243"/>
                  </a:lnTo>
                  <a:cubicBezTo>
                    <a:pt x="241818" y="19874"/>
                    <a:pt x="247126" y="16962"/>
                    <a:pt x="252690" y="16962"/>
                  </a:cubicBezTo>
                  <a:cubicBezTo>
                    <a:pt x="261936" y="16962"/>
                    <a:pt x="267158" y="23130"/>
                    <a:pt x="267158" y="33923"/>
                  </a:cubicBezTo>
                  <a:lnTo>
                    <a:pt x="267158" y="61251"/>
                  </a:lnTo>
                  <a:lnTo>
                    <a:pt x="255687" y="61251"/>
                  </a:lnTo>
                  <a:lnTo>
                    <a:pt x="255687" y="36322"/>
                  </a:lnTo>
                  <a:cubicBezTo>
                    <a:pt x="255687" y="30497"/>
                    <a:pt x="253289" y="27242"/>
                    <a:pt x="248667" y="27242"/>
                  </a:cubicBezTo>
                  <a:cubicBezTo>
                    <a:pt x="244215" y="27242"/>
                    <a:pt x="241304" y="30583"/>
                    <a:pt x="240619" y="35979"/>
                  </a:cubicBezTo>
                  <a:cubicBezTo>
                    <a:pt x="240363" y="37436"/>
                    <a:pt x="240277" y="39834"/>
                    <a:pt x="240277" y="44546"/>
                  </a:cubicBezTo>
                  <a:lnTo>
                    <a:pt x="240277" y="61251"/>
                  </a:lnTo>
                  <a:lnTo>
                    <a:pt x="228805" y="61251"/>
                  </a:lnTo>
                  <a:close/>
                  <a:moveTo>
                    <a:pt x="296161" y="62107"/>
                  </a:moveTo>
                  <a:cubicBezTo>
                    <a:pt x="283919" y="62107"/>
                    <a:pt x="274930" y="52684"/>
                    <a:pt x="274930" y="39492"/>
                  </a:cubicBezTo>
                  <a:cubicBezTo>
                    <a:pt x="274930" y="26299"/>
                    <a:pt x="283576" y="16962"/>
                    <a:pt x="295818" y="16962"/>
                  </a:cubicBezTo>
                  <a:cubicBezTo>
                    <a:pt x="307804" y="16962"/>
                    <a:pt x="316621" y="26042"/>
                    <a:pt x="316621" y="38550"/>
                  </a:cubicBezTo>
                  <a:cubicBezTo>
                    <a:pt x="316621" y="39920"/>
                    <a:pt x="316450" y="41548"/>
                    <a:pt x="316279" y="43004"/>
                  </a:cubicBezTo>
                  <a:lnTo>
                    <a:pt x="286658" y="43004"/>
                  </a:lnTo>
                  <a:cubicBezTo>
                    <a:pt x="287600" y="48829"/>
                    <a:pt x="291110" y="52341"/>
                    <a:pt x="296161" y="52341"/>
                  </a:cubicBezTo>
                  <a:cubicBezTo>
                    <a:pt x="300441" y="52341"/>
                    <a:pt x="303609" y="50543"/>
                    <a:pt x="306263" y="46602"/>
                  </a:cubicBezTo>
                  <a:lnTo>
                    <a:pt x="315252" y="51313"/>
                  </a:lnTo>
                  <a:cubicBezTo>
                    <a:pt x="311399" y="58252"/>
                    <a:pt x="304636" y="62107"/>
                    <a:pt x="296161" y="62107"/>
                  </a:cubicBezTo>
                  <a:close/>
                  <a:moveTo>
                    <a:pt x="304465" y="35466"/>
                  </a:moveTo>
                  <a:cubicBezTo>
                    <a:pt x="303780" y="29983"/>
                    <a:pt x="300527" y="26728"/>
                    <a:pt x="295818" y="26728"/>
                  </a:cubicBezTo>
                  <a:cubicBezTo>
                    <a:pt x="290853" y="26728"/>
                    <a:pt x="287600" y="29897"/>
                    <a:pt x="286658" y="35466"/>
                  </a:cubicBezTo>
                  <a:lnTo>
                    <a:pt x="304465" y="35466"/>
                  </a:lnTo>
                  <a:close/>
                  <a:moveTo>
                    <a:pt x="343" y="194508"/>
                  </a:moveTo>
                  <a:lnTo>
                    <a:pt x="343" y="152532"/>
                  </a:lnTo>
                  <a:lnTo>
                    <a:pt x="6250" y="152532"/>
                  </a:lnTo>
                  <a:lnTo>
                    <a:pt x="6421" y="160756"/>
                  </a:lnTo>
                  <a:lnTo>
                    <a:pt x="6506" y="160756"/>
                  </a:lnTo>
                  <a:cubicBezTo>
                    <a:pt x="9331" y="154931"/>
                    <a:pt x="14725" y="151675"/>
                    <a:pt x="21231" y="151675"/>
                  </a:cubicBezTo>
                  <a:cubicBezTo>
                    <a:pt x="30306" y="151675"/>
                    <a:pt x="36042" y="158015"/>
                    <a:pt x="36042" y="168037"/>
                  </a:cubicBezTo>
                  <a:lnTo>
                    <a:pt x="36042" y="194508"/>
                  </a:lnTo>
                  <a:lnTo>
                    <a:pt x="29535" y="194508"/>
                  </a:lnTo>
                  <a:lnTo>
                    <a:pt x="29535" y="168380"/>
                  </a:lnTo>
                  <a:cubicBezTo>
                    <a:pt x="29535" y="161441"/>
                    <a:pt x="26197" y="157758"/>
                    <a:pt x="20033" y="157758"/>
                  </a:cubicBezTo>
                  <a:cubicBezTo>
                    <a:pt x="13355" y="157758"/>
                    <a:pt x="8732" y="162041"/>
                    <a:pt x="7277" y="169408"/>
                  </a:cubicBezTo>
                  <a:cubicBezTo>
                    <a:pt x="6934" y="171121"/>
                    <a:pt x="6849" y="172835"/>
                    <a:pt x="6849" y="177632"/>
                  </a:cubicBezTo>
                  <a:lnTo>
                    <a:pt x="6849" y="194508"/>
                  </a:lnTo>
                  <a:lnTo>
                    <a:pt x="343" y="194508"/>
                  </a:lnTo>
                  <a:close/>
                  <a:moveTo>
                    <a:pt x="41188" y="196221"/>
                  </a:moveTo>
                  <a:lnTo>
                    <a:pt x="62676" y="131544"/>
                  </a:lnTo>
                  <a:lnTo>
                    <a:pt x="69011" y="131544"/>
                  </a:lnTo>
                  <a:lnTo>
                    <a:pt x="47523" y="196221"/>
                  </a:lnTo>
                  <a:lnTo>
                    <a:pt x="41188" y="196221"/>
                  </a:lnTo>
                  <a:close/>
                  <a:moveTo>
                    <a:pt x="87027" y="195365"/>
                  </a:moveTo>
                  <a:cubicBezTo>
                    <a:pt x="76154" y="195365"/>
                    <a:pt x="68193" y="186199"/>
                    <a:pt x="68193" y="173520"/>
                  </a:cubicBezTo>
                  <a:cubicBezTo>
                    <a:pt x="68193" y="160842"/>
                    <a:pt x="76154" y="151590"/>
                    <a:pt x="87027" y="151590"/>
                  </a:cubicBezTo>
                  <a:cubicBezTo>
                    <a:pt x="93276" y="151590"/>
                    <a:pt x="98584" y="154674"/>
                    <a:pt x="101923" y="159728"/>
                  </a:cubicBezTo>
                  <a:lnTo>
                    <a:pt x="101923" y="152532"/>
                  </a:lnTo>
                  <a:lnTo>
                    <a:pt x="108429" y="152532"/>
                  </a:lnTo>
                  <a:lnTo>
                    <a:pt x="108429" y="194508"/>
                  </a:lnTo>
                  <a:lnTo>
                    <a:pt x="102436" y="194508"/>
                  </a:lnTo>
                  <a:lnTo>
                    <a:pt x="102094" y="186969"/>
                  </a:lnTo>
                  <a:cubicBezTo>
                    <a:pt x="98755" y="192195"/>
                    <a:pt x="93447" y="195365"/>
                    <a:pt x="87027" y="195365"/>
                  </a:cubicBezTo>
                  <a:close/>
                  <a:moveTo>
                    <a:pt x="88311" y="189283"/>
                  </a:moveTo>
                  <a:cubicBezTo>
                    <a:pt x="96187" y="189283"/>
                    <a:pt x="101923" y="182686"/>
                    <a:pt x="101923" y="173520"/>
                  </a:cubicBezTo>
                  <a:cubicBezTo>
                    <a:pt x="101923" y="164354"/>
                    <a:pt x="96187" y="157758"/>
                    <a:pt x="88311" y="157758"/>
                  </a:cubicBezTo>
                  <a:cubicBezTo>
                    <a:pt x="80435" y="157758"/>
                    <a:pt x="74699" y="164354"/>
                    <a:pt x="74699" y="173520"/>
                  </a:cubicBezTo>
                  <a:cubicBezTo>
                    <a:pt x="74699" y="182686"/>
                    <a:pt x="80435" y="189283"/>
                    <a:pt x="88311" y="189283"/>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2" name="Google Shape;1202;p82"/>
            <p:cNvSpPr/>
            <p:nvPr/>
          </p:nvSpPr>
          <p:spPr>
            <a:xfrm>
              <a:off x="3592116" y="2713757"/>
              <a:ext cx="262358" cy="133336"/>
            </a:xfrm>
            <a:custGeom>
              <a:rect b="b" l="l" r="r" t="t"/>
              <a:pathLst>
                <a:path extrusionOk="0" h="195364" w="384407">
                  <a:moveTo>
                    <a:pt x="38439" y="61251"/>
                  </a:moveTo>
                  <a:lnTo>
                    <a:pt x="38439" y="35380"/>
                  </a:lnTo>
                  <a:lnTo>
                    <a:pt x="13355" y="35380"/>
                  </a:lnTo>
                  <a:lnTo>
                    <a:pt x="13355" y="61251"/>
                  </a:lnTo>
                  <a:lnTo>
                    <a:pt x="1370" y="61251"/>
                  </a:lnTo>
                  <a:lnTo>
                    <a:pt x="1370" y="0"/>
                  </a:lnTo>
                  <a:lnTo>
                    <a:pt x="13355" y="0"/>
                  </a:lnTo>
                  <a:lnTo>
                    <a:pt x="13355" y="24329"/>
                  </a:lnTo>
                  <a:lnTo>
                    <a:pt x="38439" y="24329"/>
                  </a:lnTo>
                  <a:lnTo>
                    <a:pt x="38439" y="0"/>
                  </a:lnTo>
                  <a:lnTo>
                    <a:pt x="50424" y="0"/>
                  </a:lnTo>
                  <a:lnTo>
                    <a:pt x="50424" y="61251"/>
                  </a:lnTo>
                  <a:lnTo>
                    <a:pt x="38439" y="61251"/>
                  </a:lnTo>
                  <a:close/>
                  <a:moveTo>
                    <a:pt x="61647" y="61251"/>
                  </a:moveTo>
                  <a:lnTo>
                    <a:pt x="61647" y="0"/>
                  </a:lnTo>
                  <a:lnTo>
                    <a:pt x="105736" y="0"/>
                  </a:lnTo>
                  <a:lnTo>
                    <a:pt x="105736" y="11051"/>
                  </a:lnTo>
                  <a:lnTo>
                    <a:pt x="73633" y="11051"/>
                  </a:lnTo>
                  <a:lnTo>
                    <a:pt x="73633" y="24329"/>
                  </a:lnTo>
                  <a:lnTo>
                    <a:pt x="99572" y="24329"/>
                  </a:lnTo>
                  <a:lnTo>
                    <a:pt x="99572" y="35380"/>
                  </a:lnTo>
                  <a:lnTo>
                    <a:pt x="73633" y="35380"/>
                  </a:lnTo>
                  <a:lnTo>
                    <a:pt x="73633" y="50200"/>
                  </a:lnTo>
                  <a:lnTo>
                    <a:pt x="105736" y="50200"/>
                  </a:lnTo>
                  <a:lnTo>
                    <a:pt x="105736" y="61251"/>
                  </a:lnTo>
                  <a:lnTo>
                    <a:pt x="61647" y="61251"/>
                  </a:lnTo>
                  <a:close/>
                  <a:moveTo>
                    <a:pt x="111137" y="61251"/>
                  </a:moveTo>
                  <a:lnTo>
                    <a:pt x="130228" y="29640"/>
                  </a:lnTo>
                  <a:lnTo>
                    <a:pt x="112507" y="0"/>
                  </a:lnTo>
                  <a:lnTo>
                    <a:pt x="126204" y="0"/>
                  </a:lnTo>
                  <a:lnTo>
                    <a:pt x="138532" y="22359"/>
                  </a:lnTo>
                  <a:lnTo>
                    <a:pt x="150860" y="0"/>
                  </a:lnTo>
                  <a:lnTo>
                    <a:pt x="164557" y="0"/>
                  </a:lnTo>
                  <a:lnTo>
                    <a:pt x="146922" y="29640"/>
                  </a:lnTo>
                  <a:lnTo>
                    <a:pt x="165927" y="61251"/>
                  </a:lnTo>
                  <a:lnTo>
                    <a:pt x="152144" y="61251"/>
                  </a:lnTo>
                  <a:lnTo>
                    <a:pt x="138532" y="37007"/>
                  </a:lnTo>
                  <a:lnTo>
                    <a:pt x="124920" y="61251"/>
                  </a:lnTo>
                  <a:lnTo>
                    <a:pt x="111137" y="61251"/>
                  </a:lnTo>
                  <a:close/>
                  <a:moveTo>
                    <a:pt x="14382" y="194508"/>
                  </a:moveTo>
                  <a:lnTo>
                    <a:pt x="8218" y="194508"/>
                  </a:lnTo>
                  <a:lnTo>
                    <a:pt x="10359" y="178917"/>
                  </a:lnTo>
                  <a:lnTo>
                    <a:pt x="0" y="178917"/>
                  </a:lnTo>
                  <a:lnTo>
                    <a:pt x="0" y="173092"/>
                  </a:lnTo>
                  <a:lnTo>
                    <a:pt x="11215" y="173092"/>
                  </a:lnTo>
                  <a:lnTo>
                    <a:pt x="13783" y="154674"/>
                  </a:lnTo>
                  <a:lnTo>
                    <a:pt x="2654" y="154674"/>
                  </a:lnTo>
                  <a:lnTo>
                    <a:pt x="2654" y="148848"/>
                  </a:lnTo>
                  <a:lnTo>
                    <a:pt x="14639" y="148848"/>
                  </a:lnTo>
                  <a:lnTo>
                    <a:pt x="16779" y="133257"/>
                  </a:lnTo>
                  <a:lnTo>
                    <a:pt x="22943" y="133257"/>
                  </a:lnTo>
                  <a:lnTo>
                    <a:pt x="20803" y="148848"/>
                  </a:lnTo>
                  <a:lnTo>
                    <a:pt x="37925" y="148848"/>
                  </a:lnTo>
                  <a:lnTo>
                    <a:pt x="40065" y="133257"/>
                  </a:lnTo>
                  <a:lnTo>
                    <a:pt x="46229" y="133257"/>
                  </a:lnTo>
                  <a:lnTo>
                    <a:pt x="44089" y="148848"/>
                  </a:lnTo>
                  <a:lnTo>
                    <a:pt x="54448" y="148848"/>
                  </a:lnTo>
                  <a:lnTo>
                    <a:pt x="54448" y="154674"/>
                  </a:lnTo>
                  <a:lnTo>
                    <a:pt x="43233" y="154674"/>
                  </a:lnTo>
                  <a:lnTo>
                    <a:pt x="40664" y="173092"/>
                  </a:lnTo>
                  <a:lnTo>
                    <a:pt x="51794" y="173092"/>
                  </a:lnTo>
                  <a:lnTo>
                    <a:pt x="51794" y="178917"/>
                  </a:lnTo>
                  <a:lnTo>
                    <a:pt x="39808" y="178917"/>
                  </a:lnTo>
                  <a:lnTo>
                    <a:pt x="37668" y="194508"/>
                  </a:lnTo>
                  <a:lnTo>
                    <a:pt x="31504" y="194508"/>
                  </a:lnTo>
                  <a:lnTo>
                    <a:pt x="33644" y="178917"/>
                  </a:lnTo>
                  <a:lnTo>
                    <a:pt x="16523" y="178917"/>
                  </a:lnTo>
                  <a:lnTo>
                    <a:pt x="14382" y="194508"/>
                  </a:lnTo>
                  <a:close/>
                  <a:moveTo>
                    <a:pt x="17379" y="173092"/>
                  </a:moveTo>
                  <a:lnTo>
                    <a:pt x="34501" y="173092"/>
                  </a:lnTo>
                  <a:lnTo>
                    <a:pt x="37069" y="154674"/>
                  </a:lnTo>
                  <a:lnTo>
                    <a:pt x="19947" y="154674"/>
                  </a:lnTo>
                  <a:lnTo>
                    <a:pt x="17379" y="173092"/>
                  </a:lnTo>
                  <a:close/>
                  <a:moveTo>
                    <a:pt x="60669" y="179345"/>
                  </a:moveTo>
                  <a:lnTo>
                    <a:pt x="60669" y="173777"/>
                  </a:lnTo>
                  <a:lnTo>
                    <a:pt x="89006" y="133257"/>
                  </a:lnTo>
                  <a:lnTo>
                    <a:pt x="98851" y="133257"/>
                  </a:lnTo>
                  <a:lnTo>
                    <a:pt x="98851" y="173092"/>
                  </a:lnTo>
                  <a:lnTo>
                    <a:pt x="108011" y="173092"/>
                  </a:lnTo>
                  <a:lnTo>
                    <a:pt x="108011" y="179345"/>
                  </a:lnTo>
                  <a:lnTo>
                    <a:pt x="98851" y="179345"/>
                  </a:lnTo>
                  <a:lnTo>
                    <a:pt x="98851" y="194508"/>
                  </a:lnTo>
                  <a:lnTo>
                    <a:pt x="92088" y="194508"/>
                  </a:lnTo>
                  <a:lnTo>
                    <a:pt x="92088" y="179345"/>
                  </a:lnTo>
                  <a:lnTo>
                    <a:pt x="60669" y="179345"/>
                  </a:lnTo>
                  <a:close/>
                  <a:moveTo>
                    <a:pt x="68888" y="173092"/>
                  </a:moveTo>
                  <a:lnTo>
                    <a:pt x="92088" y="173092"/>
                  </a:lnTo>
                  <a:lnTo>
                    <a:pt x="92088" y="139768"/>
                  </a:lnTo>
                  <a:lnTo>
                    <a:pt x="68888" y="173092"/>
                  </a:lnTo>
                  <a:close/>
                  <a:moveTo>
                    <a:pt x="143814" y="195365"/>
                  </a:moveTo>
                  <a:cubicBezTo>
                    <a:pt x="127377" y="195365"/>
                    <a:pt x="115392" y="182087"/>
                    <a:pt x="115392" y="163925"/>
                  </a:cubicBezTo>
                  <a:cubicBezTo>
                    <a:pt x="115392" y="145679"/>
                    <a:pt x="127377" y="132401"/>
                    <a:pt x="143814" y="132401"/>
                  </a:cubicBezTo>
                  <a:cubicBezTo>
                    <a:pt x="154173" y="132401"/>
                    <a:pt x="162905" y="137626"/>
                    <a:pt x="167956" y="146878"/>
                  </a:cubicBezTo>
                  <a:lnTo>
                    <a:pt x="161878" y="150048"/>
                  </a:lnTo>
                  <a:cubicBezTo>
                    <a:pt x="157940" y="143023"/>
                    <a:pt x="151433" y="139082"/>
                    <a:pt x="143814" y="139082"/>
                  </a:cubicBezTo>
                  <a:cubicBezTo>
                    <a:pt x="131315" y="139082"/>
                    <a:pt x="122412" y="149448"/>
                    <a:pt x="122412" y="163925"/>
                  </a:cubicBezTo>
                  <a:cubicBezTo>
                    <a:pt x="122412" y="178317"/>
                    <a:pt x="131315" y="188683"/>
                    <a:pt x="143814" y="188683"/>
                  </a:cubicBezTo>
                  <a:cubicBezTo>
                    <a:pt x="151433" y="188683"/>
                    <a:pt x="157940" y="184742"/>
                    <a:pt x="161878" y="177718"/>
                  </a:cubicBezTo>
                  <a:lnTo>
                    <a:pt x="167956" y="180973"/>
                  </a:lnTo>
                  <a:cubicBezTo>
                    <a:pt x="162905" y="190139"/>
                    <a:pt x="154087" y="195365"/>
                    <a:pt x="143814" y="195365"/>
                  </a:cubicBezTo>
                  <a:close/>
                  <a:moveTo>
                    <a:pt x="200247" y="195365"/>
                  </a:moveTo>
                  <a:cubicBezTo>
                    <a:pt x="185693" y="195365"/>
                    <a:pt x="175677" y="182601"/>
                    <a:pt x="175677" y="163925"/>
                  </a:cubicBezTo>
                  <a:cubicBezTo>
                    <a:pt x="175677" y="145250"/>
                    <a:pt x="185693" y="132401"/>
                    <a:pt x="200247" y="132401"/>
                  </a:cubicBezTo>
                  <a:cubicBezTo>
                    <a:pt x="214886" y="132401"/>
                    <a:pt x="224731" y="145079"/>
                    <a:pt x="224731" y="163925"/>
                  </a:cubicBezTo>
                  <a:cubicBezTo>
                    <a:pt x="224731" y="182686"/>
                    <a:pt x="214800" y="195365"/>
                    <a:pt x="200247" y="195365"/>
                  </a:cubicBezTo>
                  <a:close/>
                  <a:moveTo>
                    <a:pt x="200247" y="188683"/>
                  </a:moveTo>
                  <a:cubicBezTo>
                    <a:pt x="210691" y="188683"/>
                    <a:pt x="217711" y="178746"/>
                    <a:pt x="217711" y="163925"/>
                  </a:cubicBezTo>
                  <a:cubicBezTo>
                    <a:pt x="217711" y="148934"/>
                    <a:pt x="210777" y="139082"/>
                    <a:pt x="200247" y="139082"/>
                  </a:cubicBezTo>
                  <a:cubicBezTo>
                    <a:pt x="189717" y="139082"/>
                    <a:pt x="182697" y="148934"/>
                    <a:pt x="182697" y="163925"/>
                  </a:cubicBezTo>
                  <a:cubicBezTo>
                    <a:pt x="182697" y="178746"/>
                    <a:pt x="189717" y="188683"/>
                    <a:pt x="200247" y="188683"/>
                  </a:cubicBezTo>
                  <a:close/>
                  <a:moveTo>
                    <a:pt x="258686" y="195365"/>
                  </a:moveTo>
                  <a:cubicBezTo>
                    <a:pt x="244132" y="195365"/>
                    <a:pt x="234116" y="182601"/>
                    <a:pt x="234116" y="163925"/>
                  </a:cubicBezTo>
                  <a:cubicBezTo>
                    <a:pt x="234116" y="145250"/>
                    <a:pt x="244132" y="132401"/>
                    <a:pt x="258686" y="132401"/>
                  </a:cubicBezTo>
                  <a:cubicBezTo>
                    <a:pt x="273325" y="132401"/>
                    <a:pt x="283170" y="145079"/>
                    <a:pt x="283170" y="163925"/>
                  </a:cubicBezTo>
                  <a:cubicBezTo>
                    <a:pt x="283170" y="182686"/>
                    <a:pt x="273239" y="195365"/>
                    <a:pt x="258686" y="195365"/>
                  </a:cubicBezTo>
                  <a:close/>
                  <a:moveTo>
                    <a:pt x="258686" y="188683"/>
                  </a:moveTo>
                  <a:cubicBezTo>
                    <a:pt x="269130" y="188683"/>
                    <a:pt x="276150" y="178746"/>
                    <a:pt x="276150" y="163925"/>
                  </a:cubicBezTo>
                  <a:cubicBezTo>
                    <a:pt x="276150" y="148934"/>
                    <a:pt x="269216" y="139082"/>
                    <a:pt x="258686" y="139082"/>
                  </a:cubicBezTo>
                  <a:cubicBezTo>
                    <a:pt x="248156" y="139082"/>
                    <a:pt x="241136" y="148934"/>
                    <a:pt x="241136" y="163925"/>
                  </a:cubicBezTo>
                  <a:cubicBezTo>
                    <a:pt x="241136" y="178746"/>
                    <a:pt x="248156" y="188683"/>
                    <a:pt x="258686" y="188683"/>
                  </a:cubicBezTo>
                  <a:close/>
                  <a:moveTo>
                    <a:pt x="293830" y="194508"/>
                  </a:moveTo>
                  <a:lnTo>
                    <a:pt x="293830" y="133257"/>
                  </a:lnTo>
                  <a:lnTo>
                    <a:pt x="334580" y="133257"/>
                  </a:lnTo>
                  <a:lnTo>
                    <a:pt x="334580" y="139939"/>
                  </a:lnTo>
                  <a:lnTo>
                    <a:pt x="300850" y="139939"/>
                  </a:lnTo>
                  <a:lnTo>
                    <a:pt x="300850" y="159728"/>
                  </a:lnTo>
                  <a:lnTo>
                    <a:pt x="328331" y="159728"/>
                  </a:lnTo>
                  <a:lnTo>
                    <a:pt x="328331" y="166324"/>
                  </a:lnTo>
                  <a:lnTo>
                    <a:pt x="300850" y="166324"/>
                  </a:lnTo>
                  <a:lnTo>
                    <a:pt x="300850" y="194508"/>
                  </a:lnTo>
                  <a:lnTo>
                    <a:pt x="293830" y="194508"/>
                  </a:lnTo>
                  <a:close/>
                  <a:moveTo>
                    <a:pt x="343658" y="194508"/>
                  </a:moveTo>
                  <a:lnTo>
                    <a:pt x="343658" y="133257"/>
                  </a:lnTo>
                  <a:lnTo>
                    <a:pt x="384408" y="133257"/>
                  </a:lnTo>
                  <a:lnTo>
                    <a:pt x="384408" y="139939"/>
                  </a:lnTo>
                  <a:lnTo>
                    <a:pt x="350678" y="139939"/>
                  </a:lnTo>
                  <a:lnTo>
                    <a:pt x="350678" y="159728"/>
                  </a:lnTo>
                  <a:lnTo>
                    <a:pt x="378158" y="159728"/>
                  </a:lnTo>
                  <a:lnTo>
                    <a:pt x="378158" y="166324"/>
                  </a:lnTo>
                  <a:lnTo>
                    <a:pt x="350678" y="166324"/>
                  </a:lnTo>
                  <a:lnTo>
                    <a:pt x="350678" y="194508"/>
                  </a:lnTo>
                  <a:lnTo>
                    <a:pt x="343658" y="19450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3" name="Google Shape;1203;p82"/>
            <p:cNvSpPr/>
            <p:nvPr/>
          </p:nvSpPr>
          <p:spPr>
            <a:xfrm>
              <a:off x="3968342" y="2713172"/>
              <a:ext cx="245998" cy="141580"/>
            </a:xfrm>
            <a:custGeom>
              <a:rect b="b" l="l" r="r" t="t"/>
              <a:pathLst>
                <a:path extrusionOk="0" h="207443" w="360436">
                  <a:moveTo>
                    <a:pt x="2055" y="62107"/>
                  </a:moveTo>
                  <a:lnTo>
                    <a:pt x="2055" y="857"/>
                  </a:lnTo>
                  <a:lnTo>
                    <a:pt x="22258" y="857"/>
                  </a:lnTo>
                  <a:cubicBezTo>
                    <a:pt x="36898" y="857"/>
                    <a:pt x="46229" y="8310"/>
                    <a:pt x="46229" y="20131"/>
                  </a:cubicBezTo>
                  <a:cubicBezTo>
                    <a:pt x="46229" y="27927"/>
                    <a:pt x="42462" y="33752"/>
                    <a:pt x="35956" y="36922"/>
                  </a:cubicBezTo>
                  <a:lnTo>
                    <a:pt x="49568" y="62107"/>
                  </a:lnTo>
                  <a:lnTo>
                    <a:pt x="36298" y="62107"/>
                  </a:lnTo>
                  <a:lnTo>
                    <a:pt x="24570" y="39577"/>
                  </a:lnTo>
                  <a:cubicBezTo>
                    <a:pt x="23885" y="39577"/>
                    <a:pt x="23029" y="39663"/>
                    <a:pt x="22258" y="39663"/>
                  </a:cubicBezTo>
                  <a:lnTo>
                    <a:pt x="14040" y="39663"/>
                  </a:lnTo>
                  <a:lnTo>
                    <a:pt x="14040" y="62107"/>
                  </a:lnTo>
                  <a:lnTo>
                    <a:pt x="2055" y="62107"/>
                  </a:lnTo>
                  <a:close/>
                  <a:moveTo>
                    <a:pt x="22344" y="29041"/>
                  </a:moveTo>
                  <a:cubicBezTo>
                    <a:pt x="30477" y="29041"/>
                    <a:pt x="34244" y="26214"/>
                    <a:pt x="34244" y="20131"/>
                  </a:cubicBezTo>
                  <a:cubicBezTo>
                    <a:pt x="34244" y="14477"/>
                    <a:pt x="30220" y="11650"/>
                    <a:pt x="22258" y="11650"/>
                  </a:cubicBezTo>
                  <a:lnTo>
                    <a:pt x="14040" y="11650"/>
                  </a:lnTo>
                  <a:lnTo>
                    <a:pt x="14040" y="29041"/>
                  </a:lnTo>
                  <a:lnTo>
                    <a:pt x="22344" y="29041"/>
                  </a:lnTo>
                  <a:close/>
                  <a:moveTo>
                    <a:pt x="83043" y="62964"/>
                  </a:moveTo>
                  <a:cubicBezTo>
                    <a:pt x="66435" y="62964"/>
                    <a:pt x="54193" y="49686"/>
                    <a:pt x="54193" y="31525"/>
                  </a:cubicBezTo>
                  <a:cubicBezTo>
                    <a:pt x="54193" y="13278"/>
                    <a:pt x="66435" y="0"/>
                    <a:pt x="83043" y="0"/>
                  </a:cubicBezTo>
                  <a:cubicBezTo>
                    <a:pt x="92631" y="0"/>
                    <a:pt x="101107" y="4540"/>
                    <a:pt x="106414" y="12336"/>
                  </a:cubicBezTo>
                  <a:lnTo>
                    <a:pt x="96997" y="19018"/>
                  </a:lnTo>
                  <a:cubicBezTo>
                    <a:pt x="93487" y="13706"/>
                    <a:pt x="88779" y="11051"/>
                    <a:pt x="83043" y="11051"/>
                  </a:cubicBezTo>
                  <a:cubicBezTo>
                    <a:pt x="73283" y="11051"/>
                    <a:pt x="66178" y="19532"/>
                    <a:pt x="66178" y="31525"/>
                  </a:cubicBezTo>
                  <a:cubicBezTo>
                    <a:pt x="66178" y="43432"/>
                    <a:pt x="73283" y="51913"/>
                    <a:pt x="83043" y="51913"/>
                  </a:cubicBezTo>
                  <a:cubicBezTo>
                    <a:pt x="87495" y="51913"/>
                    <a:pt x="91518" y="50628"/>
                    <a:pt x="95456" y="47801"/>
                  </a:cubicBezTo>
                  <a:lnTo>
                    <a:pt x="95456" y="38035"/>
                  </a:lnTo>
                  <a:lnTo>
                    <a:pt x="80218" y="38035"/>
                  </a:lnTo>
                  <a:lnTo>
                    <a:pt x="80218" y="27413"/>
                  </a:lnTo>
                  <a:lnTo>
                    <a:pt x="106757" y="27413"/>
                  </a:lnTo>
                  <a:lnTo>
                    <a:pt x="106757" y="52599"/>
                  </a:lnTo>
                  <a:cubicBezTo>
                    <a:pt x="100593" y="59109"/>
                    <a:pt x="91775" y="62964"/>
                    <a:pt x="83043" y="62964"/>
                  </a:cubicBezTo>
                  <a:close/>
                  <a:moveTo>
                    <a:pt x="116674" y="62107"/>
                  </a:moveTo>
                  <a:lnTo>
                    <a:pt x="116674" y="857"/>
                  </a:lnTo>
                  <a:lnTo>
                    <a:pt x="137905" y="857"/>
                  </a:lnTo>
                  <a:cubicBezTo>
                    <a:pt x="151175" y="857"/>
                    <a:pt x="159393" y="7025"/>
                    <a:pt x="159393" y="16876"/>
                  </a:cubicBezTo>
                  <a:cubicBezTo>
                    <a:pt x="159393" y="22616"/>
                    <a:pt x="156311" y="27156"/>
                    <a:pt x="150918" y="29897"/>
                  </a:cubicBezTo>
                  <a:cubicBezTo>
                    <a:pt x="158280" y="32467"/>
                    <a:pt x="162475" y="37693"/>
                    <a:pt x="162475" y="45060"/>
                  </a:cubicBezTo>
                  <a:cubicBezTo>
                    <a:pt x="162475" y="55511"/>
                    <a:pt x="153743" y="62107"/>
                    <a:pt x="139874" y="62107"/>
                  </a:cubicBezTo>
                  <a:lnTo>
                    <a:pt x="116674" y="62107"/>
                  </a:lnTo>
                  <a:close/>
                  <a:moveTo>
                    <a:pt x="139703" y="51228"/>
                  </a:moveTo>
                  <a:cubicBezTo>
                    <a:pt x="147065" y="51228"/>
                    <a:pt x="150747" y="48744"/>
                    <a:pt x="150747" y="43861"/>
                  </a:cubicBezTo>
                  <a:cubicBezTo>
                    <a:pt x="150747" y="38207"/>
                    <a:pt x="147322" y="35551"/>
                    <a:pt x="139703" y="35551"/>
                  </a:cubicBezTo>
                  <a:lnTo>
                    <a:pt x="128659" y="35551"/>
                  </a:lnTo>
                  <a:lnTo>
                    <a:pt x="128659" y="51228"/>
                  </a:lnTo>
                  <a:lnTo>
                    <a:pt x="139703" y="51228"/>
                  </a:lnTo>
                  <a:close/>
                  <a:moveTo>
                    <a:pt x="137734" y="25186"/>
                  </a:moveTo>
                  <a:cubicBezTo>
                    <a:pt x="144412" y="25186"/>
                    <a:pt x="147665" y="22958"/>
                    <a:pt x="147665" y="18332"/>
                  </a:cubicBezTo>
                  <a:cubicBezTo>
                    <a:pt x="147665" y="13792"/>
                    <a:pt x="144583" y="11650"/>
                    <a:pt x="137734" y="11650"/>
                  </a:cubicBezTo>
                  <a:lnTo>
                    <a:pt x="128659" y="11650"/>
                  </a:lnTo>
                  <a:lnTo>
                    <a:pt x="128659" y="25186"/>
                  </a:lnTo>
                  <a:lnTo>
                    <a:pt x="137734" y="25186"/>
                  </a:lnTo>
                  <a:close/>
                  <a:moveTo>
                    <a:pt x="10787" y="195365"/>
                  </a:moveTo>
                  <a:lnTo>
                    <a:pt x="32703" y="140796"/>
                  </a:lnTo>
                  <a:lnTo>
                    <a:pt x="0" y="140796"/>
                  </a:lnTo>
                  <a:lnTo>
                    <a:pt x="0" y="134114"/>
                  </a:lnTo>
                  <a:lnTo>
                    <a:pt x="39980" y="134114"/>
                  </a:lnTo>
                  <a:lnTo>
                    <a:pt x="39980" y="139939"/>
                  </a:lnTo>
                  <a:lnTo>
                    <a:pt x="17978" y="195365"/>
                  </a:lnTo>
                  <a:lnTo>
                    <a:pt x="10787" y="195365"/>
                  </a:lnTo>
                  <a:close/>
                  <a:moveTo>
                    <a:pt x="67455" y="196221"/>
                  </a:moveTo>
                  <a:cubicBezTo>
                    <a:pt x="53244" y="196221"/>
                    <a:pt x="44084" y="183714"/>
                    <a:pt x="44084" y="164439"/>
                  </a:cubicBezTo>
                  <a:cubicBezTo>
                    <a:pt x="44084" y="145336"/>
                    <a:pt x="53244" y="133257"/>
                    <a:pt x="67627" y="133257"/>
                  </a:cubicBezTo>
                  <a:cubicBezTo>
                    <a:pt x="77215" y="133257"/>
                    <a:pt x="85005" y="138483"/>
                    <a:pt x="87574" y="146535"/>
                  </a:cubicBezTo>
                  <a:lnTo>
                    <a:pt x="81410" y="148591"/>
                  </a:lnTo>
                  <a:cubicBezTo>
                    <a:pt x="79184" y="143023"/>
                    <a:pt x="74390" y="139854"/>
                    <a:pt x="67969" y="139854"/>
                  </a:cubicBezTo>
                  <a:cubicBezTo>
                    <a:pt x="56840" y="139854"/>
                    <a:pt x="50505" y="148934"/>
                    <a:pt x="50505" y="164953"/>
                  </a:cubicBezTo>
                  <a:lnTo>
                    <a:pt x="50505" y="166667"/>
                  </a:lnTo>
                  <a:cubicBezTo>
                    <a:pt x="54015" y="159385"/>
                    <a:pt x="60778" y="155188"/>
                    <a:pt x="69082" y="155188"/>
                  </a:cubicBezTo>
                  <a:cubicBezTo>
                    <a:pt x="80725" y="155188"/>
                    <a:pt x="88943" y="163411"/>
                    <a:pt x="88943" y="174976"/>
                  </a:cubicBezTo>
                  <a:cubicBezTo>
                    <a:pt x="88943" y="187226"/>
                    <a:pt x="79783" y="196221"/>
                    <a:pt x="67455" y="196221"/>
                  </a:cubicBezTo>
                  <a:close/>
                  <a:moveTo>
                    <a:pt x="67798" y="189625"/>
                  </a:moveTo>
                  <a:cubicBezTo>
                    <a:pt x="76102" y="189625"/>
                    <a:pt x="81923" y="183714"/>
                    <a:pt x="81923" y="175319"/>
                  </a:cubicBezTo>
                  <a:cubicBezTo>
                    <a:pt x="81923" y="167181"/>
                    <a:pt x="76530" y="161869"/>
                    <a:pt x="68312" y="161869"/>
                  </a:cubicBezTo>
                  <a:cubicBezTo>
                    <a:pt x="60863" y="161869"/>
                    <a:pt x="54614" y="166324"/>
                    <a:pt x="52902" y="173006"/>
                  </a:cubicBezTo>
                  <a:cubicBezTo>
                    <a:pt x="52217" y="175662"/>
                    <a:pt x="52559" y="177632"/>
                    <a:pt x="53501" y="179859"/>
                  </a:cubicBezTo>
                  <a:cubicBezTo>
                    <a:pt x="56241" y="186284"/>
                    <a:pt x="61548" y="189625"/>
                    <a:pt x="67798" y="189625"/>
                  </a:cubicBezTo>
                  <a:close/>
                  <a:moveTo>
                    <a:pt x="96411" y="203760"/>
                  </a:moveTo>
                  <a:cubicBezTo>
                    <a:pt x="99579" y="202903"/>
                    <a:pt x="99921" y="200761"/>
                    <a:pt x="99921" y="198192"/>
                  </a:cubicBezTo>
                  <a:lnTo>
                    <a:pt x="99921" y="195365"/>
                  </a:lnTo>
                  <a:lnTo>
                    <a:pt x="96411" y="195365"/>
                  </a:lnTo>
                  <a:lnTo>
                    <a:pt x="96411" y="186712"/>
                  </a:lnTo>
                  <a:lnTo>
                    <a:pt x="104202" y="186712"/>
                  </a:lnTo>
                  <a:lnTo>
                    <a:pt x="104202" y="198277"/>
                  </a:lnTo>
                  <a:cubicBezTo>
                    <a:pt x="104202" y="203503"/>
                    <a:pt x="102147" y="206415"/>
                    <a:pt x="96411" y="207443"/>
                  </a:cubicBezTo>
                  <a:lnTo>
                    <a:pt x="96411" y="203760"/>
                  </a:lnTo>
                  <a:close/>
                  <a:moveTo>
                    <a:pt x="154532" y="196221"/>
                  </a:moveTo>
                  <a:cubicBezTo>
                    <a:pt x="139979" y="196221"/>
                    <a:pt x="129963" y="183457"/>
                    <a:pt x="129963" y="164782"/>
                  </a:cubicBezTo>
                  <a:cubicBezTo>
                    <a:pt x="129963" y="146107"/>
                    <a:pt x="139979" y="133257"/>
                    <a:pt x="154532" y="133257"/>
                  </a:cubicBezTo>
                  <a:cubicBezTo>
                    <a:pt x="169172" y="133257"/>
                    <a:pt x="179017" y="145936"/>
                    <a:pt x="179017" y="164782"/>
                  </a:cubicBezTo>
                  <a:cubicBezTo>
                    <a:pt x="179017" y="183543"/>
                    <a:pt x="169086" y="196221"/>
                    <a:pt x="154532" y="196221"/>
                  </a:cubicBezTo>
                  <a:close/>
                  <a:moveTo>
                    <a:pt x="154532" y="189539"/>
                  </a:moveTo>
                  <a:cubicBezTo>
                    <a:pt x="164977" y="189539"/>
                    <a:pt x="171997" y="179602"/>
                    <a:pt x="171997" y="164782"/>
                  </a:cubicBezTo>
                  <a:cubicBezTo>
                    <a:pt x="171997" y="149791"/>
                    <a:pt x="165062" y="139939"/>
                    <a:pt x="154532" y="139939"/>
                  </a:cubicBezTo>
                  <a:cubicBezTo>
                    <a:pt x="144002" y="139939"/>
                    <a:pt x="136983" y="149791"/>
                    <a:pt x="136983" y="164782"/>
                  </a:cubicBezTo>
                  <a:cubicBezTo>
                    <a:pt x="136983" y="179602"/>
                    <a:pt x="144002" y="189539"/>
                    <a:pt x="154532" y="189539"/>
                  </a:cubicBezTo>
                  <a:close/>
                  <a:moveTo>
                    <a:pt x="185950" y="203760"/>
                  </a:moveTo>
                  <a:cubicBezTo>
                    <a:pt x="189118" y="202903"/>
                    <a:pt x="189460" y="200761"/>
                    <a:pt x="189460" y="198192"/>
                  </a:cubicBezTo>
                  <a:lnTo>
                    <a:pt x="189460" y="195365"/>
                  </a:lnTo>
                  <a:lnTo>
                    <a:pt x="185950" y="195365"/>
                  </a:lnTo>
                  <a:lnTo>
                    <a:pt x="185950" y="186712"/>
                  </a:lnTo>
                  <a:lnTo>
                    <a:pt x="193741" y="186712"/>
                  </a:lnTo>
                  <a:lnTo>
                    <a:pt x="193741" y="198277"/>
                  </a:lnTo>
                  <a:cubicBezTo>
                    <a:pt x="193741" y="203503"/>
                    <a:pt x="191686" y="206415"/>
                    <a:pt x="185950" y="207443"/>
                  </a:cubicBezTo>
                  <a:lnTo>
                    <a:pt x="185950" y="203760"/>
                  </a:lnTo>
                  <a:close/>
                  <a:moveTo>
                    <a:pt x="218816" y="189368"/>
                  </a:moveTo>
                  <a:cubicBezTo>
                    <a:pt x="228234" y="181573"/>
                    <a:pt x="234141" y="176690"/>
                    <a:pt x="240561" y="170179"/>
                  </a:cubicBezTo>
                  <a:cubicBezTo>
                    <a:pt x="249125" y="161441"/>
                    <a:pt x="251180" y="157843"/>
                    <a:pt x="251180" y="151847"/>
                  </a:cubicBezTo>
                  <a:cubicBezTo>
                    <a:pt x="251180" y="144651"/>
                    <a:pt x="245872" y="139768"/>
                    <a:pt x="238164" y="139768"/>
                  </a:cubicBezTo>
                  <a:cubicBezTo>
                    <a:pt x="230374" y="139768"/>
                    <a:pt x="225066" y="145250"/>
                    <a:pt x="224724" y="153817"/>
                  </a:cubicBezTo>
                  <a:lnTo>
                    <a:pt x="218217" y="153132"/>
                  </a:lnTo>
                  <a:cubicBezTo>
                    <a:pt x="218388" y="141481"/>
                    <a:pt x="226778" y="133257"/>
                    <a:pt x="238335" y="133257"/>
                  </a:cubicBezTo>
                  <a:cubicBezTo>
                    <a:pt x="249981" y="133257"/>
                    <a:pt x="258114" y="140967"/>
                    <a:pt x="258114" y="151932"/>
                  </a:cubicBezTo>
                  <a:cubicBezTo>
                    <a:pt x="258114" y="159385"/>
                    <a:pt x="254518" y="165810"/>
                    <a:pt x="246043" y="173606"/>
                  </a:cubicBezTo>
                  <a:cubicBezTo>
                    <a:pt x="239876" y="179174"/>
                    <a:pt x="234825" y="183457"/>
                    <a:pt x="228319" y="188511"/>
                  </a:cubicBezTo>
                  <a:lnTo>
                    <a:pt x="259484" y="188683"/>
                  </a:lnTo>
                  <a:lnTo>
                    <a:pt x="259484" y="195365"/>
                  </a:lnTo>
                  <a:lnTo>
                    <a:pt x="218816" y="195365"/>
                  </a:lnTo>
                  <a:lnTo>
                    <a:pt x="218816" y="189368"/>
                  </a:lnTo>
                  <a:close/>
                  <a:moveTo>
                    <a:pt x="287602" y="196221"/>
                  </a:moveTo>
                  <a:cubicBezTo>
                    <a:pt x="276044" y="196221"/>
                    <a:pt x="267141" y="189454"/>
                    <a:pt x="265514" y="179260"/>
                  </a:cubicBezTo>
                  <a:lnTo>
                    <a:pt x="271935" y="177889"/>
                  </a:lnTo>
                  <a:cubicBezTo>
                    <a:pt x="273305" y="185599"/>
                    <a:pt x="278955" y="189796"/>
                    <a:pt x="287773" y="189796"/>
                  </a:cubicBezTo>
                  <a:cubicBezTo>
                    <a:pt x="296505" y="189796"/>
                    <a:pt x="302840" y="183457"/>
                    <a:pt x="302840" y="174891"/>
                  </a:cubicBezTo>
                  <a:cubicBezTo>
                    <a:pt x="302840" y="166495"/>
                    <a:pt x="296591" y="160584"/>
                    <a:pt x="287858" y="160584"/>
                  </a:cubicBezTo>
                  <a:cubicBezTo>
                    <a:pt x="282123" y="160584"/>
                    <a:pt x="276900" y="162812"/>
                    <a:pt x="272877" y="166924"/>
                  </a:cubicBezTo>
                  <a:lnTo>
                    <a:pt x="267997" y="164354"/>
                  </a:lnTo>
                  <a:lnTo>
                    <a:pt x="271422" y="134114"/>
                  </a:lnTo>
                  <a:lnTo>
                    <a:pt x="306693" y="134114"/>
                  </a:lnTo>
                  <a:lnTo>
                    <a:pt x="306693" y="140796"/>
                  </a:lnTo>
                  <a:lnTo>
                    <a:pt x="277243" y="140796"/>
                  </a:lnTo>
                  <a:lnTo>
                    <a:pt x="275274" y="158357"/>
                  </a:lnTo>
                  <a:cubicBezTo>
                    <a:pt x="278441" y="155958"/>
                    <a:pt x="283492" y="154331"/>
                    <a:pt x="288115" y="154331"/>
                  </a:cubicBezTo>
                  <a:cubicBezTo>
                    <a:pt x="300700" y="154331"/>
                    <a:pt x="309689" y="162897"/>
                    <a:pt x="309689" y="174891"/>
                  </a:cubicBezTo>
                  <a:cubicBezTo>
                    <a:pt x="309689" y="187398"/>
                    <a:pt x="300529" y="196221"/>
                    <a:pt x="287602" y="196221"/>
                  </a:cubicBezTo>
                  <a:close/>
                  <a:moveTo>
                    <a:pt x="338349" y="196221"/>
                  </a:moveTo>
                  <a:cubicBezTo>
                    <a:pt x="326792" y="196221"/>
                    <a:pt x="317888" y="189454"/>
                    <a:pt x="316262" y="179260"/>
                  </a:cubicBezTo>
                  <a:lnTo>
                    <a:pt x="322682" y="177889"/>
                  </a:lnTo>
                  <a:cubicBezTo>
                    <a:pt x="324052" y="185599"/>
                    <a:pt x="329702" y="189796"/>
                    <a:pt x="338520" y="189796"/>
                  </a:cubicBezTo>
                  <a:cubicBezTo>
                    <a:pt x="347252" y="189796"/>
                    <a:pt x="353587" y="183457"/>
                    <a:pt x="353587" y="174891"/>
                  </a:cubicBezTo>
                  <a:cubicBezTo>
                    <a:pt x="353587" y="166495"/>
                    <a:pt x="347338" y="160584"/>
                    <a:pt x="338606" y="160584"/>
                  </a:cubicBezTo>
                  <a:cubicBezTo>
                    <a:pt x="332870" y="160584"/>
                    <a:pt x="327648" y="162812"/>
                    <a:pt x="323624" y="166924"/>
                  </a:cubicBezTo>
                  <a:lnTo>
                    <a:pt x="318744" y="164354"/>
                  </a:lnTo>
                  <a:lnTo>
                    <a:pt x="322169" y="134114"/>
                  </a:lnTo>
                  <a:lnTo>
                    <a:pt x="357440" y="134114"/>
                  </a:lnTo>
                  <a:lnTo>
                    <a:pt x="357440" y="140796"/>
                  </a:lnTo>
                  <a:lnTo>
                    <a:pt x="327990" y="140796"/>
                  </a:lnTo>
                  <a:lnTo>
                    <a:pt x="326021" y="158357"/>
                  </a:lnTo>
                  <a:cubicBezTo>
                    <a:pt x="329189" y="155958"/>
                    <a:pt x="334240" y="154331"/>
                    <a:pt x="338863" y="154331"/>
                  </a:cubicBezTo>
                  <a:cubicBezTo>
                    <a:pt x="351447" y="154331"/>
                    <a:pt x="360436" y="162897"/>
                    <a:pt x="360436" y="174891"/>
                  </a:cubicBezTo>
                  <a:cubicBezTo>
                    <a:pt x="360436" y="187398"/>
                    <a:pt x="351276" y="196221"/>
                    <a:pt x="338349" y="19622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4" name="Google Shape;1204;p82"/>
            <p:cNvSpPr/>
            <p:nvPr/>
          </p:nvSpPr>
          <p:spPr>
            <a:xfrm>
              <a:off x="4325904" y="2713172"/>
              <a:ext cx="274691" cy="141580"/>
            </a:xfrm>
            <a:custGeom>
              <a:rect b="b" l="l" r="r" t="t"/>
              <a:pathLst>
                <a:path extrusionOk="0" h="207443" w="402477">
                  <a:moveTo>
                    <a:pt x="29107" y="62964"/>
                  </a:moveTo>
                  <a:cubicBezTo>
                    <a:pt x="12499" y="62964"/>
                    <a:pt x="257" y="49686"/>
                    <a:pt x="257" y="31525"/>
                  </a:cubicBezTo>
                  <a:cubicBezTo>
                    <a:pt x="257" y="13278"/>
                    <a:pt x="12499" y="0"/>
                    <a:pt x="29107" y="0"/>
                  </a:cubicBezTo>
                  <a:cubicBezTo>
                    <a:pt x="40408" y="0"/>
                    <a:pt x="49910" y="6254"/>
                    <a:pt x="54619" y="16705"/>
                  </a:cubicBezTo>
                  <a:lnTo>
                    <a:pt x="44431" y="22273"/>
                  </a:lnTo>
                  <a:cubicBezTo>
                    <a:pt x="41349" y="14991"/>
                    <a:pt x="35956" y="11051"/>
                    <a:pt x="29107" y="11051"/>
                  </a:cubicBezTo>
                  <a:cubicBezTo>
                    <a:pt x="19348" y="11051"/>
                    <a:pt x="12242" y="19532"/>
                    <a:pt x="12242" y="31525"/>
                  </a:cubicBezTo>
                  <a:cubicBezTo>
                    <a:pt x="12242" y="43432"/>
                    <a:pt x="19348" y="51913"/>
                    <a:pt x="29107" y="51913"/>
                  </a:cubicBezTo>
                  <a:cubicBezTo>
                    <a:pt x="35956" y="51913"/>
                    <a:pt x="41349" y="47973"/>
                    <a:pt x="44431" y="40777"/>
                  </a:cubicBezTo>
                  <a:lnTo>
                    <a:pt x="54619" y="46259"/>
                  </a:lnTo>
                  <a:cubicBezTo>
                    <a:pt x="49910" y="56796"/>
                    <a:pt x="40493" y="62964"/>
                    <a:pt x="29107" y="62964"/>
                  </a:cubicBezTo>
                  <a:close/>
                  <a:moveTo>
                    <a:pt x="89795" y="62107"/>
                  </a:moveTo>
                  <a:lnTo>
                    <a:pt x="74471" y="24243"/>
                  </a:lnTo>
                  <a:lnTo>
                    <a:pt x="74471" y="62107"/>
                  </a:lnTo>
                  <a:lnTo>
                    <a:pt x="62571" y="62107"/>
                  </a:lnTo>
                  <a:lnTo>
                    <a:pt x="62571" y="857"/>
                  </a:lnTo>
                  <a:lnTo>
                    <a:pt x="76012" y="857"/>
                  </a:lnTo>
                  <a:lnTo>
                    <a:pt x="92791" y="42661"/>
                  </a:lnTo>
                  <a:lnTo>
                    <a:pt x="109570" y="857"/>
                  </a:lnTo>
                  <a:lnTo>
                    <a:pt x="122925" y="857"/>
                  </a:lnTo>
                  <a:lnTo>
                    <a:pt x="122925" y="62107"/>
                  </a:lnTo>
                  <a:lnTo>
                    <a:pt x="111197" y="62107"/>
                  </a:lnTo>
                  <a:lnTo>
                    <a:pt x="111197" y="24158"/>
                  </a:lnTo>
                  <a:lnTo>
                    <a:pt x="95873" y="62107"/>
                  </a:lnTo>
                  <a:lnTo>
                    <a:pt x="89795" y="62107"/>
                  </a:lnTo>
                  <a:close/>
                  <a:moveTo>
                    <a:pt x="149350" y="62107"/>
                  </a:moveTo>
                  <a:lnTo>
                    <a:pt x="149350" y="34951"/>
                  </a:lnTo>
                  <a:lnTo>
                    <a:pt x="126921" y="857"/>
                  </a:lnTo>
                  <a:lnTo>
                    <a:pt x="140532" y="857"/>
                  </a:lnTo>
                  <a:lnTo>
                    <a:pt x="155343" y="24586"/>
                  </a:lnTo>
                  <a:lnTo>
                    <a:pt x="170068" y="857"/>
                  </a:lnTo>
                  <a:lnTo>
                    <a:pt x="183680" y="857"/>
                  </a:lnTo>
                  <a:lnTo>
                    <a:pt x="161421" y="34695"/>
                  </a:lnTo>
                  <a:lnTo>
                    <a:pt x="161421" y="62107"/>
                  </a:lnTo>
                  <a:lnTo>
                    <a:pt x="149350" y="62107"/>
                  </a:lnTo>
                  <a:close/>
                  <a:moveTo>
                    <a:pt x="187722" y="62107"/>
                  </a:moveTo>
                  <a:lnTo>
                    <a:pt x="187722" y="857"/>
                  </a:lnTo>
                  <a:lnTo>
                    <a:pt x="199707" y="857"/>
                  </a:lnTo>
                  <a:lnTo>
                    <a:pt x="199707" y="25957"/>
                  </a:lnTo>
                  <a:lnTo>
                    <a:pt x="221452" y="857"/>
                  </a:lnTo>
                  <a:lnTo>
                    <a:pt x="237033" y="857"/>
                  </a:lnTo>
                  <a:lnTo>
                    <a:pt x="213576" y="26471"/>
                  </a:lnTo>
                  <a:lnTo>
                    <a:pt x="237889" y="62107"/>
                  </a:lnTo>
                  <a:lnTo>
                    <a:pt x="223764" y="62107"/>
                  </a:lnTo>
                  <a:lnTo>
                    <a:pt x="205700" y="35123"/>
                  </a:lnTo>
                  <a:lnTo>
                    <a:pt x="199707" y="41633"/>
                  </a:lnTo>
                  <a:lnTo>
                    <a:pt x="199707" y="62107"/>
                  </a:lnTo>
                  <a:lnTo>
                    <a:pt x="187722" y="62107"/>
                  </a:lnTo>
                  <a:close/>
                  <a:moveTo>
                    <a:pt x="22258" y="196221"/>
                  </a:moveTo>
                  <a:cubicBezTo>
                    <a:pt x="8989" y="196221"/>
                    <a:pt x="0" y="189368"/>
                    <a:pt x="0" y="179260"/>
                  </a:cubicBezTo>
                  <a:cubicBezTo>
                    <a:pt x="0" y="171635"/>
                    <a:pt x="4794" y="166153"/>
                    <a:pt x="13269" y="164011"/>
                  </a:cubicBezTo>
                  <a:cubicBezTo>
                    <a:pt x="6592" y="161270"/>
                    <a:pt x="2654" y="155958"/>
                    <a:pt x="2654" y="149362"/>
                  </a:cubicBezTo>
                  <a:cubicBezTo>
                    <a:pt x="2654" y="139939"/>
                    <a:pt x="10872" y="133257"/>
                    <a:pt x="22258" y="133257"/>
                  </a:cubicBezTo>
                  <a:cubicBezTo>
                    <a:pt x="33644" y="133257"/>
                    <a:pt x="41863" y="139939"/>
                    <a:pt x="41863" y="149362"/>
                  </a:cubicBezTo>
                  <a:cubicBezTo>
                    <a:pt x="41863" y="155958"/>
                    <a:pt x="37925" y="161270"/>
                    <a:pt x="31247" y="164011"/>
                  </a:cubicBezTo>
                  <a:cubicBezTo>
                    <a:pt x="39723" y="166153"/>
                    <a:pt x="44517" y="171635"/>
                    <a:pt x="44517" y="179260"/>
                  </a:cubicBezTo>
                  <a:cubicBezTo>
                    <a:pt x="44517" y="189368"/>
                    <a:pt x="35528" y="196221"/>
                    <a:pt x="22258" y="196221"/>
                  </a:cubicBezTo>
                  <a:close/>
                  <a:moveTo>
                    <a:pt x="22258" y="189711"/>
                  </a:moveTo>
                  <a:cubicBezTo>
                    <a:pt x="31761" y="189711"/>
                    <a:pt x="37497" y="185599"/>
                    <a:pt x="37497" y="178746"/>
                  </a:cubicBezTo>
                  <a:cubicBezTo>
                    <a:pt x="37497" y="171892"/>
                    <a:pt x="31675" y="167695"/>
                    <a:pt x="22258" y="167695"/>
                  </a:cubicBezTo>
                  <a:cubicBezTo>
                    <a:pt x="12841" y="167695"/>
                    <a:pt x="7020" y="171892"/>
                    <a:pt x="7020" y="178746"/>
                  </a:cubicBezTo>
                  <a:cubicBezTo>
                    <a:pt x="7020" y="185599"/>
                    <a:pt x="12756" y="189711"/>
                    <a:pt x="22258" y="189711"/>
                  </a:cubicBezTo>
                  <a:close/>
                  <a:moveTo>
                    <a:pt x="22258" y="161184"/>
                  </a:moveTo>
                  <a:cubicBezTo>
                    <a:pt x="29450" y="161184"/>
                    <a:pt x="35014" y="156301"/>
                    <a:pt x="35014" y="150048"/>
                  </a:cubicBezTo>
                  <a:cubicBezTo>
                    <a:pt x="35014" y="143880"/>
                    <a:pt x="29878" y="139768"/>
                    <a:pt x="22258" y="139768"/>
                  </a:cubicBezTo>
                  <a:cubicBezTo>
                    <a:pt x="14639" y="139768"/>
                    <a:pt x="9503" y="143880"/>
                    <a:pt x="9503" y="150048"/>
                  </a:cubicBezTo>
                  <a:cubicBezTo>
                    <a:pt x="9503" y="156301"/>
                    <a:pt x="15067" y="161184"/>
                    <a:pt x="22258" y="161184"/>
                  </a:cubicBezTo>
                  <a:close/>
                  <a:moveTo>
                    <a:pt x="73757" y="196221"/>
                  </a:moveTo>
                  <a:cubicBezTo>
                    <a:pt x="60488" y="196221"/>
                    <a:pt x="51499" y="189368"/>
                    <a:pt x="51499" y="179260"/>
                  </a:cubicBezTo>
                  <a:cubicBezTo>
                    <a:pt x="51499" y="171635"/>
                    <a:pt x="56293" y="166153"/>
                    <a:pt x="64768" y="164011"/>
                  </a:cubicBezTo>
                  <a:cubicBezTo>
                    <a:pt x="58091" y="161270"/>
                    <a:pt x="54153" y="155958"/>
                    <a:pt x="54153" y="149362"/>
                  </a:cubicBezTo>
                  <a:cubicBezTo>
                    <a:pt x="54153" y="139939"/>
                    <a:pt x="62371" y="133257"/>
                    <a:pt x="73757" y="133257"/>
                  </a:cubicBezTo>
                  <a:cubicBezTo>
                    <a:pt x="85143" y="133257"/>
                    <a:pt x="93362" y="139939"/>
                    <a:pt x="93362" y="149362"/>
                  </a:cubicBezTo>
                  <a:cubicBezTo>
                    <a:pt x="93362" y="155958"/>
                    <a:pt x="89424" y="161270"/>
                    <a:pt x="82746" y="164011"/>
                  </a:cubicBezTo>
                  <a:cubicBezTo>
                    <a:pt x="91221" y="166153"/>
                    <a:pt x="96016" y="171635"/>
                    <a:pt x="96016" y="179260"/>
                  </a:cubicBezTo>
                  <a:cubicBezTo>
                    <a:pt x="96016" y="189368"/>
                    <a:pt x="87027" y="196221"/>
                    <a:pt x="73757" y="196221"/>
                  </a:cubicBezTo>
                  <a:close/>
                  <a:moveTo>
                    <a:pt x="73757" y="189711"/>
                  </a:moveTo>
                  <a:cubicBezTo>
                    <a:pt x="83260" y="189711"/>
                    <a:pt x="88996" y="185599"/>
                    <a:pt x="88996" y="178746"/>
                  </a:cubicBezTo>
                  <a:cubicBezTo>
                    <a:pt x="88996" y="171892"/>
                    <a:pt x="83174" y="167695"/>
                    <a:pt x="73757" y="167695"/>
                  </a:cubicBezTo>
                  <a:cubicBezTo>
                    <a:pt x="64340" y="167695"/>
                    <a:pt x="58519" y="171892"/>
                    <a:pt x="58519" y="178746"/>
                  </a:cubicBezTo>
                  <a:cubicBezTo>
                    <a:pt x="58519" y="185599"/>
                    <a:pt x="64254" y="189711"/>
                    <a:pt x="73757" y="189711"/>
                  </a:cubicBezTo>
                  <a:close/>
                  <a:moveTo>
                    <a:pt x="73757" y="161184"/>
                  </a:moveTo>
                  <a:cubicBezTo>
                    <a:pt x="80948" y="161184"/>
                    <a:pt x="86513" y="156301"/>
                    <a:pt x="86513" y="150048"/>
                  </a:cubicBezTo>
                  <a:cubicBezTo>
                    <a:pt x="86513" y="143880"/>
                    <a:pt x="81376" y="139768"/>
                    <a:pt x="73757" y="139768"/>
                  </a:cubicBezTo>
                  <a:cubicBezTo>
                    <a:pt x="66138" y="139768"/>
                    <a:pt x="61001" y="143880"/>
                    <a:pt x="61001" y="150048"/>
                  </a:cubicBezTo>
                  <a:cubicBezTo>
                    <a:pt x="61001" y="156301"/>
                    <a:pt x="66566" y="161184"/>
                    <a:pt x="73757" y="161184"/>
                  </a:cubicBezTo>
                  <a:close/>
                  <a:moveTo>
                    <a:pt x="103254" y="203760"/>
                  </a:moveTo>
                  <a:cubicBezTo>
                    <a:pt x="106422" y="202903"/>
                    <a:pt x="106764" y="200761"/>
                    <a:pt x="106764" y="198192"/>
                  </a:cubicBezTo>
                  <a:lnTo>
                    <a:pt x="106764" y="195365"/>
                  </a:lnTo>
                  <a:lnTo>
                    <a:pt x="103254" y="195365"/>
                  </a:lnTo>
                  <a:lnTo>
                    <a:pt x="103254" y="186712"/>
                  </a:lnTo>
                  <a:lnTo>
                    <a:pt x="111045" y="186712"/>
                  </a:lnTo>
                  <a:lnTo>
                    <a:pt x="111045" y="198277"/>
                  </a:lnTo>
                  <a:cubicBezTo>
                    <a:pt x="111045" y="203503"/>
                    <a:pt x="108990" y="206415"/>
                    <a:pt x="103254" y="207443"/>
                  </a:cubicBezTo>
                  <a:lnTo>
                    <a:pt x="103254" y="203760"/>
                  </a:lnTo>
                  <a:close/>
                  <a:moveTo>
                    <a:pt x="144033" y="195365"/>
                  </a:moveTo>
                  <a:lnTo>
                    <a:pt x="165949" y="140796"/>
                  </a:lnTo>
                  <a:lnTo>
                    <a:pt x="133246" y="140796"/>
                  </a:lnTo>
                  <a:lnTo>
                    <a:pt x="133246" y="134114"/>
                  </a:lnTo>
                  <a:lnTo>
                    <a:pt x="173226" y="134114"/>
                  </a:lnTo>
                  <a:lnTo>
                    <a:pt x="173226" y="139939"/>
                  </a:lnTo>
                  <a:lnTo>
                    <a:pt x="151224" y="195365"/>
                  </a:lnTo>
                  <a:lnTo>
                    <a:pt x="144033" y="195365"/>
                  </a:lnTo>
                  <a:close/>
                  <a:moveTo>
                    <a:pt x="200735" y="133257"/>
                  </a:moveTo>
                  <a:cubicBezTo>
                    <a:pt x="214946" y="133257"/>
                    <a:pt x="224106" y="145764"/>
                    <a:pt x="224106" y="165039"/>
                  </a:cubicBezTo>
                  <a:cubicBezTo>
                    <a:pt x="224106" y="184143"/>
                    <a:pt x="214946" y="196221"/>
                    <a:pt x="200564" y="196221"/>
                  </a:cubicBezTo>
                  <a:cubicBezTo>
                    <a:pt x="190975" y="196221"/>
                    <a:pt x="183185" y="190996"/>
                    <a:pt x="180617" y="182943"/>
                  </a:cubicBezTo>
                  <a:lnTo>
                    <a:pt x="186781" y="180887"/>
                  </a:lnTo>
                  <a:cubicBezTo>
                    <a:pt x="189006" y="186455"/>
                    <a:pt x="193800" y="189625"/>
                    <a:pt x="200221" y="189625"/>
                  </a:cubicBezTo>
                  <a:cubicBezTo>
                    <a:pt x="211350" y="189625"/>
                    <a:pt x="217685" y="180545"/>
                    <a:pt x="217685" y="164525"/>
                  </a:cubicBezTo>
                  <a:lnTo>
                    <a:pt x="217685" y="162812"/>
                  </a:lnTo>
                  <a:cubicBezTo>
                    <a:pt x="214175" y="170093"/>
                    <a:pt x="207412" y="174291"/>
                    <a:pt x="199108" y="174291"/>
                  </a:cubicBezTo>
                  <a:cubicBezTo>
                    <a:pt x="187465" y="174291"/>
                    <a:pt x="179247" y="166067"/>
                    <a:pt x="179247" y="154502"/>
                  </a:cubicBezTo>
                  <a:cubicBezTo>
                    <a:pt x="179247" y="142252"/>
                    <a:pt x="188407" y="133257"/>
                    <a:pt x="200735" y="133257"/>
                  </a:cubicBezTo>
                  <a:close/>
                  <a:moveTo>
                    <a:pt x="200392" y="139854"/>
                  </a:moveTo>
                  <a:cubicBezTo>
                    <a:pt x="192088" y="139854"/>
                    <a:pt x="186267" y="145764"/>
                    <a:pt x="186267" y="154160"/>
                  </a:cubicBezTo>
                  <a:cubicBezTo>
                    <a:pt x="186267" y="162298"/>
                    <a:pt x="191660" y="167609"/>
                    <a:pt x="199879" y="167609"/>
                  </a:cubicBezTo>
                  <a:cubicBezTo>
                    <a:pt x="207327" y="167609"/>
                    <a:pt x="213576" y="163154"/>
                    <a:pt x="215288" y="156472"/>
                  </a:cubicBezTo>
                  <a:cubicBezTo>
                    <a:pt x="215973" y="153817"/>
                    <a:pt x="215631" y="151847"/>
                    <a:pt x="214689" y="149619"/>
                  </a:cubicBezTo>
                  <a:cubicBezTo>
                    <a:pt x="211950" y="143194"/>
                    <a:pt x="206642" y="139854"/>
                    <a:pt x="200392" y="139854"/>
                  </a:cubicBezTo>
                  <a:close/>
                  <a:moveTo>
                    <a:pt x="230327" y="203760"/>
                  </a:moveTo>
                  <a:cubicBezTo>
                    <a:pt x="233495" y="202903"/>
                    <a:pt x="233837" y="200761"/>
                    <a:pt x="233837" y="198192"/>
                  </a:cubicBezTo>
                  <a:lnTo>
                    <a:pt x="233837" y="195365"/>
                  </a:lnTo>
                  <a:lnTo>
                    <a:pt x="230327" y="195365"/>
                  </a:lnTo>
                  <a:lnTo>
                    <a:pt x="230327" y="186712"/>
                  </a:lnTo>
                  <a:lnTo>
                    <a:pt x="238117" y="186712"/>
                  </a:lnTo>
                  <a:lnTo>
                    <a:pt x="238117" y="198277"/>
                  </a:lnTo>
                  <a:cubicBezTo>
                    <a:pt x="238117" y="203503"/>
                    <a:pt x="236063" y="206415"/>
                    <a:pt x="230327" y="207443"/>
                  </a:cubicBezTo>
                  <a:lnTo>
                    <a:pt x="230327" y="203760"/>
                  </a:lnTo>
                  <a:close/>
                  <a:moveTo>
                    <a:pt x="288446" y="196221"/>
                  </a:moveTo>
                  <a:cubicBezTo>
                    <a:pt x="273893" y="196221"/>
                    <a:pt x="263876" y="183457"/>
                    <a:pt x="263876" y="164782"/>
                  </a:cubicBezTo>
                  <a:cubicBezTo>
                    <a:pt x="263876" y="146107"/>
                    <a:pt x="273893" y="133257"/>
                    <a:pt x="288446" y="133257"/>
                  </a:cubicBezTo>
                  <a:cubicBezTo>
                    <a:pt x="303085" y="133257"/>
                    <a:pt x="312931" y="145936"/>
                    <a:pt x="312931" y="164782"/>
                  </a:cubicBezTo>
                  <a:cubicBezTo>
                    <a:pt x="312931" y="183543"/>
                    <a:pt x="303000" y="196221"/>
                    <a:pt x="288446" y="196221"/>
                  </a:cubicBezTo>
                  <a:close/>
                  <a:moveTo>
                    <a:pt x="288446" y="189539"/>
                  </a:moveTo>
                  <a:cubicBezTo>
                    <a:pt x="298891" y="189539"/>
                    <a:pt x="305911" y="179602"/>
                    <a:pt x="305911" y="164782"/>
                  </a:cubicBezTo>
                  <a:cubicBezTo>
                    <a:pt x="305911" y="149791"/>
                    <a:pt x="298976" y="139939"/>
                    <a:pt x="288446" y="139939"/>
                  </a:cubicBezTo>
                  <a:cubicBezTo>
                    <a:pt x="277916" y="139939"/>
                    <a:pt x="270896" y="149791"/>
                    <a:pt x="270896" y="164782"/>
                  </a:cubicBezTo>
                  <a:cubicBezTo>
                    <a:pt x="270896" y="179602"/>
                    <a:pt x="277916" y="189539"/>
                    <a:pt x="288446" y="189539"/>
                  </a:cubicBezTo>
                  <a:close/>
                  <a:moveTo>
                    <a:pt x="319865" y="203760"/>
                  </a:moveTo>
                  <a:cubicBezTo>
                    <a:pt x="323032" y="202903"/>
                    <a:pt x="323375" y="200761"/>
                    <a:pt x="323375" y="198192"/>
                  </a:cubicBezTo>
                  <a:lnTo>
                    <a:pt x="323375" y="195365"/>
                  </a:lnTo>
                  <a:lnTo>
                    <a:pt x="319865" y="195365"/>
                  </a:lnTo>
                  <a:lnTo>
                    <a:pt x="319865" y="186712"/>
                  </a:lnTo>
                  <a:lnTo>
                    <a:pt x="327655" y="186712"/>
                  </a:lnTo>
                  <a:lnTo>
                    <a:pt x="327655" y="198277"/>
                  </a:lnTo>
                  <a:cubicBezTo>
                    <a:pt x="327655" y="203503"/>
                    <a:pt x="325601" y="206415"/>
                    <a:pt x="319865" y="207443"/>
                  </a:cubicBezTo>
                  <a:lnTo>
                    <a:pt x="319865" y="203760"/>
                  </a:lnTo>
                  <a:close/>
                  <a:moveTo>
                    <a:pt x="377994" y="196221"/>
                  </a:moveTo>
                  <a:cubicBezTo>
                    <a:pt x="363440" y="196221"/>
                    <a:pt x="353424" y="183457"/>
                    <a:pt x="353424" y="164782"/>
                  </a:cubicBezTo>
                  <a:cubicBezTo>
                    <a:pt x="353424" y="146107"/>
                    <a:pt x="363440" y="133257"/>
                    <a:pt x="377994" y="133257"/>
                  </a:cubicBezTo>
                  <a:cubicBezTo>
                    <a:pt x="392633" y="133257"/>
                    <a:pt x="402478" y="145936"/>
                    <a:pt x="402478" y="164782"/>
                  </a:cubicBezTo>
                  <a:cubicBezTo>
                    <a:pt x="402478" y="183543"/>
                    <a:pt x="392538" y="196221"/>
                    <a:pt x="377994" y="196221"/>
                  </a:cubicBezTo>
                  <a:close/>
                  <a:moveTo>
                    <a:pt x="377994" y="189539"/>
                  </a:moveTo>
                  <a:cubicBezTo>
                    <a:pt x="388438" y="189539"/>
                    <a:pt x="395458" y="179602"/>
                    <a:pt x="395458" y="164782"/>
                  </a:cubicBezTo>
                  <a:cubicBezTo>
                    <a:pt x="395458" y="149791"/>
                    <a:pt x="388524" y="139939"/>
                    <a:pt x="377994" y="139939"/>
                  </a:cubicBezTo>
                  <a:cubicBezTo>
                    <a:pt x="367464" y="139939"/>
                    <a:pt x="360444" y="149791"/>
                    <a:pt x="360444" y="164782"/>
                  </a:cubicBezTo>
                  <a:cubicBezTo>
                    <a:pt x="360444" y="179602"/>
                    <a:pt x="367464" y="189539"/>
                    <a:pt x="377994" y="18953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5" name="Google Shape;1205;p82"/>
            <p:cNvSpPr/>
            <p:nvPr/>
          </p:nvSpPr>
          <p:spPr>
            <a:xfrm>
              <a:off x="4715645" y="2713757"/>
              <a:ext cx="217087" cy="133336"/>
            </a:xfrm>
            <a:custGeom>
              <a:rect b="b" l="l" r="r" t="t"/>
              <a:pathLst>
                <a:path extrusionOk="0" h="195364" w="318076">
                  <a:moveTo>
                    <a:pt x="1455" y="61251"/>
                  </a:moveTo>
                  <a:lnTo>
                    <a:pt x="1455" y="0"/>
                  </a:lnTo>
                  <a:lnTo>
                    <a:pt x="20375" y="0"/>
                  </a:lnTo>
                  <a:cubicBezTo>
                    <a:pt x="35271" y="0"/>
                    <a:pt x="44859" y="7967"/>
                    <a:pt x="44859" y="20474"/>
                  </a:cubicBezTo>
                  <a:cubicBezTo>
                    <a:pt x="44859" y="33067"/>
                    <a:pt x="35357" y="41034"/>
                    <a:pt x="20375" y="41034"/>
                  </a:cubicBezTo>
                  <a:lnTo>
                    <a:pt x="13441" y="41034"/>
                  </a:lnTo>
                  <a:lnTo>
                    <a:pt x="13441" y="61251"/>
                  </a:lnTo>
                  <a:lnTo>
                    <a:pt x="1455" y="61251"/>
                  </a:lnTo>
                  <a:close/>
                  <a:moveTo>
                    <a:pt x="20375" y="30240"/>
                  </a:moveTo>
                  <a:cubicBezTo>
                    <a:pt x="28765" y="30240"/>
                    <a:pt x="32874" y="27070"/>
                    <a:pt x="32874" y="20474"/>
                  </a:cubicBezTo>
                  <a:cubicBezTo>
                    <a:pt x="32874" y="14049"/>
                    <a:pt x="28679" y="10794"/>
                    <a:pt x="20375" y="10794"/>
                  </a:cubicBezTo>
                  <a:lnTo>
                    <a:pt x="13441" y="10794"/>
                  </a:lnTo>
                  <a:lnTo>
                    <a:pt x="13441" y="30240"/>
                  </a:lnTo>
                  <a:lnTo>
                    <a:pt x="20375" y="30240"/>
                  </a:lnTo>
                  <a:close/>
                  <a:moveTo>
                    <a:pt x="68231" y="62107"/>
                  </a:moveTo>
                  <a:cubicBezTo>
                    <a:pt x="57358" y="62107"/>
                    <a:pt x="49482" y="52599"/>
                    <a:pt x="49482" y="39406"/>
                  </a:cubicBezTo>
                  <a:cubicBezTo>
                    <a:pt x="49482" y="26385"/>
                    <a:pt x="57358" y="16962"/>
                    <a:pt x="68231" y="16962"/>
                  </a:cubicBezTo>
                  <a:cubicBezTo>
                    <a:pt x="73110" y="16962"/>
                    <a:pt x="77305" y="19103"/>
                    <a:pt x="80473" y="22701"/>
                  </a:cubicBezTo>
                  <a:lnTo>
                    <a:pt x="80473" y="17818"/>
                  </a:lnTo>
                  <a:lnTo>
                    <a:pt x="91944" y="17818"/>
                  </a:lnTo>
                  <a:lnTo>
                    <a:pt x="91944" y="61251"/>
                  </a:lnTo>
                  <a:lnTo>
                    <a:pt x="81586" y="61251"/>
                  </a:lnTo>
                  <a:lnTo>
                    <a:pt x="81158" y="55597"/>
                  </a:lnTo>
                  <a:cubicBezTo>
                    <a:pt x="77905" y="59709"/>
                    <a:pt x="73453" y="62107"/>
                    <a:pt x="68231" y="62107"/>
                  </a:cubicBezTo>
                  <a:close/>
                  <a:moveTo>
                    <a:pt x="70713" y="51828"/>
                  </a:moveTo>
                  <a:cubicBezTo>
                    <a:pt x="76449" y="51828"/>
                    <a:pt x="80473" y="46688"/>
                    <a:pt x="80473" y="39406"/>
                  </a:cubicBezTo>
                  <a:cubicBezTo>
                    <a:pt x="80473" y="32296"/>
                    <a:pt x="76449" y="27242"/>
                    <a:pt x="70713" y="27242"/>
                  </a:cubicBezTo>
                  <a:cubicBezTo>
                    <a:pt x="64978" y="27242"/>
                    <a:pt x="60954" y="32296"/>
                    <a:pt x="60954" y="39406"/>
                  </a:cubicBezTo>
                  <a:cubicBezTo>
                    <a:pt x="60954" y="46688"/>
                    <a:pt x="64978" y="51828"/>
                    <a:pt x="70713" y="51828"/>
                  </a:cubicBezTo>
                  <a:close/>
                  <a:moveTo>
                    <a:pt x="101771" y="61251"/>
                  </a:moveTo>
                  <a:lnTo>
                    <a:pt x="101771" y="17818"/>
                  </a:lnTo>
                  <a:lnTo>
                    <a:pt x="111958" y="17818"/>
                  </a:lnTo>
                  <a:lnTo>
                    <a:pt x="112215" y="24243"/>
                  </a:lnTo>
                  <a:cubicBezTo>
                    <a:pt x="114783" y="19874"/>
                    <a:pt x="120091" y="16962"/>
                    <a:pt x="125656" y="16962"/>
                  </a:cubicBezTo>
                  <a:cubicBezTo>
                    <a:pt x="134901" y="16962"/>
                    <a:pt x="140123" y="23130"/>
                    <a:pt x="140123" y="33924"/>
                  </a:cubicBezTo>
                  <a:lnTo>
                    <a:pt x="140123" y="61251"/>
                  </a:lnTo>
                  <a:lnTo>
                    <a:pt x="128652" y="61251"/>
                  </a:lnTo>
                  <a:lnTo>
                    <a:pt x="128652" y="36322"/>
                  </a:lnTo>
                  <a:cubicBezTo>
                    <a:pt x="128652" y="30497"/>
                    <a:pt x="126255" y="27242"/>
                    <a:pt x="121632" y="27242"/>
                  </a:cubicBezTo>
                  <a:cubicBezTo>
                    <a:pt x="117180" y="27242"/>
                    <a:pt x="114269" y="30583"/>
                    <a:pt x="113585" y="35979"/>
                  </a:cubicBezTo>
                  <a:cubicBezTo>
                    <a:pt x="113328" y="37436"/>
                    <a:pt x="113242" y="39834"/>
                    <a:pt x="113242" y="44546"/>
                  </a:cubicBezTo>
                  <a:lnTo>
                    <a:pt x="113242" y="61251"/>
                  </a:lnTo>
                  <a:lnTo>
                    <a:pt x="101771" y="61251"/>
                  </a:lnTo>
                  <a:close/>
                  <a:moveTo>
                    <a:pt x="167614" y="62193"/>
                  </a:moveTo>
                  <a:cubicBezTo>
                    <a:pt x="157169" y="62193"/>
                    <a:pt x="151776" y="56197"/>
                    <a:pt x="151776" y="44546"/>
                  </a:cubicBezTo>
                  <a:lnTo>
                    <a:pt x="151776" y="28098"/>
                  </a:lnTo>
                  <a:lnTo>
                    <a:pt x="145098" y="28098"/>
                  </a:lnTo>
                  <a:lnTo>
                    <a:pt x="145098" y="17818"/>
                  </a:lnTo>
                  <a:lnTo>
                    <a:pt x="151776" y="17818"/>
                  </a:lnTo>
                  <a:lnTo>
                    <a:pt x="151776" y="4969"/>
                  </a:lnTo>
                  <a:lnTo>
                    <a:pt x="163247" y="4969"/>
                  </a:lnTo>
                  <a:lnTo>
                    <a:pt x="163247" y="17818"/>
                  </a:lnTo>
                  <a:lnTo>
                    <a:pt x="174805" y="17818"/>
                  </a:lnTo>
                  <a:lnTo>
                    <a:pt x="174805" y="28098"/>
                  </a:lnTo>
                  <a:lnTo>
                    <a:pt x="163247" y="28098"/>
                  </a:lnTo>
                  <a:lnTo>
                    <a:pt x="163247" y="44717"/>
                  </a:lnTo>
                  <a:cubicBezTo>
                    <a:pt x="163247" y="49343"/>
                    <a:pt x="165302" y="51828"/>
                    <a:pt x="169155" y="51828"/>
                  </a:cubicBezTo>
                  <a:cubicBezTo>
                    <a:pt x="170867" y="51828"/>
                    <a:pt x="172750" y="51485"/>
                    <a:pt x="174890" y="50628"/>
                  </a:cubicBezTo>
                  <a:lnTo>
                    <a:pt x="176346" y="60737"/>
                  </a:lnTo>
                  <a:cubicBezTo>
                    <a:pt x="173692" y="61679"/>
                    <a:pt x="170781" y="62193"/>
                    <a:pt x="167614" y="62193"/>
                  </a:cubicBezTo>
                  <a:close/>
                  <a:moveTo>
                    <a:pt x="201306" y="62107"/>
                  </a:moveTo>
                  <a:cubicBezTo>
                    <a:pt x="188978" y="62107"/>
                    <a:pt x="180074" y="52684"/>
                    <a:pt x="180074" y="39492"/>
                  </a:cubicBezTo>
                  <a:cubicBezTo>
                    <a:pt x="180074" y="26471"/>
                    <a:pt x="188978" y="16962"/>
                    <a:pt x="201306" y="16962"/>
                  </a:cubicBezTo>
                  <a:cubicBezTo>
                    <a:pt x="213633" y="16962"/>
                    <a:pt x="222537" y="26471"/>
                    <a:pt x="222537" y="39492"/>
                  </a:cubicBezTo>
                  <a:cubicBezTo>
                    <a:pt x="222537" y="52684"/>
                    <a:pt x="213633" y="62107"/>
                    <a:pt x="201306" y="62107"/>
                  </a:cubicBezTo>
                  <a:close/>
                  <a:moveTo>
                    <a:pt x="201306" y="51828"/>
                  </a:moveTo>
                  <a:cubicBezTo>
                    <a:pt x="207041" y="51828"/>
                    <a:pt x="211065" y="46773"/>
                    <a:pt x="211065" y="39492"/>
                  </a:cubicBezTo>
                  <a:cubicBezTo>
                    <a:pt x="211065" y="32210"/>
                    <a:pt x="207127" y="27242"/>
                    <a:pt x="201306" y="27242"/>
                  </a:cubicBezTo>
                  <a:cubicBezTo>
                    <a:pt x="195484" y="27242"/>
                    <a:pt x="191546" y="32210"/>
                    <a:pt x="191546" y="39492"/>
                  </a:cubicBezTo>
                  <a:cubicBezTo>
                    <a:pt x="191546" y="46773"/>
                    <a:pt x="195570" y="51828"/>
                    <a:pt x="201306" y="51828"/>
                  </a:cubicBezTo>
                  <a:close/>
                  <a:moveTo>
                    <a:pt x="230261" y="61251"/>
                  </a:moveTo>
                  <a:lnTo>
                    <a:pt x="230261" y="17818"/>
                  </a:lnTo>
                  <a:lnTo>
                    <a:pt x="240448" y="17818"/>
                  </a:lnTo>
                  <a:lnTo>
                    <a:pt x="240705" y="24243"/>
                  </a:lnTo>
                  <a:cubicBezTo>
                    <a:pt x="243273" y="19874"/>
                    <a:pt x="248581" y="16962"/>
                    <a:pt x="254146" y="16962"/>
                  </a:cubicBezTo>
                  <a:cubicBezTo>
                    <a:pt x="263391" y="16962"/>
                    <a:pt x="268614" y="23130"/>
                    <a:pt x="268614" y="33924"/>
                  </a:cubicBezTo>
                  <a:lnTo>
                    <a:pt x="268614" y="61251"/>
                  </a:lnTo>
                  <a:lnTo>
                    <a:pt x="257142" y="61251"/>
                  </a:lnTo>
                  <a:lnTo>
                    <a:pt x="257142" y="36322"/>
                  </a:lnTo>
                  <a:cubicBezTo>
                    <a:pt x="257142" y="30497"/>
                    <a:pt x="254745" y="27242"/>
                    <a:pt x="250122" y="27242"/>
                  </a:cubicBezTo>
                  <a:cubicBezTo>
                    <a:pt x="245670" y="27242"/>
                    <a:pt x="242760" y="30583"/>
                    <a:pt x="242075" y="35979"/>
                  </a:cubicBezTo>
                  <a:cubicBezTo>
                    <a:pt x="241818" y="37436"/>
                    <a:pt x="241732" y="39834"/>
                    <a:pt x="241732" y="44546"/>
                  </a:cubicBezTo>
                  <a:lnTo>
                    <a:pt x="241732" y="61251"/>
                  </a:lnTo>
                  <a:lnTo>
                    <a:pt x="230261" y="61251"/>
                  </a:lnTo>
                  <a:close/>
                  <a:moveTo>
                    <a:pt x="297616" y="62107"/>
                  </a:moveTo>
                  <a:cubicBezTo>
                    <a:pt x="285374" y="62107"/>
                    <a:pt x="276385" y="52684"/>
                    <a:pt x="276385" y="39492"/>
                  </a:cubicBezTo>
                  <a:cubicBezTo>
                    <a:pt x="276385" y="26299"/>
                    <a:pt x="285032" y="16962"/>
                    <a:pt x="297274" y="16962"/>
                  </a:cubicBezTo>
                  <a:cubicBezTo>
                    <a:pt x="309259" y="16962"/>
                    <a:pt x="318077" y="26042"/>
                    <a:pt x="318077" y="38549"/>
                  </a:cubicBezTo>
                  <a:cubicBezTo>
                    <a:pt x="318077" y="39920"/>
                    <a:pt x="317905" y="41548"/>
                    <a:pt x="317734" y="43004"/>
                  </a:cubicBezTo>
                  <a:lnTo>
                    <a:pt x="288113" y="43004"/>
                  </a:lnTo>
                  <a:cubicBezTo>
                    <a:pt x="289055" y="48829"/>
                    <a:pt x="292565" y="52342"/>
                    <a:pt x="297616" y="52342"/>
                  </a:cubicBezTo>
                  <a:cubicBezTo>
                    <a:pt x="301897" y="52342"/>
                    <a:pt x="305064" y="50543"/>
                    <a:pt x="307718" y="46602"/>
                  </a:cubicBezTo>
                  <a:lnTo>
                    <a:pt x="316707" y="51314"/>
                  </a:lnTo>
                  <a:cubicBezTo>
                    <a:pt x="312855" y="58253"/>
                    <a:pt x="306091" y="62107"/>
                    <a:pt x="297616" y="62107"/>
                  </a:cubicBezTo>
                  <a:close/>
                  <a:moveTo>
                    <a:pt x="305920" y="35465"/>
                  </a:moveTo>
                  <a:cubicBezTo>
                    <a:pt x="305235" y="29983"/>
                    <a:pt x="301982" y="26728"/>
                    <a:pt x="297274" y="26728"/>
                  </a:cubicBezTo>
                  <a:cubicBezTo>
                    <a:pt x="292308" y="26728"/>
                    <a:pt x="289055" y="29897"/>
                    <a:pt x="288113" y="35465"/>
                  </a:cubicBezTo>
                  <a:lnTo>
                    <a:pt x="305920" y="35465"/>
                  </a:lnTo>
                  <a:close/>
                  <a:moveTo>
                    <a:pt x="599" y="188511"/>
                  </a:moveTo>
                  <a:cubicBezTo>
                    <a:pt x="10016" y="180716"/>
                    <a:pt x="15923" y="175833"/>
                    <a:pt x="22344" y="169322"/>
                  </a:cubicBezTo>
                  <a:cubicBezTo>
                    <a:pt x="30905" y="160584"/>
                    <a:pt x="32960" y="156987"/>
                    <a:pt x="32960" y="150990"/>
                  </a:cubicBezTo>
                  <a:cubicBezTo>
                    <a:pt x="32960" y="143794"/>
                    <a:pt x="27652" y="138911"/>
                    <a:pt x="19947" y="138911"/>
                  </a:cubicBezTo>
                  <a:cubicBezTo>
                    <a:pt x="12157" y="138911"/>
                    <a:pt x="6849" y="144394"/>
                    <a:pt x="6506" y="152960"/>
                  </a:cubicBezTo>
                  <a:lnTo>
                    <a:pt x="0" y="152275"/>
                  </a:lnTo>
                  <a:cubicBezTo>
                    <a:pt x="171" y="140624"/>
                    <a:pt x="8561" y="132401"/>
                    <a:pt x="20118" y="132401"/>
                  </a:cubicBezTo>
                  <a:cubicBezTo>
                    <a:pt x="31761" y="132401"/>
                    <a:pt x="39894" y="140110"/>
                    <a:pt x="39894" y="151076"/>
                  </a:cubicBezTo>
                  <a:cubicBezTo>
                    <a:pt x="39894" y="158528"/>
                    <a:pt x="36298" y="164953"/>
                    <a:pt x="27823" y="172749"/>
                  </a:cubicBezTo>
                  <a:cubicBezTo>
                    <a:pt x="21659" y="178317"/>
                    <a:pt x="16608" y="182601"/>
                    <a:pt x="10102" y="187655"/>
                  </a:cubicBezTo>
                  <a:lnTo>
                    <a:pt x="41264" y="187826"/>
                  </a:lnTo>
                  <a:lnTo>
                    <a:pt x="41264" y="194508"/>
                  </a:lnTo>
                  <a:lnTo>
                    <a:pt x="599" y="194508"/>
                  </a:lnTo>
                  <a:lnTo>
                    <a:pt x="599" y="188511"/>
                  </a:lnTo>
                  <a:close/>
                  <a:moveTo>
                    <a:pt x="70238" y="195365"/>
                  </a:moveTo>
                  <a:cubicBezTo>
                    <a:pt x="58680" y="195365"/>
                    <a:pt x="48750" y="187740"/>
                    <a:pt x="47723" y="178060"/>
                  </a:cubicBezTo>
                  <a:lnTo>
                    <a:pt x="54229" y="176775"/>
                  </a:lnTo>
                  <a:cubicBezTo>
                    <a:pt x="55855" y="184228"/>
                    <a:pt x="61762" y="188683"/>
                    <a:pt x="70152" y="188683"/>
                  </a:cubicBezTo>
                  <a:cubicBezTo>
                    <a:pt x="78970" y="188683"/>
                    <a:pt x="84963" y="184399"/>
                    <a:pt x="84963" y="178060"/>
                  </a:cubicBezTo>
                  <a:cubicBezTo>
                    <a:pt x="84963" y="171036"/>
                    <a:pt x="79569" y="167009"/>
                    <a:pt x="69981" y="167009"/>
                  </a:cubicBezTo>
                  <a:lnTo>
                    <a:pt x="64588" y="167009"/>
                  </a:lnTo>
                  <a:lnTo>
                    <a:pt x="64588" y="160927"/>
                  </a:lnTo>
                  <a:lnTo>
                    <a:pt x="68697" y="160927"/>
                  </a:lnTo>
                  <a:cubicBezTo>
                    <a:pt x="77086" y="160927"/>
                    <a:pt x="83079" y="156216"/>
                    <a:pt x="83079" y="149619"/>
                  </a:cubicBezTo>
                  <a:cubicBezTo>
                    <a:pt x="83079" y="143280"/>
                    <a:pt x="78028" y="139168"/>
                    <a:pt x="70323" y="139168"/>
                  </a:cubicBezTo>
                  <a:cubicBezTo>
                    <a:pt x="61848" y="139168"/>
                    <a:pt x="55770" y="144222"/>
                    <a:pt x="56027" y="151161"/>
                  </a:cubicBezTo>
                  <a:lnTo>
                    <a:pt x="49435" y="150562"/>
                  </a:lnTo>
                  <a:cubicBezTo>
                    <a:pt x="49435" y="139854"/>
                    <a:pt x="57910" y="132486"/>
                    <a:pt x="70238" y="132486"/>
                  </a:cubicBezTo>
                  <a:cubicBezTo>
                    <a:pt x="81709" y="132486"/>
                    <a:pt x="89928" y="139340"/>
                    <a:pt x="89928" y="149020"/>
                  </a:cubicBezTo>
                  <a:cubicBezTo>
                    <a:pt x="89928" y="155445"/>
                    <a:pt x="86076" y="160756"/>
                    <a:pt x="79484" y="163497"/>
                  </a:cubicBezTo>
                  <a:cubicBezTo>
                    <a:pt x="87360" y="165724"/>
                    <a:pt x="91897" y="171121"/>
                    <a:pt x="91897" y="178489"/>
                  </a:cubicBezTo>
                  <a:cubicBezTo>
                    <a:pt x="91897" y="188340"/>
                    <a:pt x="82908" y="195365"/>
                    <a:pt x="70238" y="195365"/>
                  </a:cubicBezTo>
                  <a:close/>
                  <a:moveTo>
                    <a:pt x="122868" y="195365"/>
                  </a:moveTo>
                  <a:cubicBezTo>
                    <a:pt x="108657" y="195365"/>
                    <a:pt x="99497" y="182857"/>
                    <a:pt x="99497" y="163583"/>
                  </a:cubicBezTo>
                  <a:cubicBezTo>
                    <a:pt x="99497" y="144479"/>
                    <a:pt x="108657" y="132401"/>
                    <a:pt x="123040" y="132401"/>
                  </a:cubicBezTo>
                  <a:cubicBezTo>
                    <a:pt x="132628" y="132401"/>
                    <a:pt x="140418" y="137626"/>
                    <a:pt x="142987" y="145679"/>
                  </a:cubicBezTo>
                  <a:lnTo>
                    <a:pt x="136823" y="147735"/>
                  </a:lnTo>
                  <a:cubicBezTo>
                    <a:pt x="134597" y="142166"/>
                    <a:pt x="129803" y="138997"/>
                    <a:pt x="123382" y="138997"/>
                  </a:cubicBezTo>
                  <a:cubicBezTo>
                    <a:pt x="112253" y="138997"/>
                    <a:pt x="105918" y="148077"/>
                    <a:pt x="105918" y="164097"/>
                  </a:cubicBezTo>
                  <a:lnTo>
                    <a:pt x="105918" y="165810"/>
                  </a:lnTo>
                  <a:cubicBezTo>
                    <a:pt x="109428" y="158528"/>
                    <a:pt x="116191" y="154331"/>
                    <a:pt x="124495" y="154331"/>
                  </a:cubicBezTo>
                  <a:cubicBezTo>
                    <a:pt x="136138" y="154331"/>
                    <a:pt x="144356" y="162555"/>
                    <a:pt x="144356" y="174120"/>
                  </a:cubicBezTo>
                  <a:cubicBezTo>
                    <a:pt x="144356" y="186370"/>
                    <a:pt x="135196" y="195365"/>
                    <a:pt x="122868" y="195365"/>
                  </a:cubicBezTo>
                  <a:close/>
                  <a:moveTo>
                    <a:pt x="123211" y="188768"/>
                  </a:moveTo>
                  <a:cubicBezTo>
                    <a:pt x="131515" y="188768"/>
                    <a:pt x="137336" y="182857"/>
                    <a:pt x="137336" y="174462"/>
                  </a:cubicBezTo>
                  <a:cubicBezTo>
                    <a:pt x="137336" y="166324"/>
                    <a:pt x="131943" y="161013"/>
                    <a:pt x="123725" y="161013"/>
                  </a:cubicBezTo>
                  <a:cubicBezTo>
                    <a:pt x="116277" y="161013"/>
                    <a:pt x="110027" y="165467"/>
                    <a:pt x="108315" y="172149"/>
                  </a:cubicBezTo>
                  <a:cubicBezTo>
                    <a:pt x="107630" y="174805"/>
                    <a:pt x="107972" y="176775"/>
                    <a:pt x="108914" y="179003"/>
                  </a:cubicBezTo>
                  <a:cubicBezTo>
                    <a:pt x="111654" y="185427"/>
                    <a:pt x="116961" y="188768"/>
                    <a:pt x="123211" y="188768"/>
                  </a:cubicBezTo>
                  <a:close/>
                  <a:moveTo>
                    <a:pt x="173825" y="195365"/>
                  </a:moveTo>
                  <a:cubicBezTo>
                    <a:pt x="160556" y="195365"/>
                    <a:pt x="151567" y="188511"/>
                    <a:pt x="151567" y="178403"/>
                  </a:cubicBezTo>
                  <a:cubicBezTo>
                    <a:pt x="151567" y="170779"/>
                    <a:pt x="156361" y="165296"/>
                    <a:pt x="164836" y="163154"/>
                  </a:cubicBezTo>
                  <a:cubicBezTo>
                    <a:pt x="158159" y="160413"/>
                    <a:pt x="154221" y="155102"/>
                    <a:pt x="154221" y="148506"/>
                  </a:cubicBezTo>
                  <a:cubicBezTo>
                    <a:pt x="154221" y="139082"/>
                    <a:pt x="162439" y="132401"/>
                    <a:pt x="173825" y="132401"/>
                  </a:cubicBezTo>
                  <a:cubicBezTo>
                    <a:pt x="185211" y="132401"/>
                    <a:pt x="193430" y="139082"/>
                    <a:pt x="193430" y="148506"/>
                  </a:cubicBezTo>
                  <a:cubicBezTo>
                    <a:pt x="193430" y="155102"/>
                    <a:pt x="189492" y="160413"/>
                    <a:pt x="182814" y="163154"/>
                  </a:cubicBezTo>
                  <a:cubicBezTo>
                    <a:pt x="191289" y="165296"/>
                    <a:pt x="196084" y="170779"/>
                    <a:pt x="196084" y="178403"/>
                  </a:cubicBezTo>
                  <a:cubicBezTo>
                    <a:pt x="196084" y="188511"/>
                    <a:pt x="187094" y="195365"/>
                    <a:pt x="173825" y="195365"/>
                  </a:cubicBezTo>
                  <a:close/>
                  <a:moveTo>
                    <a:pt x="173825" y="188854"/>
                  </a:moveTo>
                  <a:cubicBezTo>
                    <a:pt x="183328" y="188854"/>
                    <a:pt x="189063" y="184742"/>
                    <a:pt x="189063" y="177889"/>
                  </a:cubicBezTo>
                  <a:cubicBezTo>
                    <a:pt x="189063" y="171036"/>
                    <a:pt x="183242" y="166838"/>
                    <a:pt x="173825" y="166838"/>
                  </a:cubicBezTo>
                  <a:cubicBezTo>
                    <a:pt x="164408" y="166838"/>
                    <a:pt x="158587" y="171036"/>
                    <a:pt x="158587" y="177889"/>
                  </a:cubicBezTo>
                  <a:cubicBezTo>
                    <a:pt x="158587" y="184742"/>
                    <a:pt x="164322" y="188854"/>
                    <a:pt x="173825" y="188854"/>
                  </a:cubicBezTo>
                  <a:close/>
                  <a:moveTo>
                    <a:pt x="173825" y="160328"/>
                  </a:moveTo>
                  <a:cubicBezTo>
                    <a:pt x="181016" y="160328"/>
                    <a:pt x="186581" y="155445"/>
                    <a:pt x="186581" y="149191"/>
                  </a:cubicBezTo>
                  <a:cubicBezTo>
                    <a:pt x="186581" y="143023"/>
                    <a:pt x="181444" y="138911"/>
                    <a:pt x="173825" y="138911"/>
                  </a:cubicBezTo>
                  <a:cubicBezTo>
                    <a:pt x="166206" y="138911"/>
                    <a:pt x="161069" y="143023"/>
                    <a:pt x="161069" y="149191"/>
                  </a:cubicBezTo>
                  <a:cubicBezTo>
                    <a:pt x="161069" y="155445"/>
                    <a:pt x="166634" y="160328"/>
                    <a:pt x="173825" y="16032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6" name="Google Shape;1206;p82"/>
            <p:cNvSpPr/>
            <p:nvPr/>
          </p:nvSpPr>
          <p:spPr>
            <a:xfrm>
              <a:off x="5396850" y="2713757"/>
              <a:ext cx="258006" cy="133336"/>
            </a:xfrm>
            <a:custGeom>
              <a:rect b="b" l="l" r="r" t="t"/>
              <a:pathLst>
                <a:path extrusionOk="0" h="195364" w="378031">
                  <a:moveTo>
                    <a:pt x="38438" y="61251"/>
                  </a:moveTo>
                  <a:lnTo>
                    <a:pt x="38438" y="35380"/>
                  </a:lnTo>
                  <a:lnTo>
                    <a:pt x="13355" y="35380"/>
                  </a:lnTo>
                  <a:lnTo>
                    <a:pt x="13355" y="61251"/>
                  </a:lnTo>
                  <a:lnTo>
                    <a:pt x="1370" y="61251"/>
                  </a:lnTo>
                  <a:lnTo>
                    <a:pt x="1370" y="0"/>
                  </a:lnTo>
                  <a:lnTo>
                    <a:pt x="13355" y="0"/>
                  </a:lnTo>
                  <a:lnTo>
                    <a:pt x="13355" y="24329"/>
                  </a:lnTo>
                  <a:lnTo>
                    <a:pt x="38438" y="24329"/>
                  </a:lnTo>
                  <a:lnTo>
                    <a:pt x="38438" y="0"/>
                  </a:lnTo>
                  <a:lnTo>
                    <a:pt x="50424" y="0"/>
                  </a:lnTo>
                  <a:lnTo>
                    <a:pt x="50424" y="61251"/>
                  </a:lnTo>
                  <a:lnTo>
                    <a:pt x="38438" y="61251"/>
                  </a:lnTo>
                  <a:close/>
                  <a:moveTo>
                    <a:pt x="61648" y="61251"/>
                  </a:moveTo>
                  <a:lnTo>
                    <a:pt x="61648" y="0"/>
                  </a:lnTo>
                  <a:lnTo>
                    <a:pt x="105737" y="0"/>
                  </a:lnTo>
                  <a:lnTo>
                    <a:pt x="105737" y="11051"/>
                  </a:lnTo>
                  <a:lnTo>
                    <a:pt x="73633" y="11051"/>
                  </a:lnTo>
                  <a:lnTo>
                    <a:pt x="73633" y="24329"/>
                  </a:lnTo>
                  <a:lnTo>
                    <a:pt x="99573" y="24329"/>
                  </a:lnTo>
                  <a:lnTo>
                    <a:pt x="99573" y="35380"/>
                  </a:lnTo>
                  <a:lnTo>
                    <a:pt x="73633" y="35380"/>
                  </a:lnTo>
                  <a:lnTo>
                    <a:pt x="73633" y="50200"/>
                  </a:lnTo>
                  <a:lnTo>
                    <a:pt x="105737" y="50200"/>
                  </a:lnTo>
                  <a:lnTo>
                    <a:pt x="105737" y="61251"/>
                  </a:lnTo>
                  <a:lnTo>
                    <a:pt x="61648" y="61251"/>
                  </a:lnTo>
                  <a:close/>
                  <a:moveTo>
                    <a:pt x="111140" y="61251"/>
                  </a:moveTo>
                  <a:lnTo>
                    <a:pt x="130231" y="29640"/>
                  </a:lnTo>
                  <a:lnTo>
                    <a:pt x="112510" y="0"/>
                  </a:lnTo>
                  <a:lnTo>
                    <a:pt x="126207" y="0"/>
                  </a:lnTo>
                  <a:lnTo>
                    <a:pt x="138535" y="22359"/>
                  </a:lnTo>
                  <a:lnTo>
                    <a:pt x="150863" y="0"/>
                  </a:lnTo>
                  <a:lnTo>
                    <a:pt x="164560" y="0"/>
                  </a:lnTo>
                  <a:lnTo>
                    <a:pt x="146924" y="29640"/>
                  </a:lnTo>
                  <a:lnTo>
                    <a:pt x="165930" y="61251"/>
                  </a:lnTo>
                  <a:lnTo>
                    <a:pt x="152147" y="61251"/>
                  </a:lnTo>
                  <a:lnTo>
                    <a:pt x="138535" y="37007"/>
                  </a:lnTo>
                  <a:lnTo>
                    <a:pt x="124923" y="61251"/>
                  </a:lnTo>
                  <a:lnTo>
                    <a:pt x="111140" y="61251"/>
                  </a:lnTo>
                  <a:close/>
                  <a:moveTo>
                    <a:pt x="14382" y="194508"/>
                  </a:moveTo>
                  <a:lnTo>
                    <a:pt x="8218" y="194508"/>
                  </a:lnTo>
                  <a:lnTo>
                    <a:pt x="10359" y="178917"/>
                  </a:lnTo>
                  <a:lnTo>
                    <a:pt x="0" y="178917"/>
                  </a:lnTo>
                  <a:lnTo>
                    <a:pt x="0" y="173092"/>
                  </a:lnTo>
                  <a:lnTo>
                    <a:pt x="11215" y="173092"/>
                  </a:lnTo>
                  <a:lnTo>
                    <a:pt x="13783" y="154674"/>
                  </a:lnTo>
                  <a:lnTo>
                    <a:pt x="2654" y="154674"/>
                  </a:lnTo>
                  <a:lnTo>
                    <a:pt x="2654" y="148848"/>
                  </a:lnTo>
                  <a:lnTo>
                    <a:pt x="14639" y="148848"/>
                  </a:lnTo>
                  <a:lnTo>
                    <a:pt x="16779" y="133257"/>
                  </a:lnTo>
                  <a:lnTo>
                    <a:pt x="22943" y="133257"/>
                  </a:lnTo>
                  <a:lnTo>
                    <a:pt x="20803" y="148848"/>
                  </a:lnTo>
                  <a:lnTo>
                    <a:pt x="37925" y="148848"/>
                  </a:lnTo>
                  <a:lnTo>
                    <a:pt x="40065" y="133257"/>
                  </a:lnTo>
                  <a:lnTo>
                    <a:pt x="46229" y="133257"/>
                  </a:lnTo>
                  <a:lnTo>
                    <a:pt x="44089" y="148848"/>
                  </a:lnTo>
                  <a:lnTo>
                    <a:pt x="54448" y="148848"/>
                  </a:lnTo>
                  <a:lnTo>
                    <a:pt x="54448" y="154674"/>
                  </a:lnTo>
                  <a:lnTo>
                    <a:pt x="43233" y="154674"/>
                  </a:lnTo>
                  <a:lnTo>
                    <a:pt x="40664" y="173092"/>
                  </a:lnTo>
                  <a:lnTo>
                    <a:pt x="51793" y="173092"/>
                  </a:lnTo>
                  <a:lnTo>
                    <a:pt x="51793" y="178917"/>
                  </a:lnTo>
                  <a:lnTo>
                    <a:pt x="39808" y="178917"/>
                  </a:lnTo>
                  <a:lnTo>
                    <a:pt x="37668" y="194508"/>
                  </a:lnTo>
                  <a:lnTo>
                    <a:pt x="31504" y="194508"/>
                  </a:lnTo>
                  <a:lnTo>
                    <a:pt x="33644" y="178917"/>
                  </a:lnTo>
                  <a:lnTo>
                    <a:pt x="16523" y="178917"/>
                  </a:lnTo>
                  <a:lnTo>
                    <a:pt x="14382" y="194508"/>
                  </a:lnTo>
                  <a:close/>
                  <a:moveTo>
                    <a:pt x="17379" y="173092"/>
                  </a:moveTo>
                  <a:lnTo>
                    <a:pt x="34500" y="173092"/>
                  </a:lnTo>
                  <a:lnTo>
                    <a:pt x="37069" y="154674"/>
                  </a:lnTo>
                  <a:lnTo>
                    <a:pt x="19947" y="154674"/>
                  </a:lnTo>
                  <a:lnTo>
                    <a:pt x="17379" y="173092"/>
                  </a:lnTo>
                  <a:close/>
                  <a:moveTo>
                    <a:pt x="62295" y="188511"/>
                  </a:moveTo>
                  <a:cubicBezTo>
                    <a:pt x="71712" y="180716"/>
                    <a:pt x="77619" y="175833"/>
                    <a:pt x="84040" y="169322"/>
                  </a:cubicBezTo>
                  <a:cubicBezTo>
                    <a:pt x="92601" y="160584"/>
                    <a:pt x="94655" y="156987"/>
                    <a:pt x="94655" y="150990"/>
                  </a:cubicBezTo>
                  <a:cubicBezTo>
                    <a:pt x="94655" y="143794"/>
                    <a:pt x="89348" y="138911"/>
                    <a:pt x="81643" y="138911"/>
                  </a:cubicBezTo>
                  <a:cubicBezTo>
                    <a:pt x="73852" y="138911"/>
                    <a:pt x="68544" y="144394"/>
                    <a:pt x="68202" y="152960"/>
                  </a:cubicBezTo>
                  <a:lnTo>
                    <a:pt x="61696" y="152275"/>
                  </a:lnTo>
                  <a:cubicBezTo>
                    <a:pt x="61867" y="140624"/>
                    <a:pt x="70257" y="132401"/>
                    <a:pt x="81814" y="132401"/>
                  </a:cubicBezTo>
                  <a:cubicBezTo>
                    <a:pt x="93457" y="132401"/>
                    <a:pt x="101590" y="140110"/>
                    <a:pt x="101590" y="151076"/>
                  </a:cubicBezTo>
                  <a:cubicBezTo>
                    <a:pt x="101590" y="158528"/>
                    <a:pt x="97994" y="164953"/>
                    <a:pt x="89519" y="172749"/>
                  </a:cubicBezTo>
                  <a:cubicBezTo>
                    <a:pt x="83355" y="178317"/>
                    <a:pt x="78304" y="182601"/>
                    <a:pt x="71798" y="187655"/>
                  </a:cubicBezTo>
                  <a:lnTo>
                    <a:pt x="102960" y="187826"/>
                  </a:lnTo>
                  <a:lnTo>
                    <a:pt x="102960" y="194508"/>
                  </a:lnTo>
                  <a:lnTo>
                    <a:pt x="62295" y="194508"/>
                  </a:lnTo>
                  <a:lnTo>
                    <a:pt x="62295" y="188511"/>
                  </a:lnTo>
                  <a:close/>
                  <a:moveTo>
                    <a:pt x="133655" y="195365"/>
                  </a:moveTo>
                  <a:cubicBezTo>
                    <a:pt x="119444" y="195365"/>
                    <a:pt x="110284" y="182857"/>
                    <a:pt x="110284" y="163583"/>
                  </a:cubicBezTo>
                  <a:cubicBezTo>
                    <a:pt x="110284" y="144479"/>
                    <a:pt x="119444" y="132401"/>
                    <a:pt x="133826" y="132401"/>
                  </a:cubicBezTo>
                  <a:cubicBezTo>
                    <a:pt x="143415" y="132401"/>
                    <a:pt x="151205" y="137626"/>
                    <a:pt x="153773" y="145679"/>
                  </a:cubicBezTo>
                  <a:lnTo>
                    <a:pt x="147610" y="147735"/>
                  </a:lnTo>
                  <a:cubicBezTo>
                    <a:pt x="145384" y="142166"/>
                    <a:pt x="140590" y="138997"/>
                    <a:pt x="134169" y="138997"/>
                  </a:cubicBezTo>
                  <a:cubicBezTo>
                    <a:pt x="123040" y="138997"/>
                    <a:pt x="116704" y="148077"/>
                    <a:pt x="116704" y="164097"/>
                  </a:cubicBezTo>
                  <a:lnTo>
                    <a:pt x="116704" y="165810"/>
                  </a:lnTo>
                  <a:cubicBezTo>
                    <a:pt x="120215" y="158528"/>
                    <a:pt x="126978" y="154331"/>
                    <a:pt x="135282" y="154331"/>
                  </a:cubicBezTo>
                  <a:cubicBezTo>
                    <a:pt x="146924" y="154331"/>
                    <a:pt x="155143" y="162555"/>
                    <a:pt x="155143" y="174120"/>
                  </a:cubicBezTo>
                  <a:cubicBezTo>
                    <a:pt x="155143" y="186370"/>
                    <a:pt x="145983" y="195365"/>
                    <a:pt x="133655" y="195365"/>
                  </a:cubicBezTo>
                  <a:close/>
                  <a:moveTo>
                    <a:pt x="133998" y="188768"/>
                  </a:moveTo>
                  <a:cubicBezTo>
                    <a:pt x="142302" y="188768"/>
                    <a:pt x="148123" y="182857"/>
                    <a:pt x="148123" y="174462"/>
                  </a:cubicBezTo>
                  <a:cubicBezTo>
                    <a:pt x="148123" y="166324"/>
                    <a:pt x="142730" y="161013"/>
                    <a:pt x="134511" y="161013"/>
                  </a:cubicBezTo>
                  <a:cubicBezTo>
                    <a:pt x="127063" y="161013"/>
                    <a:pt x="120814" y="165467"/>
                    <a:pt x="119102" y="172149"/>
                  </a:cubicBezTo>
                  <a:cubicBezTo>
                    <a:pt x="118417" y="174805"/>
                    <a:pt x="118759" y="176775"/>
                    <a:pt x="119701" y="179003"/>
                  </a:cubicBezTo>
                  <a:cubicBezTo>
                    <a:pt x="122440" y="185427"/>
                    <a:pt x="127748" y="188768"/>
                    <a:pt x="133998" y="188768"/>
                  </a:cubicBezTo>
                  <a:close/>
                  <a:moveTo>
                    <a:pt x="188293" y="195365"/>
                  </a:moveTo>
                  <a:cubicBezTo>
                    <a:pt x="173739" y="195365"/>
                    <a:pt x="163723" y="182601"/>
                    <a:pt x="163723" y="163925"/>
                  </a:cubicBezTo>
                  <a:cubicBezTo>
                    <a:pt x="163723" y="145250"/>
                    <a:pt x="173739" y="132401"/>
                    <a:pt x="188293" y="132401"/>
                  </a:cubicBezTo>
                  <a:cubicBezTo>
                    <a:pt x="202932" y="132401"/>
                    <a:pt x="212777" y="145079"/>
                    <a:pt x="212777" y="163925"/>
                  </a:cubicBezTo>
                  <a:cubicBezTo>
                    <a:pt x="212777" y="182686"/>
                    <a:pt x="202846" y="195365"/>
                    <a:pt x="188293" y="195365"/>
                  </a:cubicBezTo>
                  <a:close/>
                  <a:moveTo>
                    <a:pt x="188293" y="188683"/>
                  </a:moveTo>
                  <a:cubicBezTo>
                    <a:pt x="198737" y="188683"/>
                    <a:pt x="205757" y="178746"/>
                    <a:pt x="205757" y="163925"/>
                  </a:cubicBezTo>
                  <a:cubicBezTo>
                    <a:pt x="205757" y="148934"/>
                    <a:pt x="198823" y="139082"/>
                    <a:pt x="188293" y="139082"/>
                  </a:cubicBezTo>
                  <a:cubicBezTo>
                    <a:pt x="177763" y="139082"/>
                    <a:pt x="170743" y="148934"/>
                    <a:pt x="170743" y="163925"/>
                  </a:cubicBezTo>
                  <a:cubicBezTo>
                    <a:pt x="170743" y="178746"/>
                    <a:pt x="177763" y="188683"/>
                    <a:pt x="188293" y="188683"/>
                  </a:cubicBezTo>
                  <a:close/>
                  <a:moveTo>
                    <a:pt x="244766" y="195365"/>
                  </a:moveTo>
                  <a:cubicBezTo>
                    <a:pt x="230555" y="195365"/>
                    <a:pt x="221395" y="182857"/>
                    <a:pt x="221395" y="163583"/>
                  </a:cubicBezTo>
                  <a:cubicBezTo>
                    <a:pt x="221395" y="144479"/>
                    <a:pt x="230555" y="132401"/>
                    <a:pt x="244938" y="132401"/>
                  </a:cubicBezTo>
                  <a:cubicBezTo>
                    <a:pt x="254526" y="132401"/>
                    <a:pt x="262316" y="137626"/>
                    <a:pt x="264885" y="145679"/>
                  </a:cubicBezTo>
                  <a:lnTo>
                    <a:pt x="258721" y="147735"/>
                  </a:lnTo>
                  <a:cubicBezTo>
                    <a:pt x="256495" y="142166"/>
                    <a:pt x="251701" y="138997"/>
                    <a:pt x="245280" y="138997"/>
                  </a:cubicBezTo>
                  <a:cubicBezTo>
                    <a:pt x="234151" y="138997"/>
                    <a:pt x="227816" y="148077"/>
                    <a:pt x="227816" y="164097"/>
                  </a:cubicBezTo>
                  <a:lnTo>
                    <a:pt x="227816" y="165810"/>
                  </a:lnTo>
                  <a:cubicBezTo>
                    <a:pt x="231326" y="158528"/>
                    <a:pt x="238089" y="154331"/>
                    <a:pt x="246393" y="154331"/>
                  </a:cubicBezTo>
                  <a:cubicBezTo>
                    <a:pt x="258036" y="154331"/>
                    <a:pt x="266254" y="162555"/>
                    <a:pt x="266254" y="174120"/>
                  </a:cubicBezTo>
                  <a:cubicBezTo>
                    <a:pt x="266254" y="186370"/>
                    <a:pt x="257094" y="195365"/>
                    <a:pt x="244766" y="195365"/>
                  </a:cubicBezTo>
                  <a:close/>
                  <a:moveTo>
                    <a:pt x="245109" y="188768"/>
                  </a:moveTo>
                  <a:cubicBezTo>
                    <a:pt x="253413" y="188768"/>
                    <a:pt x="259234" y="182857"/>
                    <a:pt x="259234" y="174462"/>
                  </a:cubicBezTo>
                  <a:cubicBezTo>
                    <a:pt x="259234" y="166324"/>
                    <a:pt x="253841" y="161013"/>
                    <a:pt x="245623" y="161013"/>
                  </a:cubicBezTo>
                  <a:cubicBezTo>
                    <a:pt x="238175" y="161013"/>
                    <a:pt x="231925" y="165467"/>
                    <a:pt x="230213" y="172149"/>
                  </a:cubicBezTo>
                  <a:cubicBezTo>
                    <a:pt x="229528" y="174805"/>
                    <a:pt x="229870" y="176775"/>
                    <a:pt x="230812" y="179003"/>
                  </a:cubicBezTo>
                  <a:cubicBezTo>
                    <a:pt x="233552" y="185427"/>
                    <a:pt x="238859" y="188768"/>
                    <a:pt x="245109" y="188768"/>
                  </a:cubicBezTo>
                  <a:close/>
                  <a:moveTo>
                    <a:pt x="295780" y="195365"/>
                  </a:moveTo>
                  <a:cubicBezTo>
                    <a:pt x="284223" y="195365"/>
                    <a:pt x="275320" y="188597"/>
                    <a:pt x="273693" y="178403"/>
                  </a:cubicBezTo>
                  <a:lnTo>
                    <a:pt x="280114" y="177032"/>
                  </a:lnTo>
                  <a:cubicBezTo>
                    <a:pt x="281483" y="184742"/>
                    <a:pt x="287134" y="188940"/>
                    <a:pt x="295951" y="188940"/>
                  </a:cubicBezTo>
                  <a:cubicBezTo>
                    <a:pt x="304683" y="188940"/>
                    <a:pt x="311019" y="182601"/>
                    <a:pt x="311019" y="174034"/>
                  </a:cubicBezTo>
                  <a:cubicBezTo>
                    <a:pt x="311019" y="165639"/>
                    <a:pt x="304769" y="159728"/>
                    <a:pt x="296037" y="159728"/>
                  </a:cubicBezTo>
                  <a:cubicBezTo>
                    <a:pt x="290301" y="159728"/>
                    <a:pt x="285079" y="161955"/>
                    <a:pt x="281055" y="166067"/>
                  </a:cubicBezTo>
                  <a:lnTo>
                    <a:pt x="276176" y="163497"/>
                  </a:lnTo>
                  <a:lnTo>
                    <a:pt x="279600" y="133257"/>
                  </a:lnTo>
                  <a:lnTo>
                    <a:pt x="314871" y="133257"/>
                  </a:lnTo>
                  <a:lnTo>
                    <a:pt x="314871" y="139939"/>
                  </a:lnTo>
                  <a:lnTo>
                    <a:pt x="285421" y="139939"/>
                  </a:lnTo>
                  <a:lnTo>
                    <a:pt x="283452" y="157501"/>
                  </a:lnTo>
                  <a:cubicBezTo>
                    <a:pt x="286620" y="155102"/>
                    <a:pt x="291671" y="153474"/>
                    <a:pt x="296294" y="153474"/>
                  </a:cubicBezTo>
                  <a:cubicBezTo>
                    <a:pt x="308878" y="153474"/>
                    <a:pt x="317867" y="162041"/>
                    <a:pt x="317867" y="174034"/>
                  </a:cubicBezTo>
                  <a:cubicBezTo>
                    <a:pt x="317867" y="186541"/>
                    <a:pt x="308707" y="195365"/>
                    <a:pt x="295780" y="195365"/>
                  </a:cubicBezTo>
                  <a:close/>
                  <a:moveTo>
                    <a:pt x="327437" y="194508"/>
                  </a:moveTo>
                  <a:lnTo>
                    <a:pt x="327437" y="133257"/>
                  </a:lnTo>
                  <a:lnTo>
                    <a:pt x="349010" y="133257"/>
                  </a:lnTo>
                  <a:cubicBezTo>
                    <a:pt x="366046" y="133257"/>
                    <a:pt x="378032" y="145936"/>
                    <a:pt x="378032" y="163925"/>
                  </a:cubicBezTo>
                  <a:cubicBezTo>
                    <a:pt x="378032" y="181830"/>
                    <a:pt x="366046" y="194508"/>
                    <a:pt x="349010" y="194508"/>
                  </a:cubicBezTo>
                  <a:lnTo>
                    <a:pt x="327437" y="194508"/>
                  </a:lnTo>
                  <a:close/>
                  <a:moveTo>
                    <a:pt x="334456" y="187826"/>
                  </a:moveTo>
                  <a:lnTo>
                    <a:pt x="349010" y="187826"/>
                  </a:lnTo>
                  <a:cubicBezTo>
                    <a:pt x="362023" y="187826"/>
                    <a:pt x="371012" y="178060"/>
                    <a:pt x="371012" y="163925"/>
                  </a:cubicBezTo>
                  <a:cubicBezTo>
                    <a:pt x="371012" y="149705"/>
                    <a:pt x="362108" y="139939"/>
                    <a:pt x="349010" y="139939"/>
                  </a:cubicBezTo>
                  <a:lnTo>
                    <a:pt x="334456" y="139939"/>
                  </a:lnTo>
                  <a:lnTo>
                    <a:pt x="334456" y="18782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7" name="Google Shape;1207;p82"/>
            <p:cNvSpPr/>
            <p:nvPr/>
          </p:nvSpPr>
          <p:spPr>
            <a:xfrm>
              <a:off x="5766523" y="2713172"/>
              <a:ext cx="215419" cy="141580"/>
            </a:xfrm>
            <a:custGeom>
              <a:rect b="b" l="l" r="r" t="t"/>
              <a:pathLst>
                <a:path extrusionOk="0" h="207443" w="315632">
                  <a:moveTo>
                    <a:pt x="2140" y="62107"/>
                  </a:moveTo>
                  <a:lnTo>
                    <a:pt x="2140" y="857"/>
                  </a:lnTo>
                  <a:lnTo>
                    <a:pt x="22344" y="857"/>
                  </a:lnTo>
                  <a:cubicBezTo>
                    <a:pt x="36983" y="857"/>
                    <a:pt x="46315" y="8310"/>
                    <a:pt x="46315" y="20131"/>
                  </a:cubicBezTo>
                  <a:cubicBezTo>
                    <a:pt x="46315" y="27927"/>
                    <a:pt x="42548" y="33752"/>
                    <a:pt x="36042" y="36922"/>
                  </a:cubicBezTo>
                  <a:lnTo>
                    <a:pt x="49653" y="62107"/>
                  </a:lnTo>
                  <a:lnTo>
                    <a:pt x="36384" y="62107"/>
                  </a:lnTo>
                  <a:lnTo>
                    <a:pt x="24656" y="39577"/>
                  </a:lnTo>
                  <a:cubicBezTo>
                    <a:pt x="23971" y="39577"/>
                    <a:pt x="23115" y="39663"/>
                    <a:pt x="22344" y="39663"/>
                  </a:cubicBezTo>
                  <a:lnTo>
                    <a:pt x="14126" y="39663"/>
                  </a:lnTo>
                  <a:lnTo>
                    <a:pt x="14126" y="62107"/>
                  </a:lnTo>
                  <a:lnTo>
                    <a:pt x="2140" y="62107"/>
                  </a:lnTo>
                  <a:close/>
                  <a:moveTo>
                    <a:pt x="22430" y="29041"/>
                  </a:moveTo>
                  <a:cubicBezTo>
                    <a:pt x="30563" y="29041"/>
                    <a:pt x="34329" y="26214"/>
                    <a:pt x="34329" y="20131"/>
                  </a:cubicBezTo>
                  <a:cubicBezTo>
                    <a:pt x="34329" y="14477"/>
                    <a:pt x="30306" y="11650"/>
                    <a:pt x="22344" y="11650"/>
                  </a:cubicBezTo>
                  <a:lnTo>
                    <a:pt x="14126" y="11650"/>
                  </a:lnTo>
                  <a:lnTo>
                    <a:pt x="14126" y="29041"/>
                  </a:lnTo>
                  <a:lnTo>
                    <a:pt x="22430" y="29041"/>
                  </a:lnTo>
                  <a:close/>
                  <a:moveTo>
                    <a:pt x="83127" y="62964"/>
                  </a:moveTo>
                  <a:cubicBezTo>
                    <a:pt x="66519" y="62964"/>
                    <a:pt x="54277" y="49686"/>
                    <a:pt x="54277" y="31525"/>
                  </a:cubicBezTo>
                  <a:cubicBezTo>
                    <a:pt x="54277" y="13278"/>
                    <a:pt x="66519" y="0"/>
                    <a:pt x="83127" y="0"/>
                  </a:cubicBezTo>
                  <a:cubicBezTo>
                    <a:pt x="92715" y="0"/>
                    <a:pt x="101190" y="4540"/>
                    <a:pt x="106498" y="12336"/>
                  </a:cubicBezTo>
                  <a:lnTo>
                    <a:pt x="97081" y="19018"/>
                  </a:lnTo>
                  <a:cubicBezTo>
                    <a:pt x="93571" y="13706"/>
                    <a:pt x="88863" y="11051"/>
                    <a:pt x="83127" y="11051"/>
                  </a:cubicBezTo>
                  <a:cubicBezTo>
                    <a:pt x="73367" y="11051"/>
                    <a:pt x="66262" y="19532"/>
                    <a:pt x="66262" y="31525"/>
                  </a:cubicBezTo>
                  <a:cubicBezTo>
                    <a:pt x="66262" y="43432"/>
                    <a:pt x="73367" y="51913"/>
                    <a:pt x="83127" y="51913"/>
                  </a:cubicBezTo>
                  <a:cubicBezTo>
                    <a:pt x="87578" y="51913"/>
                    <a:pt x="91602" y="50628"/>
                    <a:pt x="95540" y="47801"/>
                  </a:cubicBezTo>
                  <a:lnTo>
                    <a:pt x="95540" y="38035"/>
                  </a:lnTo>
                  <a:lnTo>
                    <a:pt x="80302" y="38035"/>
                  </a:lnTo>
                  <a:lnTo>
                    <a:pt x="80302" y="27413"/>
                  </a:lnTo>
                  <a:lnTo>
                    <a:pt x="106841" y="27413"/>
                  </a:lnTo>
                  <a:lnTo>
                    <a:pt x="106841" y="52599"/>
                  </a:lnTo>
                  <a:cubicBezTo>
                    <a:pt x="100677" y="59109"/>
                    <a:pt x="91859" y="62964"/>
                    <a:pt x="83127" y="62964"/>
                  </a:cubicBezTo>
                  <a:close/>
                  <a:moveTo>
                    <a:pt x="116762" y="62107"/>
                  </a:moveTo>
                  <a:lnTo>
                    <a:pt x="116762" y="857"/>
                  </a:lnTo>
                  <a:lnTo>
                    <a:pt x="137993" y="857"/>
                  </a:lnTo>
                  <a:cubicBezTo>
                    <a:pt x="151262" y="857"/>
                    <a:pt x="159481" y="7025"/>
                    <a:pt x="159481" y="16876"/>
                  </a:cubicBezTo>
                  <a:cubicBezTo>
                    <a:pt x="159481" y="22616"/>
                    <a:pt x="156399" y="27156"/>
                    <a:pt x="151005" y="29897"/>
                  </a:cubicBezTo>
                  <a:cubicBezTo>
                    <a:pt x="158368" y="32467"/>
                    <a:pt x="162563" y="37693"/>
                    <a:pt x="162563" y="45060"/>
                  </a:cubicBezTo>
                  <a:cubicBezTo>
                    <a:pt x="162563" y="55511"/>
                    <a:pt x="153831" y="62107"/>
                    <a:pt x="139962" y="62107"/>
                  </a:cubicBezTo>
                  <a:lnTo>
                    <a:pt x="116762" y="62107"/>
                  </a:lnTo>
                  <a:close/>
                  <a:moveTo>
                    <a:pt x="139791" y="51228"/>
                  </a:moveTo>
                  <a:cubicBezTo>
                    <a:pt x="147153" y="51228"/>
                    <a:pt x="150834" y="48744"/>
                    <a:pt x="150834" y="43861"/>
                  </a:cubicBezTo>
                  <a:cubicBezTo>
                    <a:pt x="150834" y="38207"/>
                    <a:pt x="147410" y="35551"/>
                    <a:pt x="139791" y="35551"/>
                  </a:cubicBezTo>
                  <a:lnTo>
                    <a:pt x="128747" y="35551"/>
                  </a:lnTo>
                  <a:lnTo>
                    <a:pt x="128747" y="51228"/>
                  </a:lnTo>
                  <a:lnTo>
                    <a:pt x="139791" y="51228"/>
                  </a:lnTo>
                  <a:close/>
                  <a:moveTo>
                    <a:pt x="137822" y="25186"/>
                  </a:moveTo>
                  <a:cubicBezTo>
                    <a:pt x="144499" y="25186"/>
                    <a:pt x="147752" y="22958"/>
                    <a:pt x="147752" y="18332"/>
                  </a:cubicBezTo>
                  <a:cubicBezTo>
                    <a:pt x="147752" y="13792"/>
                    <a:pt x="144670" y="11650"/>
                    <a:pt x="137822" y="11650"/>
                  </a:cubicBezTo>
                  <a:lnTo>
                    <a:pt x="128747" y="11650"/>
                  </a:lnTo>
                  <a:lnTo>
                    <a:pt x="128747" y="25186"/>
                  </a:lnTo>
                  <a:lnTo>
                    <a:pt x="137822" y="25186"/>
                  </a:lnTo>
                  <a:close/>
                  <a:moveTo>
                    <a:pt x="22515" y="196221"/>
                  </a:moveTo>
                  <a:cubicBezTo>
                    <a:pt x="10958" y="196221"/>
                    <a:pt x="1027" y="188597"/>
                    <a:pt x="0" y="178917"/>
                  </a:cubicBezTo>
                  <a:lnTo>
                    <a:pt x="6507" y="177632"/>
                  </a:lnTo>
                  <a:cubicBezTo>
                    <a:pt x="8133" y="185085"/>
                    <a:pt x="14040" y="189539"/>
                    <a:pt x="22430" y="189539"/>
                  </a:cubicBezTo>
                  <a:cubicBezTo>
                    <a:pt x="31247" y="189539"/>
                    <a:pt x="37240" y="185256"/>
                    <a:pt x="37240" y="178917"/>
                  </a:cubicBezTo>
                  <a:cubicBezTo>
                    <a:pt x="37240" y="171892"/>
                    <a:pt x="31847" y="167866"/>
                    <a:pt x="22259" y="167866"/>
                  </a:cubicBezTo>
                  <a:lnTo>
                    <a:pt x="16865" y="167866"/>
                  </a:lnTo>
                  <a:lnTo>
                    <a:pt x="16865" y="161784"/>
                  </a:lnTo>
                  <a:lnTo>
                    <a:pt x="20974" y="161784"/>
                  </a:lnTo>
                  <a:cubicBezTo>
                    <a:pt x="29364" y="161784"/>
                    <a:pt x="35357" y="157072"/>
                    <a:pt x="35357" y="150476"/>
                  </a:cubicBezTo>
                  <a:cubicBezTo>
                    <a:pt x="35357" y="144137"/>
                    <a:pt x="30306" y="140025"/>
                    <a:pt x="22601" y="140025"/>
                  </a:cubicBezTo>
                  <a:cubicBezTo>
                    <a:pt x="14126" y="140025"/>
                    <a:pt x="8047" y="145079"/>
                    <a:pt x="8304" y="152018"/>
                  </a:cubicBezTo>
                  <a:lnTo>
                    <a:pt x="1712" y="151418"/>
                  </a:lnTo>
                  <a:cubicBezTo>
                    <a:pt x="1712" y="140710"/>
                    <a:pt x="10188" y="133343"/>
                    <a:pt x="22515" y="133343"/>
                  </a:cubicBezTo>
                  <a:cubicBezTo>
                    <a:pt x="33987" y="133343"/>
                    <a:pt x="42206" y="140196"/>
                    <a:pt x="42206" y="149876"/>
                  </a:cubicBezTo>
                  <a:cubicBezTo>
                    <a:pt x="42206" y="156301"/>
                    <a:pt x="38353" y="161612"/>
                    <a:pt x="31761" y="164354"/>
                  </a:cubicBezTo>
                  <a:cubicBezTo>
                    <a:pt x="39637" y="166581"/>
                    <a:pt x="44175" y="171978"/>
                    <a:pt x="44175" y="179345"/>
                  </a:cubicBezTo>
                  <a:cubicBezTo>
                    <a:pt x="44175" y="189197"/>
                    <a:pt x="35185" y="196221"/>
                    <a:pt x="22515" y="196221"/>
                  </a:cubicBezTo>
                  <a:close/>
                  <a:moveTo>
                    <a:pt x="73443" y="196221"/>
                  </a:moveTo>
                  <a:cubicBezTo>
                    <a:pt x="60174" y="196221"/>
                    <a:pt x="51185" y="189368"/>
                    <a:pt x="51185" y="179260"/>
                  </a:cubicBezTo>
                  <a:cubicBezTo>
                    <a:pt x="51185" y="171635"/>
                    <a:pt x="55979" y="166153"/>
                    <a:pt x="64454" y="164011"/>
                  </a:cubicBezTo>
                  <a:cubicBezTo>
                    <a:pt x="57777" y="161270"/>
                    <a:pt x="53839" y="155958"/>
                    <a:pt x="53839" y="149362"/>
                  </a:cubicBezTo>
                  <a:cubicBezTo>
                    <a:pt x="53839" y="139939"/>
                    <a:pt x="62057" y="133257"/>
                    <a:pt x="73443" y="133257"/>
                  </a:cubicBezTo>
                  <a:cubicBezTo>
                    <a:pt x="84830" y="133257"/>
                    <a:pt x="93048" y="139939"/>
                    <a:pt x="93048" y="149362"/>
                  </a:cubicBezTo>
                  <a:cubicBezTo>
                    <a:pt x="93048" y="155958"/>
                    <a:pt x="89110" y="161270"/>
                    <a:pt x="82432" y="164011"/>
                  </a:cubicBezTo>
                  <a:cubicBezTo>
                    <a:pt x="90908" y="166153"/>
                    <a:pt x="95702" y="171635"/>
                    <a:pt x="95702" y="179260"/>
                  </a:cubicBezTo>
                  <a:cubicBezTo>
                    <a:pt x="95702" y="189368"/>
                    <a:pt x="86713" y="196221"/>
                    <a:pt x="73443" y="196221"/>
                  </a:cubicBezTo>
                  <a:close/>
                  <a:moveTo>
                    <a:pt x="73443" y="189711"/>
                  </a:moveTo>
                  <a:cubicBezTo>
                    <a:pt x="82946" y="189711"/>
                    <a:pt x="88682" y="185599"/>
                    <a:pt x="88682" y="178746"/>
                  </a:cubicBezTo>
                  <a:cubicBezTo>
                    <a:pt x="88682" y="171892"/>
                    <a:pt x="82861" y="167695"/>
                    <a:pt x="73443" y="167695"/>
                  </a:cubicBezTo>
                  <a:cubicBezTo>
                    <a:pt x="64026" y="167695"/>
                    <a:pt x="58205" y="171892"/>
                    <a:pt x="58205" y="178746"/>
                  </a:cubicBezTo>
                  <a:cubicBezTo>
                    <a:pt x="58205" y="185599"/>
                    <a:pt x="63941" y="189711"/>
                    <a:pt x="73443" y="189711"/>
                  </a:cubicBezTo>
                  <a:close/>
                  <a:moveTo>
                    <a:pt x="73443" y="161184"/>
                  </a:moveTo>
                  <a:cubicBezTo>
                    <a:pt x="80635" y="161184"/>
                    <a:pt x="86199" y="156301"/>
                    <a:pt x="86199" y="150048"/>
                  </a:cubicBezTo>
                  <a:cubicBezTo>
                    <a:pt x="86199" y="143880"/>
                    <a:pt x="81063" y="139768"/>
                    <a:pt x="73443" y="139768"/>
                  </a:cubicBezTo>
                  <a:cubicBezTo>
                    <a:pt x="65824" y="139768"/>
                    <a:pt x="60688" y="143880"/>
                    <a:pt x="60688" y="150048"/>
                  </a:cubicBezTo>
                  <a:cubicBezTo>
                    <a:pt x="60688" y="156301"/>
                    <a:pt x="66252" y="161184"/>
                    <a:pt x="73443" y="161184"/>
                  </a:cubicBezTo>
                  <a:close/>
                  <a:moveTo>
                    <a:pt x="102941" y="203760"/>
                  </a:moveTo>
                  <a:cubicBezTo>
                    <a:pt x="106108" y="202903"/>
                    <a:pt x="106451" y="200761"/>
                    <a:pt x="106451" y="198192"/>
                  </a:cubicBezTo>
                  <a:lnTo>
                    <a:pt x="106451" y="195365"/>
                  </a:lnTo>
                  <a:lnTo>
                    <a:pt x="102941" y="195365"/>
                  </a:lnTo>
                  <a:lnTo>
                    <a:pt x="102941" y="186712"/>
                  </a:lnTo>
                  <a:lnTo>
                    <a:pt x="110731" y="186712"/>
                  </a:lnTo>
                  <a:lnTo>
                    <a:pt x="110731" y="198277"/>
                  </a:lnTo>
                  <a:cubicBezTo>
                    <a:pt x="110731" y="203503"/>
                    <a:pt x="108676" y="206415"/>
                    <a:pt x="102941" y="207443"/>
                  </a:cubicBezTo>
                  <a:lnTo>
                    <a:pt x="102941" y="203760"/>
                  </a:lnTo>
                  <a:close/>
                  <a:moveTo>
                    <a:pt x="159091" y="196221"/>
                  </a:moveTo>
                  <a:cubicBezTo>
                    <a:pt x="144880" y="196221"/>
                    <a:pt x="135719" y="183714"/>
                    <a:pt x="135719" y="164439"/>
                  </a:cubicBezTo>
                  <a:cubicBezTo>
                    <a:pt x="135719" y="145336"/>
                    <a:pt x="144880" y="133257"/>
                    <a:pt x="159262" y="133257"/>
                  </a:cubicBezTo>
                  <a:cubicBezTo>
                    <a:pt x="168850" y="133257"/>
                    <a:pt x="176641" y="138483"/>
                    <a:pt x="179209" y="146535"/>
                  </a:cubicBezTo>
                  <a:lnTo>
                    <a:pt x="173045" y="148591"/>
                  </a:lnTo>
                  <a:cubicBezTo>
                    <a:pt x="170819" y="143023"/>
                    <a:pt x="166025" y="139854"/>
                    <a:pt x="159605" y="139854"/>
                  </a:cubicBezTo>
                  <a:cubicBezTo>
                    <a:pt x="148475" y="139854"/>
                    <a:pt x="142140" y="148934"/>
                    <a:pt x="142140" y="164953"/>
                  </a:cubicBezTo>
                  <a:lnTo>
                    <a:pt x="142140" y="166667"/>
                  </a:lnTo>
                  <a:cubicBezTo>
                    <a:pt x="145650" y="159385"/>
                    <a:pt x="152413" y="155188"/>
                    <a:pt x="160717" y="155188"/>
                  </a:cubicBezTo>
                  <a:cubicBezTo>
                    <a:pt x="172360" y="155188"/>
                    <a:pt x="180579" y="163411"/>
                    <a:pt x="180579" y="174976"/>
                  </a:cubicBezTo>
                  <a:cubicBezTo>
                    <a:pt x="180579" y="187226"/>
                    <a:pt x="171419" y="196221"/>
                    <a:pt x="159091" y="196221"/>
                  </a:cubicBezTo>
                  <a:close/>
                  <a:moveTo>
                    <a:pt x="159433" y="189625"/>
                  </a:moveTo>
                  <a:cubicBezTo>
                    <a:pt x="167737" y="189625"/>
                    <a:pt x="173559" y="183714"/>
                    <a:pt x="173559" y="175319"/>
                  </a:cubicBezTo>
                  <a:cubicBezTo>
                    <a:pt x="173559" y="167181"/>
                    <a:pt x="168165" y="161869"/>
                    <a:pt x="159947" y="161869"/>
                  </a:cubicBezTo>
                  <a:cubicBezTo>
                    <a:pt x="152499" y="161869"/>
                    <a:pt x="146249" y="166324"/>
                    <a:pt x="144537" y="173006"/>
                  </a:cubicBezTo>
                  <a:cubicBezTo>
                    <a:pt x="143852" y="175662"/>
                    <a:pt x="144195" y="177632"/>
                    <a:pt x="145137" y="179859"/>
                  </a:cubicBezTo>
                  <a:cubicBezTo>
                    <a:pt x="147876" y="186284"/>
                    <a:pt x="153184" y="189625"/>
                    <a:pt x="159433" y="189625"/>
                  </a:cubicBezTo>
                  <a:close/>
                  <a:moveTo>
                    <a:pt x="188046" y="203760"/>
                  </a:moveTo>
                  <a:cubicBezTo>
                    <a:pt x="191213" y="202903"/>
                    <a:pt x="191556" y="200761"/>
                    <a:pt x="191556" y="198192"/>
                  </a:cubicBezTo>
                  <a:lnTo>
                    <a:pt x="191556" y="195365"/>
                  </a:lnTo>
                  <a:lnTo>
                    <a:pt x="188046" y="195365"/>
                  </a:lnTo>
                  <a:lnTo>
                    <a:pt x="188046" y="186712"/>
                  </a:lnTo>
                  <a:lnTo>
                    <a:pt x="195836" y="186712"/>
                  </a:lnTo>
                  <a:lnTo>
                    <a:pt x="195836" y="198277"/>
                  </a:lnTo>
                  <a:cubicBezTo>
                    <a:pt x="195836" y="203503"/>
                    <a:pt x="193782" y="206415"/>
                    <a:pt x="188046" y="207443"/>
                  </a:cubicBezTo>
                  <a:lnTo>
                    <a:pt x="188046" y="203760"/>
                  </a:lnTo>
                  <a:close/>
                  <a:moveTo>
                    <a:pt x="241885" y="133257"/>
                  </a:moveTo>
                  <a:cubicBezTo>
                    <a:pt x="256096" y="133257"/>
                    <a:pt x="265256" y="145764"/>
                    <a:pt x="265256" y="165039"/>
                  </a:cubicBezTo>
                  <a:cubicBezTo>
                    <a:pt x="265256" y="184143"/>
                    <a:pt x="256096" y="196221"/>
                    <a:pt x="241713" y="196221"/>
                  </a:cubicBezTo>
                  <a:cubicBezTo>
                    <a:pt x="232125" y="196221"/>
                    <a:pt x="224335" y="190996"/>
                    <a:pt x="221766" y="182943"/>
                  </a:cubicBezTo>
                  <a:lnTo>
                    <a:pt x="227930" y="180887"/>
                  </a:lnTo>
                  <a:cubicBezTo>
                    <a:pt x="230156" y="186455"/>
                    <a:pt x="234950" y="189625"/>
                    <a:pt x="241371" y="189625"/>
                  </a:cubicBezTo>
                  <a:cubicBezTo>
                    <a:pt x="252500" y="189625"/>
                    <a:pt x="258835" y="180545"/>
                    <a:pt x="258835" y="164525"/>
                  </a:cubicBezTo>
                  <a:lnTo>
                    <a:pt x="258835" y="162812"/>
                  </a:lnTo>
                  <a:cubicBezTo>
                    <a:pt x="255325" y="170093"/>
                    <a:pt x="248562" y="174291"/>
                    <a:pt x="240258" y="174291"/>
                  </a:cubicBezTo>
                  <a:cubicBezTo>
                    <a:pt x="228615" y="174291"/>
                    <a:pt x="220397" y="166067"/>
                    <a:pt x="220397" y="154502"/>
                  </a:cubicBezTo>
                  <a:cubicBezTo>
                    <a:pt x="220397" y="142252"/>
                    <a:pt x="229557" y="133257"/>
                    <a:pt x="241885" y="133257"/>
                  </a:cubicBezTo>
                  <a:close/>
                  <a:moveTo>
                    <a:pt x="241542" y="139854"/>
                  </a:moveTo>
                  <a:cubicBezTo>
                    <a:pt x="233238" y="139854"/>
                    <a:pt x="227417" y="145764"/>
                    <a:pt x="227417" y="154160"/>
                  </a:cubicBezTo>
                  <a:cubicBezTo>
                    <a:pt x="227417" y="162298"/>
                    <a:pt x="232810" y="167609"/>
                    <a:pt x="241028" y="167609"/>
                  </a:cubicBezTo>
                  <a:cubicBezTo>
                    <a:pt x="248476" y="167609"/>
                    <a:pt x="254726" y="163154"/>
                    <a:pt x="256438" y="156472"/>
                  </a:cubicBezTo>
                  <a:cubicBezTo>
                    <a:pt x="257123" y="153817"/>
                    <a:pt x="256781" y="151847"/>
                    <a:pt x="255839" y="149619"/>
                  </a:cubicBezTo>
                  <a:cubicBezTo>
                    <a:pt x="253099" y="143194"/>
                    <a:pt x="247792" y="139854"/>
                    <a:pt x="241542" y="139854"/>
                  </a:cubicBezTo>
                  <a:close/>
                  <a:moveTo>
                    <a:pt x="293973" y="196221"/>
                  </a:moveTo>
                  <a:cubicBezTo>
                    <a:pt x="282416" y="196221"/>
                    <a:pt x="272485" y="188597"/>
                    <a:pt x="271458" y="178917"/>
                  </a:cubicBezTo>
                  <a:lnTo>
                    <a:pt x="277964" y="177632"/>
                  </a:lnTo>
                  <a:cubicBezTo>
                    <a:pt x="279591" y="185085"/>
                    <a:pt x="285498" y="189539"/>
                    <a:pt x="293888" y="189539"/>
                  </a:cubicBezTo>
                  <a:cubicBezTo>
                    <a:pt x="302705" y="189539"/>
                    <a:pt x="308698" y="185256"/>
                    <a:pt x="308698" y="178917"/>
                  </a:cubicBezTo>
                  <a:cubicBezTo>
                    <a:pt x="308698" y="171892"/>
                    <a:pt x="303304" y="167866"/>
                    <a:pt x="293716" y="167866"/>
                  </a:cubicBezTo>
                  <a:lnTo>
                    <a:pt x="288323" y="167866"/>
                  </a:lnTo>
                  <a:lnTo>
                    <a:pt x="288323" y="161784"/>
                  </a:lnTo>
                  <a:lnTo>
                    <a:pt x="292432" y="161784"/>
                  </a:lnTo>
                  <a:cubicBezTo>
                    <a:pt x="300822" y="161784"/>
                    <a:pt x="306814" y="157072"/>
                    <a:pt x="306814" y="150476"/>
                  </a:cubicBezTo>
                  <a:cubicBezTo>
                    <a:pt x="306814" y="144137"/>
                    <a:pt x="301764" y="140025"/>
                    <a:pt x="294059" y="140025"/>
                  </a:cubicBezTo>
                  <a:cubicBezTo>
                    <a:pt x="285583" y="140025"/>
                    <a:pt x="279505" y="145079"/>
                    <a:pt x="279762" y="152018"/>
                  </a:cubicBezTo>
                  <a:lnTo>
                    <a:pt x="273170" y="151418"/>
                  </a:lnTo>
                  <a:cubicBezTo>
                    <a:pt x="273170" y="140710"/>
                    <a:pt x="281645" y="133343"/>
                    <a:pt x="293973" y="133343"/>
                  </a:cubicBezTo>
                  <a:cubicBezTo>
                    <a:pt x="305445" y="133343"/>
                    <a:pt x="313663" y="140196"/>
                    <a:pt x="313663" y="149876"/>
                  </a:cubicBezTo>
                  <a:cubicBezTo>
                    <a:pt x="313663" y="156301"/>
                    <a:pt x="309811" y="161612"/>
                    <a:pt x="303219" y="164354"/>
                  </a:cubicBezTo>
                  <a:cubicBezTo>
                    <a:pt x="311095" y="166581"/>
                    <a:pt x="315632" y="171978"/>
                    <a:pt x="315632" y="179345"/>
                  </a:cubicBezTo>
                  <a:cubicBezTo>
                    <a:pt x="315632" y="189197"/>
                    <a:pt x="306643" y="196221"/>
                    <a:pt x="293973" y="19622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8" name="Google Shape;1208;p82"/>
            <p:cNvSpPr/>
            <p:nvPr/>
          </p:nvSpPr>
          <p:spPr>
            <a:xfrm>
              <a:off x="6091785" y="2713172"/>
              <a:ext cx="311436" cy="141580"/>
            </a:xfrm>
            <a:custGeom>
              <a:rect b="b" l="l" r="r" t="t"/>
              <a:pathLst>
                <a:path extrusionOk="0" h="207443" w="456316">
                  <a:moveTo>
                    <a:pt x="28936" y="62964"/>
                  </a:moveTo>
                  <a:cubicBezTo>
                    <a:pt x="12328" y="62964"/>
                    <a:pt x="86" y="49686"/>
                    <a:pt x="86" y="31525"/>
                  </a:cubicBezTo>
                  <a:cubicBezTo>
                    <a:pt x="86" y="13278"/>
                    <a:pt x="12328" y="0"/>
                    <a:pt x="28936" y="0"/>
                  </a:cubicBezTo>
                  <a:cubicBezTo>
                    <a:pt x="40236" y="0"/>
                    <a:pt x="49739" y="6254"/>
                    <a:pt x="54448" y="16705"/>
                  </a:cubicBezTo>
                  <a:lnTo>
                    <a:pt x="44260" y="22273"/>
                  </a:lnTo>
                  <a:cubicBezTo>
                    <a:pt x="41178" y="14991"/>
                    <a:pt x="35785" y="11051"/>
                    <a:pt x="28936" y="11051"/>
                  </a:cubicBezTo>
                  <a:cubicBezTo>
                    <a:pt x="19176" y="11051"/>
                    <a:pt x="12071" y="19532"/>
                    <a:pt x="12071" y="31525"/>
                  </a:cubicBezTo>
                  <a:cubicBezTo>
                    <a:pt x="12071" y="43432"/>
                    <a:pt x="19176" y="51913"/>
                    <a:pt x="28936" y="51913"/>
                  </a:cubicBezTo>
                  <a:cubicBezTo>
                    <a:pt x="35785" y="51913"/>
                    <a:pt x="41178" y="47973"/>
                    <a:pt x="44260" y="40777"/>
                  </a:cubicBezTo>
                  <a:lnTo>
                    <a:pt x="54448" y="46259"/>
                  </a:lnTo>
                  <a:cubicBezTo>
                    <a:pt x="49739" y="56796"/>
                    <a:pt x="40322" y="62964"/>
                    <a:pt x="28936" y="62964"/>
                  </a:cubicBezTo>
                  <a:close/>
                  <a:moveTo>
                    <a:pt x="89623" y="62107"/>
                  </a:moveTo>
                  <a:lnTo>
                    <a:pt x="74299" y="24243"/>
                  </a:lnTo>
                  <a:lnTo>
                    <a:pt x="74299" y="62107"/>
                  </a:lnTo>
                  <a:lnTo>
                    <a:pt x="62400" y="62107"/>
                  </a:lnTo>
                  <a:lnTo>
                    <a:pt x="62400" y="857"/>
                  </a:lnTo>
                  <a:lnTo>
                    <a:pt x="75840" y="857"/>
                  </a:lnTo>
                  <a:lnTo>
                    <a:pt x="92620" y="42661"/>
                  </a:lnTo>
                  <a:lnTo>
                    <a:pt x="109399" y="857"/>
                  </a:lnTo>
                  <a:lnTo>
                    <a:pt x="122754" y="857"/>
                  </a:lnTo>
                  <a:lnTo>
                    <a:pt x="122754" y="62107"/>
                  </a:lnTo>
                  <a:lnTo>
                    <a:pt x="111026" y="62107"/>
                  </a:lnTo>
                  <a:lnTo>
                    <a:pt x="111026" y="24158"/>
                  </a:lnTo>
                  <a:lnTo>
                    <a:pt x="95702" y="62107"/>
                  </a:lnTo>
                  <a:lnTo>
                    <a:pt x="89623" y="62107"/>
                  </a:lnTo>
                  <a:close/>
                  <a:moveTo>
                    <a:pt x="149179" y="62107"/>
                  </a:moveTo>
                  <a:lnTo>
                    <a:pt x="149179" y="34951"/>
                  </a:lnTo>
                  <a:lnTo>
                    <a:pt x="126749" y="857"/>
                  </a:lnTo>
                  <a:lnTo>
                    <a:pt x="140361" y="857"/>
                  </a:lnTo>
                  <a:lnTo>
                    <a:pt x="155172" y="24586"/>
                  </a:lnTo>
                  <a:lnTo>
                    <a:pt x="169896" y="857"/>
                  </a:lnTo>
                  <a:lnTo>
                    <a:pt x="183508" y="857"/>
                  </a:lnTo>
                  <a:lnTo>
                    <a:pt x="161250" y="34695"/>
                  </a:lnTo>
                  <a:lnTo>
                    <a:pt x="161250" y="62107"/>
                  </a:lnTo>
                  <a:lnTo>
                    <a:pt x="149179" y="62107"/>
                  </a:lnTo>
                  <a:close/>
                  <a:moveTo>
                    <a:pt x="187551" y="62107"/>
                  </a:moveTo>
                  <a:lnTo>
                    <a:pt x="187551" y="857"/>
                  </a:lnTo>
                  <a:lnTo>
                    <a:pt x="199536" y="857"/>
                  </a:lnTo>
                  <a:lnTo>
                    <a:pt x="199536" y="25957"/>
                  </a:lnTo>
                  <a:lnTo>
                    <a:pt x="221281" y="857"/>
                  </a:lnTo>
                  <a:lnTo>
                    <a:pt x="236862" y="857"/>
                  </a:lnTo>
                  <a:lnTo>
                    <a:pt x="213405" y="26471"/>
                  </a:lnTo>
                  <a:lnTo>
                    <a:pt x="237718" y="62107"/>
                  </a:lnTo>
                  <a:lnTo>
                    <a:pt x="223592" y="62107"/>
                  </a:lnTo>
                  <a:lnTo>
                    <a:pt x="205529" y="35123"/>
                  </a:lnTo>
                  <a:lnTo>
                    <a:pt x="199536" y="41633"/>
                  </a:lnTo>
                  <a:lnTo>
                    <a:pt x="199536" y="62107"/>
                  </a:lnTo>
                  <a:lnTo>
                    <a:pt x="187551" y="62107"/>
                  </a:lnTo>
                  <a:close/>
                  <a:moveTo>
                    <a:pt x="21488" y="133257"/>
                  </a:moveTo>
                  <a:cubicBezTo>
                    <a:pt x="35699" y="133257"/>
                    <a:pt x="44859" y="145764"/>
                    <a:pt x="44859" y="165039"/>
                  </a:cubicBezTo>
                  <a:cubicBezTo>
                    <a:pt x="44859" y="184143"/>
                    <a:pt x="35699" y="196221"/>
                    <a:pt x="21317" y="196221"/>
                  </a:cubicBezTo>
                  <a:cubicBezTo>
                    <a:pt x="11728" y="196221"/>
                    <a:pt x="3938" y="190996"/>
                    <a:pt x="1370" y="182943"/>
                  </a:cubicBezTo>
                  <a:lnTo>
                    <a:pt x="7534" y="180887"/>
                  </a:lnTo>
                  <a:cubicBezTo>
                    <a:pt x="9759" y="186455"/>
                    <a:pt x="14554" y="189625"/>
                    <a:pt x="20974" y="189625"/>
                  </a:cubicBezTo>
                  <a:cubicBezTo>
                    <a:pt x="32103" y="189625"/>
                    <a:pt x="38438" y="180545"/>
                    <a:pt x="38438" y="164525"/>
                  </a:cubicBezTo>
                  <a:lnTo>
                    <a:pt x="38438" y="162812"/>
                  </a:lnTo>
                  <a:cubicBezTo>
                    <a:pt x="34929" y="170093"/>
                    <a:pt x="28165" y="174291"/>
                    <a:pt x="19861" y="174291"/>
                  </a:cubicBezTo>
                  <a:cubicBezTo>
                    <a:pt x="8218" y="174291"/>
                    <a:pt x="0" y="166067"/>
                    <a:pt x="0" y="154502"/>
                  </a:cubicBezTo>
                  <a:cubicBezTo>
                    <a:pt x="0" y="142252"/>
                    <a:pt x="9160" y="133257"/>
                    <a:pt x="21488" y="133257"/>
                  </a:cubicBezTo>
                  <a:close/>
                  <a:moveTo>
                    <a:pt x="21145" y="139854"/>
                  </a:moveTo>
                  <a:cubicBezTo>
                    <a:pt x="12841" y="139854"/>
                    <a:pt x="7020" y="145764"/>
                    <a:pt x="7020" y="154160"/>
                  </a:cubicBezTo>
                  <a:cubicBezTo>
                    <a:pt x="7020" y="162298"/>
                    <a:pt x="12413" y="167609"/>
                    <a:pt x="20632" y="167609"/>
                  </a:cubicBezTo>
                  <a:cubicBezTo>
                    <a:pt x="28080" y="167609"/>
                    <a:pt x="34329" y="163154"/>
                    <a:pt x="36042" y="156472"/>
                  </a:cubicBezTo>
                  <a:cubicBezTo>
                    <a:pt x="36726" y="153817"/>
                    <a:pt x="36384" y="151847"/>
                    <a:pt x="35442" y="149619"/>
                  </a:cubicBezTo>
                  <a:cubicBezTo>
                    <a:pt x="32703" y="143194"/>
                    <a:pt x="27395" y="139854"/>
                    <a:pt x="21145" y="139854"/>
                  </a:cubicBezTo>
                  <a:close/>
                  <a:moveTo>
                    <a:pt x="74157" y="133257"/>
                  </a:moveTo>
                  <a:cubicBezTo>
                    <a:pt x="88368" y="133257"/>
                    <a:pt x="97528" y="145764"/>
                    <a:pt x="97528" y="165039"/>
                  </a:cubicBezTo>
                  <a:cubicBezTo>
                    <a:pt x="97528" y="184143"/>
                    <a:pt x="88368" y="196221"/>
                    <a:pt x="73985" y="196221"/>
                  </a:cubicBezTo>
                  <a:cubicBezTo>
                    <a:pt x="64397" y="196221"/>
                    <a:pt x="56607" y="190996"/>
                    <a:pt x="54038" y="182943"/>
                  </a:cubicBezTo>
                  <a:lnTo>
                    <a:pt x="60202" y="180887"/>
                  </a:lnTo>
                  <a:cubicBezTo>
                    <a:pt x="62428" y="186455"/>
                    <a:pt x="67222" y="189625"/>
                    <a:pt x="73643" y="189625"/>
                  </a:cubicBezTo>
                  <a:cubicBezTo>
                    <a:pt x="84772" y="189625"/>
                    <a:pt x="91107" y="180545"/>
                    <a:pt x="91107" y="164525"/>
                  </a:cubicBezTo>
                  <a:lnTo>
                    <a:pt x="91107" y="162812"/>
                  </a:lnTo>
                  <a:cubicBezTo>
                    <a:pt x="87597" y="170093"/>
                    <a:pt x="80834" y="174291"/>
                    <a:pt x="72530" y="174291"/>
                  </a:cubicBezTo>
                  <a:cubicBezTo>
                    <a:pt x="60887" y="174291"/>
                    <a:pt x="52669" y="166067"/>
                    <a:pt x="52669" y="154502"/>
                  </a:cubicBezTo>
                  <a:cubicBezTo>
                    <a:pt x="52669" y="142252"/>
                    <a:pt x="61829" y="133257"/>
                    <a:pt x="74157" y="133257"/>
                  </a:cubicBezTo>
                  <a:close/>
                  <a:moveTo>
                    <a:pt x="73814" y="139854"/>
                  </a:moveTo>
                  <a:cubicBezTo>
                    <a:pt x="65510" y="139854"/>
                    <a:pt x="59689" y="145764"/>
                    <a:pt x="59689" y="154160"/>
                  </a:cubicBezTo>
                  <a:cubicBezTo>
                    <a:pt x="59689" y="162298"/>
                    <a:pt x="65082" y="167609"/>
                    <a:pt x="73301" y="167609"/>
                  </a:cubicBezTo>
                  <a:cubicBezTo>
                    <a:pt x="80748" y="167609"/>
                    <a:pt x="86998" y="163154"/>
                    <a:pt x="88710" y="156472"/>
                  </a:cubicBezTo>
                  <a:cubicBezTo>
                    <a:pt x="89395" y="153817"/>
                    <a:pt x="89053" y="151847"/>
                    <a:pt x="88111" y="149619"/>
                  </a:cubicBezTo>
                  <a:cubicBezTo>
                    <a:pt x="85371" y="143194"/>
                    <a:pt x="80064" y="139854"/>
                    <a:pt x="73814" y="139854"/>
                  </a:cubicBezTo>
                  <a:close/>
                  <a:moveTo>
                    <a:pt x="103758" y="203760"/>
                  </a:moveTo>
                  <a:cubicBezTo>
                    <a:pt x="106926" y="202903"/>
                    <a:pt x="107268" y="200761"/>
                    <a:pt x="107268" y="198192"/>
                  </a:cubicBezTo>
                  <a:lnTo>
                    <a:pt x="107268" y="195365"/>
                  </a:lnTo>
                  <a:lnTo>
                    <a:pt x="103758" y="195365"/>
                  </a:lnTo>
                  <a:lnTo>
                    <a:pt x="103758" y="186712"/>
                  </a:lnTo>
                  <a:lnTo>
                    <a:pt x="111549" y="186712"/>
                  </a:lnTo>
                  <a:lnTo>
                    <a:pt x="111549" y="198277"/>
                  </a:lnTo>
                  <a:cubicBezTo>
                    <a:pt x="111549" y="203503"/>
                    <a:pt x="109494" y="206415"/>
                    <a:pt x="103758" y="207443"/>
                  </a:cubicBezTo>
                  <a:lnTo>
                    <a:pt x="103758" y="203760"/>
                  </a:lnTo>
                  <a:close/>
                  <a:moveTo>
                    <a:pt x="157597" y="133257"/>
                  </a:moveTo>
                  <a:cubicBezTo>
                    <a:pt x="171808" y="133257"/>
                    <a:pt x="180969" y="145764"/>
                    <a:pt x="180969" y="165039"/>
                  </a:cubicBezTo>
                  <a:cubicBezTo>
                    <a:pt x="180969" y="184143"/>
                    <a:pt x="171808" y="196221"/>
                    <a:pt x="157426" y="196221"/>
                  </a:cubicBezTo>
                  <a:cubicBezTo>
                    <a:pt x="147838" y="196221"/>
                    <a:pt x="140047" y="190996"/>
                    <a:pt x="137479" y="182943"/>
                  </a:cubicBezTo>
                  <a:lnTo>
                    <a:pt x="143643" y="180887"/>
                  </a:lnTo>
                  <a:cubicBezTo>
                    <a:pt x="145869" y="186455"/>
                    <a:pt x="150663" y="189625"/>
                    <a:pt x="157083" y="189625"/>
                  </a:cubicBezTo>
                  <a:cubicBezTo>
                    <a:pt x="168213" y="189625"/>
                    <a:pt x="174548" y="180545"/>
                    <a:pt x="174548" y="164525"/>
                  </a:cubicBezTo>
                  <a:lnTo>
                    <a:pt x="174548" y="162812"/>
                  </a:lnTo>
                  <a:cubicBezTo>
                    <a:pt x="171038" y="170093"/>
                    <a:pt x="164275" y="174291"/>
                    <a:pt x="155971" y="174291"/>
                  </a:cubicBezTo>
                  <a:cubicBezTo>
                    <a:pt x="144328" y="174291"/>
                    <a:pt x="136109" y="166067"/>
                    <a:pt x="136109" y="154502"/>
                  </a:cubicBezTo>
                  <a:cubicBezTo>
                    <a:pt x="136109" y="142252"/>
                    <a:pt x="145270" y="133257"/>
                    <a:pt x="157597" y="133257"/>
                  </a:cubicBezTo>
                  <a:close/>
                  <a:moveTo>
                    <a:pt x="157255" y="139854"/>
                  </a:moveTo>
                  <a:cubicBezTo>
                    <a:pt x="148951" y="139854"/>
                    <a:pt x="143129" y="145764"/>
                    <a:pt x="143129" y="154160"/>
                  </a:cubicBezTo>
                  <a:cubicBezTo>
                    <a:pt x="143129" y="162298"/>
                    <a:pt x="148522" y="167609"/>
                    <a:pt x="156741" y="167609"/>
                  </a:cubicBezTo>
                  <a:cubicBezTo>
                    <a:pt x="164189" y="167609"/>
                    <a:pt x="170439" y="163154"/>
                    <a:pt x="172151" y="156472"/>
                  </a:cubicBezTo>
                  <a:cubicBezTo>
                    <a:pt x="172836" y="153817"/>
                    <a:pt x="172493" y="151847"/>
                    <a:pt x="171552" y="149619"/>
                  </a:cubicBezTo>
                  <a:cubicBezTo>
                    <a:pt x="168812" y="143194"/>
                    <a:pt x="163504" y="139854"/>
                    <a:pt x="157255" y="139854"/>
                  </a:cubicBezTo>
                  <a:close/>
                  <a:moveTo>
                    <a:pt x="210199" y="196221"/>
                  </a:moveTo>
                  <a:cubicBezTo>
                    <a:pt x="196930" y="196221"/>
                    <a:pt x="187941" y="189368"/>
                    <a:pt x="187941" y="179260"/>
                  </a:cubicBezTo>
                  <a:cubicBezTo>
                    <a:pt x="187941" y="171635"/>
                    <a:pt x="192735" y="166153"/>
                    <a:pt x="201210" y="164011"/>
                  </a:cubicBezTo>
                  <a:cubicBezTo>
                    <a:pt x="194533" y="161270"/>
                    <a:pt x="190595" y="155958"/>
                    <a:pt x="190595" y="149362"/>
                  </a:cubicBezTo>
                  <a:cubicBezTo>
                    <a:pt x="190595" y="139939"/>
                    <a:pt x="198813" y="133257"/>
                    <a:pt x="210199" y="133257"/>
                  </a:cubicBezTo>
                  <a:cubicBezTo>
                    <a:pt x="221585" y="133257"/>
                    <a:pt x="229804" y="139939"/>
                    <a:pt x="229804" y="149362"/>
                  </a:cubicBezTo>
                  <a:cubicBezTo>
                    <a:pt x="229804" y="155958"/>
                    <a:pt x="225866" y="161270"/>
                    <a:pt x="219188" y="164011"/>
                  </a:cubicBezTo>
                  <a:cubicBezTo>
                    <a:pt x="227664" y="166153"/>
                    <a:pt x="232458" y="171635"/>
                    <a:pt x="232458" y="179260"/>
                  </a:cubicBezTo>
                  <a:cubicBezTo>
                    <a:pt x="232458" y="189368"/>
                    <a:pt x="223469" y="196221"/>
                    <a:pt x="210199" y="196221"/>
                  </a:cubicBezTo>
                  <a:close/>
                  <a:moveTo>
                    <a:pt x="210199" y="189711"/>
                  </a:moveTo>
                  <a:cubicBezTo>
                    <a:pt x="219702" y="189711"/>
                    <a:pt x="225438" y="185599"/>
                    <a:pt x="225438" y="178746"/>
                  </a:cubicBezTo>
                  <a:cubicBezTo>
                    <a:pt x="225438" y="171892"/>
                    <a:pt x="219616" y="167695"/>
                    <a:pt x="210199" y="167695"/>
                  </a:cubicBezTo>
                  <a:cubicBezTo>
                    <a:pt x="200782" y="167695"/>
                    <a:pt x="194961" y="171892"/>
                    <a:pt x="194961" y="178746"/>
                  </a:cubicBezTo>
                  <a:cubicBezTo>
                    <a:pt x="194961" y="185599"/>
                    <a:pt x="200697" y="189711"/>
                    <a:pt x="210199" y="189711"/>
                  </a:cubicBezTo>
                  <a:close/>
                  <a:moveTo>
                    <a:pt x="210199" y="161184"/>
                  </a:moveTo>
                  <a:cubicBezTo>
                    <a:pt x="217391" y="161184"/>
                    <a:pt x="222955" y="156301"/>
                    <a:pt x="222955" y="150048"/>
                  </a:cubicBezTo>
                  <a:cubicBezTo>
                    <a:pt x="222955" y="143880"/>
                    <a:pt x="217819" y="139768"/>
                    <a:pt x="210199" y="139768"/>
                  </a:cubicBezTo>
                  <a:cubicBezTo>
                    <a:pt x="202580" y="139768"/>
                    <a:pt x="197444" y="143880"/>
                    <a:pt x="197444" y="150048"/>
                  </a:cubicBezTo>
                  <a:cubicBezTo>
                    <a:pt x="197444" y="156301"/>
                    <a:pt x="203008" y="161184"/>
                    <a:pt x="210199" y="161184"/>
                  </a:cubicBezTo>
                  <a:close/>
                  <a:moveTo>
                    <a:pt x="239697" y="203760"/>
                  </a:moveTo>
                  <a:cubicBezTo>
                    <a:pt x="242864" y="202903"/>
                    <a:pt x="243206" y="200761"/>
                    <a:pt x="243206" y="198192"/>
                  </a:cubicBezTo>
                  <a:lnTo>
                    <a:pt x="243206" y="195365"/>
                  </a:lnTo>
                  <a:lnTo>
                    <a:pt x="239697" y="195365"/>
                  </a:lnTo>
                  <a:lnTo>
                    <a:pt x="239697" y="186712"/>
                  </a:lnTo>
                  <a:lnTo>
                    <a:pt x="247487" y="186712"/>
                  </a:lnTo>
                  <a:lnTo>
                    <a:pt x="247487" y="198277"/>
                  </a:lnTo>
                  <a:cubicBezTo>
                    <a:pt x="247487" y="203503"/>
                    <a:pt x="245432" y="206415"/>
                    <a:pt x="239697" y="207443"/>
                  </a:cubicBezTo>
                  <a:lnTo>
                    <a:pt x="239697" y="203760"/>
                  </a:lnTo>
                  <a:close/>
                  <a:moveTo>
                    <a:pt x="297816" y="196221"/>
                  </a:moveTo>
                  <a:cubicBezTo>
                    <a:pt x="283262" y="196221"/>
                    <a:pt x="273246" y="183457"/>
                    <a:pt x="273246" y="164782"/>
                  </a:cubicBezTo>
                  <a:cubicBezTo>
                    <a:pt x="273246" y="146107"/>
                    <a:pt x="283262" y="133257"/>
                    <a:pt x="297816" y="133257"/>
                  </a:cubicBezTo>
                  <a:cubicBezTo>
                    <a:pt x="312455" y="133257"/>
                    <a:pt x="322300" y="145936"/>
                    <a:pt x="322300" y="164782"/>
                  </a:cubicBezTo>
                  <a:cubicBezTo>
                    <a:pt x="322300" y="183543"/>
                    <a:pt x="312369" y="196221"/>
                    <a:pt x="297816" y="196221"/>
                  </a:cubicBezTo>
                  <a:close/>
                  <a:moveTo>
                    <a:pt x="297816" y="189539"/>
                  </a:moveTo>
                  <a:cubicBezTo>
                    <a:pt x="308260" y="189539"/>
                    <a:pt x="315280" y="179602"/>
                    <a:pt x="315280" y="164782"/>
                  </a:cubicBezTo>
                  <a:cubicBezTo>
                    <a:pt x="315280" y="149791"/>
                    <a:pt x="308346" y="139939"/>
                    <a:pt x="297816" y="139939"/>
                  </a:cubicBezTo>
                  <a:cubicBezTo>
                    <a:pt x="287286" y="139939"/>
                    <a:pt x="280266" y="149791"/>
                    <a:pt x="280266" y="164782"/>
                  </a:cubicBezTo>
                  <a:cubicBezTo>
                    <a:pt x="280266" y="179602"/>
                    <a:pt x="287286" y="189539"/>
                    <a:pt x="297816" y="189539"/>
                  </a:cubicBezTo>
                  <a:close/>
                  <a:moveTo>
                    <a:pt x="329234" y="203760"/>
                  </a:moveTo>
                  <a:cubicBezTo>
                    <a:pt x="332402" y="202903"/>
                    <a:pt x="332744" y="200761"/>
                    <a:pt x="332744" y="198192"/>
                  </a:cubicBezTo>
                  <a:lnTo>
                    <a:pt x="332744" y="195365"/>
                  </a:lnTo>
                  <a:lnTo>
                    <a:pt x="329234" y="195365"/>
                  </a:lnTo>
                  <a:lnTo>
                    <a:pt x="329234" y="186712"/>
                  </a:lnTo>
                  <a:lnTo>
                    <a:pt x="337025" y="186712"/>
                  </a:lnTo>
                  <a:lnTo>
                    <a:pt x="337025" y="198277"/>
                  </a:lnTo>
                  <a:cubicBezTo>
                    <a:pt x="337025" y="203503"/>
                    <a:pt x="334970" y="206415"/>
                    <a:pt x="329234" y="207443"/>
                  </a:cubicBezTo>
                  <a:lnTo>
                    <a:pt x="329234" y="203760"/>
                  </a:lnTo>
                  <a:close/>
                  <a:moveTo>
                    <a:pt x="383330" y="196221"/>
                  </a:moveTo>
                  <a:cubicBezTo>
                    <a:pt x="371773" y="196221"/>
                    <a:pt x="361842" y="188597"/>
                    <a:pt x="360815" y="178917"/>
                  </a:cubicBezTo>
                  <a:lnTo>
                    <a:pt x="367321" y="177632"/>
                  </a:lnTo>
                  <a:cubicBezTo>
                    <a:pt x="368947" y="185085"/>
                    <a:pt x="374855" y="189539"/>
                    <a:pt x="383244" y="189539"/>
                  </a:cubicBezTo>
                  <a:cubicBezTo>
                    <a:pt x="392062" y="189539"/>
                    <a:pt x="398055" y="185256"/>
                    <a:pt x="398055" y="178917"/>
                  </a:cubicBezTo>
                  <a:cubicBezTo>
                    <a:pt x="398055" y="171892"/>
                    <a:pt x="392661" y="167866"/>
                    <a:pt x="383073" y="167866"/>
                  </a:cubicBezTo>
                  <a:lnTo>
                    <a:pt x="377680" y="167866"/>
                  </a:lnTo>
                  <a:lnTo>
                    <a:pt x="377680" y="161784"/>
                  </a:lnTo>
                  <a:lnTo>
                    <a:pt x="381789" y="161784"/>
                  </a:lnTo>
                  <a:cubicBezTo>
                    <a:pt x="390179" y="161784"/>
                    <a:pt x="396171" y="157072"/>
                    <a:pt x="396171" y="150476"/>
                  </a:cubicBezTo>
                  <a:cubicBezTo>
                    <a:pt x="396171" y="144137"/>
                    <a:pt x="391120" y="140025"/>
                    <a:pt x="383415" y="140025"/>
                  </a:cubicBezTo>
                  <a:cubicBezTo>
                    <a:pt x="374940" y="140025"/>
                    <a:pt x="368862" y="145079"/>
                    <a:pt x="369119" y="152018"/>
                  </a:cubicBezTo>
                  <a:lnTo>
                    <a:pt x="362527" y="151418"/>
                  </a:lnTo>
                  <a:cubicBezTo>
                    <a:pt x="362527" y="140710"/>
                    <a:pt x="371002" y="133343"/>
                    <a:pt x="383330" y="133343"/>
                  </a:cubicBezTo>
                  <a:cubicBezTo>
                    <a:pt x="394802" y="133343"/>
                    <a:pt x="403020" y="140196"/>
                    <a:pt x="403020" y="149876"/>
                  </a:cubicBezTo>
                  <a:cubicBezTo>
                    <a:pt x="403020" y="156301"/>
                    <a:pt x="399168" y="161612"/>
                    <a:pt x="392576" y="164354"/>
                  </a:cubicBezTo>
                  <a:cubicBezTo>
                    <a:pt x="400452" y="166581"/>
                    <a:pt x="404989" y="171978"/>
                    <a:pt x="404989" y="179345"/>
                  </a:cubicBezTo>
                  <a:cubicBezTo>
                    <a:pt x="404989" y="189197"/>
                    <a:pt x="396000" y="196221"/>
                    <a:pt x="383330" y="196221"/>
                  </a:cubicBezTo>
                  <a:close/>
                  <a:moveTo>
                    <a:pt x="434229" y="196221"/>
                  </a:moveTo>
                  <a:cubicBezTo>
                    <a:pt x="422672" y="196221"/>
                    <a:pt x="413769" y="189454"/>
                    <a:pt x="412142" y="179260"/>
                  </a:cubicBezTo>
                  <a:lnTo>
                    <a:pt x="418563" y="177889"/>
                  </a:lnTo>
                  <a:cubicBezTo>
                    <a:pt x="419933" y="185599"/>
                    <a:pt x="425583" y="189796"/>
                    <a:pt x="434401" y="189796"/>
                  </a:cubicBezTo>
                  <a:cubicBezTo>
                    <a:pt x="443133" y="189796"/>
                    <a:pt x="449468" y="183457"/>
                    <a:pt x="449468" y="174891"/>
                  </a:cubicBezTo>
                  <a:cubicBezTo>
                    <a:pt x="449468" y="166495"/>
                    <a:pt x="443218" y="160584"/>
                    <a:pt x="434486" y="160584"/>
                  </a:cubicBezTo>
                  <a:cubicBezTo>
                    <a:pt x="428751" y="160584"/>
                    <a:pt x="423528" y="162812"/>
                    <a:pt x="419505" y="166924"/>
                  </a:cubicBezTo>
                  <a:lnTo>
                    <a:pt x="414625" y="164354"/>
                  </a:lnTo>
                  <a:lnTo>
                    <a:pt x="418049" y="134114"/>
                  </a:lnTo>
                  <a:lnTo>
                    <a:pt x="453320" y="134114"/>
                  </a:lnTo>
                  <a:lnTo>
                    <a:pt x="453320" y="140796"/>
                  </a:lnTo>
                  <a:lnTo>
                    <a:pt x="423871" y="140796"/>
                  </a:lnTo>
                  <a:lnTo>
                    <a:pt x="421902" y="158357"/>
                  </a:lnTo>
                  <a:cubicBezTo>
                    <a:pt x="425069" y="155958"/>
                    <a:pt x="430120" y="154331"/>
                    <a:pt x="434743" y="154331"/>
                  </a:cubicBezTo>
                  <a:cubicBezTo>
                    <a:pt x="447327" y="154331"/>
                    <a:pt x="456317" y="162897"/>
                    <a:pt x="456317" y="174891"/>
                  </a:cubicBezTo>
                  <a:cubicBezTo>
                    <a:pt x="456317" y="187398"/>
                    <a:pt x="447157" y="196221"/>
                    <a:pt x="434229" y="19622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9" name="Google Shape;1209;p82"/>
            <p:cNvSpPr/>
            <p:nvPr/>
          </p:nvSpPr>
          <p:spPr>
            <a:xfrm>
              <a:off x="6513884" y="2713757"/>
              <a:ext cx="217087" cy="133336"/>
            </a:xfrm>
            <a:custGeom>
              <a:rect b="b" l="l" r="r" t="t"/>
              <a:pathLst>
                <a:path extrusionOk="0" h="195364" w="318076">
                  <a:moveTo>
                    <a:pt x="1455" y="61251"/>
                  </a:moveTo>
                  <a:lnTo>
                    <a:pt x="1455" y="0"/>
                  </a:lnTo>
                  <a:lnTo>
                    <a:pt x="20375" y="0"/>
                  </a:lnTo>
                  <a:cubicBezTo>
                    <a:pt x="35271" y="0"/>
                    <a:pt x="44859" y="7967"/>
                    <a:pt x="44859" y="20474"/>
                  </a:cubicBezTo>
                  <a:cubicBezTo>
                    <a:pt x="44859" y="33067"/>
                    <a:pt x="35356" y="41034"/>
                    <a:pt x="20375" y="41034"/>
                  </a:cubicBezTo>
                  <a:lnTo>
                    <a:pt x="13441" y="41034"/>
                  </a:lnTo>
                  <a:lnTo>
                    <a:pt x="13441" y="61251"/>
                  </a:lnTo>
                  <a:lnTo>
                    <a:pt x="1455" y="61251"/>
                  </a:lnTo>
                  <a:close/>
                  <a:moveTo>
                    <a:pt x="20375" y="30240"/>
                  </a:moveTo>
                  <a:cubicBezTo>
                    <a:pt x="28765" y="30240"/>
                    <a:pt x="32874" y="27070"/>
                    <a:pt x="32874" y="20474"/>
                  </a:cubicBezTo>
                  <a:cubicBezTo>
                    <a:pt x="32874" y="14049"/>
                    <a:pt x="28679" y="10794"/>
                    <a:pt x="20375" y="10794"/>
                  </a:cubicBezTo>
                  <a:lnTo>
                    <a:pt x="13441" y="10794"/>
                  </a:lnTo>
                  <a:lnTo>
                    <a:pt x="13441" y="30240"/>
                  </a:lnTo>
                  <a:lnTo>
                    <a:pt x="20375" y="30240"/>
                  </a:lnTo>
                  <a:close/>
                  <a:moveTo>
                    <a:pt x="68240" y="62107"/>
                  </a:moveTo>
                  <a:cubicBezTo>
                    <a:pt x="57368" y="62107"/>
                    <a:pt x="49492" y="52599"/>
                    <a:pt x="49492" y="39406"/>
                  </a:cubicBezTo>
                  <a:cubicBezTo>
                    <a:pt x="49492" y="26385"/>
                    <a:pt x="57368" y="16962"/>
                    <a:pt x="68240" y="16962"/>
                  </a:cubicBezTo>
                  <a:cubicBezTo>
                    <a:pt x="73120" y="16962"/>
                    <a:pt x="77315" y="19103"/>
                    <a:pt x="80482" y="22701"/>
                  </a:cubicBezTo>
                  <a:lnTo>
                    <a:pt x="80482" y="17818"/>
                  </a:lnTo>
                  <a:lnTo>
                    <a:pt x="91954" y="17818"/>
                  </a:lnTo>
                  <a:lnTo>
                    <a:pt x="91954" y="61251"/>
                  </a:lnTo>
                  <a:lnTo>
                    <a:pt x="81595" y="61251"/>
                  </a:lnTo>
                  <a:lnTo>
                    <a:pt x="81167" y="55597"/>
                  </a:lnTo>
                  <a:cubicBezTo>
                    <a:pt x="77914" y="59709"/>
                    <a:pt x="73462" y="62107"/>
                    <a:pt x="68240" y="62107"/>
                  </a:cubicBezTo>
                  <a:close/>
                  <a:moveTo>
                    <a:pt x="70723" y="51828"/>
                  </a:moveTo>
                  <a:cubicBezTo>
                    <a:pt x="76459" y="51828"/>
                    <a:pt x="80482" y="46688"/>
                    <a:pt x="80482" y="39406"/>
                  </a:cubicBezTo>
                  <a:cubicBezTo>
                    <a:pt x="80482" y="32296"/>
                    <a:pt x="76459" y="27242"/>
                    <a:pt x="70723" y="27242"/>
                  </a:cubicBezTo>
                  <a:cubicBezTo>
                    <a:pt x="64987" y="27242"/>
                    <a:pt x="60963" y="32296"/>
                    <a:pt x="60963" y="39406"/>
                  </a:cubicBezTo>
                  <a:cubicBezTo>
                    <a:pt x="60963" y="46688"/>
                    <a:pt x="64987" y="51828"/>
                    <a:pt x="70723" y="51828"/>
                  </a:cubicBezTo>
                  <a:close/>
                  <a:moveTo>
                    <a:pt x="101771" y="61251"/>
                  </a:moveTo>
                  <a:lnTo>
                    <a:pt x="101771" y="17818"/>
                  </a:lnTo>
                  <a:lnTo>
                    <a:pt x="111958" y="17818"/>
                  </a:lnTo>
                  <a:lnTo>
                    <a:pt x="112215" y="24243"/>
                  </a:lnTo>
                  <a:cubicBezTo>
                    <a:pt x="114783" y="19874"/>
                    <a:pt x="120091" y="16962"/>
                    <a:pt x="125655" y="16962"/>
                  </a:cubicBezTo>
                  <a:cubicBezTo>
                    <a:pt x="134901" y="16962"/>
                    <a:pt x="140123" y="23130"/>
                    <a:pt x="140123" y="33924"/>
                  </a:cubicBezTo>
                  <a:lnTo>
                    <a:pt x="140123" y="61251"/>
                  </a:lnTo>
                  <a:lnTo>
                    <a:pt x="128652" y="61251"/>
                  </a:lnTo>
                  <a:lnTo>
                    <a:pt x="128652" y="36322"/>
                  </a:lnTo>
                  <a:cubicBezTo>
                    <a:pt x="128652" y="30497"/>
                    <a:pt x="126255" y="27242"/>
                    <a:pt x="121632" y="27242"/>
                  </a:cubicBezTo>
                  <a:cubicBezTo>
                    <a:pt x="117180" y="27242"/>
                    <a:pt x="114269" y="30583"/>
                    <a:pt x="113584" y="35979"/>
                  </a:cubicBezTo>
                  <a:cubicBezTo>
                    <a:pt x="113328" y="37436"/>
                    <a:pt x="113242" y="39834"/>
                    <a:pt x="113242" y="44546"/>
                  </a:cubicBezTo>
                  <a:lnTo>
                    <a:pt x="113242" y="61251"/>
                  </a:lnTo>
                  <a:lnTo>
                    <a:pt x="101771" y="61251"/>
                  </a:lnTo>
                  <a:close/>
                  <a:moveTo>
                    <a:pt x="167623" y="62193"/>
                  </a:moveTo>
                  <a:cubicBezTo>
                    <a:pt x="157179" y="62193"/>
                    <a:pt x="151785" y="56197"/>
                    <a:pt x="151785" y="44546"/>
                  </a:cubicBezTo>
                  <a:lnTo>
                    <a:pt x="151785" y="28098"/>
                  </a:lnTo>
                  <a:lnTo>
                    <a:pt x="145108" y="28098"/>
                  </a:lnTo>
                  <a:lnTo>
                    <a:pt x="145108" y="17818"/>
                  </a:lnTo>
                  <a:lnTo>
                    <a:pt x="151785" y="17818"/>
                  </a:lnTo>
                  <a:lnTo>
                    <a:pt x="151785" y="4969"/>
                  </a:lnTo>
                  <a:lnTo>
                    <a:pt x="163257" y="4969"/>
                  </a:lnTo>
                  <a:lnTo>
                    <a:pt x="163257" y="17818"/>
                  </a:lnTo>
                  <a:lnTo>
                    <a:pt x="174814" y="17818"/>
                  </a:lnTo>
                  <a:lnTo>
                    <a:pt x="174814" y="28098"/>
                  </a:lnTo>
                  <a:lnTo>
                    <a:pt x="163257" y="28098"/>
                  </a:lnTo>
                  <a:lnTo>
                    <a:pt x="163257" y="44717"/>
                  </a:lnTo>
                  <a:cubicBezTo>
                    <a:pt x="163257" y="49343"/>
                    <a:pt x="165312" y="51828"/>
                    <a:pt x="169164" y="51828"/>
                  </a:cubicBezTo>
                  <a:cubicBezTo>
                    <a:pt x="170876" y="51828"/>
                    <a:pt x="172759" y="51485"/>
                    <a:pt x="174900" y="50628"/>
                  </a:cubicBezTo>
                  <a:lnTo>
                    <a:pt x="176355" y="60737"/>
                  </a:lnTo>
                  <a:cubicBezTo>
                    <a:pt x="173701" y="61679"/>
                    <a:pt x="170790" y="62193"/>
                    <a:pt x="167623" y="62193"/>
                  </a:cubicBezTo>
                  <a:close/>
                  <a:moveTo>
                    <a:pt x="201305" y="62107"/>
                  </a:moveTo>
                  <a:cubicBezTo>
                    <a:pt x="188978" y="62107"/>
                    <a:pt x="180074" y="52684"/>
                    <a:pt x="180074" y="39492"/>
                  </a:cubicBezTo>
                  <a:cubicBezTo>
                    <a:pt x="180074" y="26471"/>
                    <a:pt x="188978" y="16962"/>
                    <a:pt x="201305" y="16962"/>
                  </a:cubicBezTo>
                  <a:cubicBezTo>
                    <a:pt x="213633" y="16962"/>
                    <a:pt x="222537" y="26471"/>
                    <a:pt x="222537" y="39492"/>
                  </a:cubicBezTo>
                  <a:cubicBezTo>
                    <a:pt x="222537" y="52684"/>
                    <a:pt x="213633" y="62107"/>
                    <a:pt x="201305" y="62107"/>
                  </a:cubicBezTo>
                  <a:close/>
                  <a:moveTo>
                    <a:pt x="201305" y="51828"/>
                  </a:moveTo>
                  <a:cubicBezTo>
                    <a:pt x="207041" y="51828"/>
                    <a:pt x="211065" y="46773"/>
                    <a:pt x="211065" y="39492"/>
                  </a:cubicBezTo>
                  <a:cubicBezTo>
                    <a:pt x="211065" y="32210"/>
                    <a:pt x="207127" y="27242"/>
                    <a:pt x="201305" y="27242"/>
                  </a:cubicBezTo>
                  <a:cubicBezTo>
                    <a:pt x="195484" y="27242"/>
                    <a:pt x="191546" y="32210"/>
                    <a:pt x="191546" y="39492"/>
                  </a:cubicBezTo>
                  <a:cubicBezTo>
                    <a:pt x="191546" y="46773"/>
                    <a:pt x="195570" y="51828"/>
                    <a:pt x="201305" y="51828"/>
                  </a:cubicBezTo>
                  <a:close/>
                  <a:moveTo>
                    <a:pt x="230270" y="61251"/>
                  </a:moveTo>
                  <a:lnTo>
                    <a:pt x="230270" y="17818"/>
                  </a:lnTo>
                  <a:lnTo>
                    <a:pt x="240457" y="17818"/>
                  </a:lnTo>
                  <a:lnTo>
                    <a:pt x="240714" y="24243"/>
                  </a:lnTo>
                  <a:cubicBezTo>
                    <a:pt x="243283" y="19874"/>
                    <a:pt x="248590" y="16962"/>
                    <a:pt x="254155" y="16962"/>
                  </a:cubicBezTo>
                  <a:cubicBezTo>
                    <a:pt x="263401" y="16962"/>
                    <a:pt x="268623" y="23130"/>
                    <a:pt x="268623" y="33924"/>
                  </a:cubicBezTo>
                  <a:lnTo>
                    <a:pt x="268623" y="61251"/>
                  </a:lnTo>
                  <a:lnTo>
                    <a:pt x="257151" y="61251"/>
                  </a:lnTo>
                  <a:lnTo>
                    <a:pt x="257151" y="36322"/>
                  </a:lnTo>
                  <a:cubicBezTo>
                    <a:pt x="257151" y="30497"/>
                    <a:pt x="254754" y="27242"/>
                    <a:pt x="250131" y="27242"/>
                  </a:cubicBezTo>
                  <a:cubicBezTo>
                    <a:pt x="245680" y="27242"/>
                    <a:pt x="242769" y="30583"/>
                    <a:pt x="242084" y="35979"/>
                  </a:cubicBezTo>
                  <a:cubicBezTo>
                    <a:pt x="241827" y="37436"/>
                    <a:pt x="241742" y="39834"/>
                    <a:pt x="241742" y="44546"/>
                  </a:cubicBezTo>
                  <a:lnTo>
                    <a:pt x="241742" y="61251"/>
                  </a:lnTo>
                  <a:lnTo>
                    <a:pt x="230270" y="61251"/>
                  </a:lnTo>
                  <a:close/>
                  <a:moveTo>
                    <a:pt x="297616" y="62107"/>
                  </a:moveTo>
                  <a:cubicBezTo>
                    <a:pt x="285374" y="62107"/>
                    <a:pt x="276385" y="52684"/>
                    <a:pt x="276385" y="39492"/>
                  </a:cubicBezTo>
                  <a:cubicBezTo>
                    <a:pt x="276385" y="26299"/>
                    <a:pt x="285031" y="16962"/>
                    <a:pt x="297273" y="16962"/>
                  </a:cubicBezTo>
                  <a:cubicBezTo>
                    <a:pt x="309259" y="16962"/>
                    <a:pt x="318077" y="26042"/>
                    <a:pt x="318077" y="38549"/>
                  </a:cubicBezTo>
                  <a:cubicBezTo>
                    <a:pt x="318077" y="39920"/>
                    <a:pt x="317905" y="41548"/>
                    <a:pt x="317734" y="43004"/>
                  </a:cubicBezTo>
                  <a:lnTo>
                    <a:pt x="288113" y="43004"/>
                  </a:lnTo>
                  <a:cubicBezTo>
                    <a:pt x="289055" y="48829"/>
                    <a:pt x="292565" y="52342"/>
                    <a:pt x="297616" y="52342"/>
                  </a:cubicBezTo>
                  <a:cubicBezTo>
                    <a:pt x="301897" y="52342"/>
                    <a:pt x="305064" y="50543"/>
                    <a:pt x="307718" y="46602"/>
                  </a:cubicBezTo>
                  <a:lnTo>
                    <a:pt x="316707" y="51314"/>
                  </a:lnTo>
                  <a:cubicBezTo>
                    <a:pt x="312854" y="58253"/>
                    <a:pt x="306091" y="62107"/>
                    <a:pt x="297616" y="62107"/>
                  </a:cubicBezTo>
                  <a:close/>
                  <a:moveTo>
                    <a:pt x="305920" y="35465"/>
                  </a:moveTo>
                  <a:cubicBezTo>
                    <a:pt x="305235" y="29983"/>
                    <a:pt x="301982" y="26728"/>
                    <a:pt x="297273" y="26728"/>
                  </a:cubicBezTo>
                  <a:cubicBezTo>
                    <a:pt x="292308" y="26728"/>
                    <a:pt x="289055" y="29897"/>
                    <a:pt x="288113" y="35465"/>
                  </a:cubicBezTo>
                  <a:lnTo>
                    <a:pt x="305920" y="35465"/>
                  </a:lnTo>
                  <a:close/>
                  <a:moveTo>
                    <a:pt x="599" y="188511"/>
                  </a:moveTo>
                  <a:cubicBezTo>
                    <a:pt x="10016" y="180716"/>
                    <a:pt x="15923" y="175833"/>
                    <a:pt x="22344" y="169322"/>
                  </a:cubicBezTo>
                  <a:cubicBezTo>
                    <a:pt x="30905" y="160584"/>
                    <a:pt x="32960" y="156987"/>
                    <a:pt x="32960" y="150990"/>
                  </a:cubicBezTo>
                  <a:cubicBezTo>
                    <a:pt x="32960" y="143794"/>
                    <a:pt x="27652" y="138911"/>
                    <a:pt x="19947" y="138911"/>
                  </a:cubicBezTo>
                  <a:cubicBezTo>
                    <a:pt x="12156" y="138911"/>
                    <a:pt x="6849" y="144394"/>
                    <a:pt x="6506" y="152960"/>
                  </a:cubicBezTo>
                  <a:lnTo>
                    <a:pt x="0" y="152275"/>
                  </a:lnTo>
                  <a:cubicBezTo>
                    <a:pt x="171" y="140624"/>
                    <a:pt x="8561" y="132401"/>
                    <a:pt x="20118" y="132401"/>
                  </a:cubicBezTo>
                  <a:cubicBezTo>
                    <a:pt x="31761" y="132401"/>
                    <a:pt x="39894" y="140110"/>
                    <a:pt x="39894" y="151076"/>
                  </a:cubicBezTo>
                  <a:cubicBezTo>
                    <a:pt x="39894" y="158528"/>
                    <a:pt x="36298" y="164953"/>
                    <a:pt x="27823" y="172749"/>
                  </a:cubicBezTo>
                  <a:cubicBezTo>
                    <a:pt x="21659" y="178317"/>
                    <a:pt x="16608" y="182601"/>
                    <a:pt x="10102" y="187655"/>
                  </a:cubicBezTo>
                  <a:lnTo>
                    <a:pt x="41264" y="187826"/>
                  </a:lnTo>
                  <a:lnTo>
                    <a:pt x="41264" y="194508"/>
                  </a:lnTo>
                  <a:lnTo>
                    <a:pt x="599" y="194508"/>
                  </a:lnTo>
                  <a:lnTo>
                    <a:pt x="599" y="188511"/>
                  </a:lnTo>
                  <a:close/>
                  <a:moveTo>
                    <a:pt x="56588" y="194508"/>
                  </a:moveTo>
                  <a:lnTo>
                    <a:pt x="78504" y="139939"/>
                  </a:lnTo>
                  <a:lnTo>
                    <a:pt x="45801" y="139939"/>
                  </a:lnTo>
                  <a:lnTo>
                    <a:pt x="45801" y="133257"/>
                  </a:lnTo>
                  <a:lnTo>
                    <a:pt x="85781" y="133257"/>
                  </a:lnTo>
                  <a:lnTo>
                    <a:pt x="85781" y="139082"/>
                  </a:lnTo>
                  <a:lnTo>
                    <a:pt x="63779" y="194508"/>
                  </a:lnTo>
                  <a:lnTo>
                    <a:pt x="56588" y="194508"/>
                  </a:lnTo>
                  <a:close/>
                  <a:moveTo>
                    <a:pt x="112614" y="195365"/>
                  </a:moveTo>
                  <a:cubicBezTo>
                    <a:pt x="101057" y="195365"/>
                    <a:pt x="92154" y="188597"/>
                    <a:pt x="90527" y="178403"/>
                  </a:cubicBezTo>
                  <a:lnTo>
                    <a:pt x="96948" y="177032"/>
                  </a:lnTo>
                  <a:cubicBezTo>
                    <a:pt x="98318" y="184742"/>
                    <a:pt x="103968" y="188940"/>
                    <a:pt x="112785" y="188940"/>
                  </a:cubicBezTo>
                  <a:cubicBezTo>
                    <a:pt x="121518" y="188940"/>
                    <a:pt x="127853" y="182601"/>
                    <a:pt x="127853" y="174034"/>
                  </a:cubicBezTo>
                  <a:cubicBezTo>
                    <a:pt x="127853" y="165639"/>
                    <a:pt x="121603" y="159728"/>
                    <a:pt x="112871" y="159728"/>
                  </a:cubicBezTo>
                  <a:cubicBezTo>
                    <a:pt x="107135" y="159728"/>
                    <a:pt x="101913" y="161955"/>
                    <a:pt x="97889" y="166067"/>
                  </a:cubicBezTo>
                  <a:lnTo>
                    <a:pt x="93010" y="163497"/>
                  </a:lnTo>
                  <a:lnTo>
                    <a:pt x="96434" y="133257"/>
                  </a:lnTo>
                  <a:lnTo>
                    <a:pt x="131705" y="133257"/>
                  </a:lnTo>
                  <a:lnTo>
                    <a:pt x="131705" y="139939"/>
                  </a:lnTo>
                  <a:lnTo>
                    <a:pt x="102256" y="139939"/>
                  </a:lnTo>
                  <a:lnTo>
                    <a:pt x="100287" y="157501"/>
                  </a:lnTo>
                  <a:cubicBezTo>
                    <a:pt x="103454" y="155102"/>
                    <a:pt x="108505" y="153474"/>
                    <a:pt x="113128" y="153474"/>
                  </a:cubicBezTo>
                  <a:cubicBezTo>
                    <a:pt x="125713" y="153474"/>
                    <a:pt x="134701" y="162041"/>
                    <a:pt x="134701" y="174034"/>
                  </a:cubicBezTo>
                  <a:cubicBezTo>
                    <a:pt x="134701" y="186541"/>
                    <a:pt x="125541" y="195365"/>
                    <a:pt x="112614" y="195365"/>
                  </a:cubicBezTo>
                  <a:close/>
                  <a:moveTo>
                    <a:pt x="163361" y="195365"/>
                  </a:moveTo>
                  <a:cubicBezTo>
                    <a:pt x="151804" y="195365"/>
                    <a:pt x="142901" y="188597"/>
                    <a:pt x="141274" y="178403"/>
                  </a:cubicBezTo>
                  <a:lnTo>
                    <a:pt x="147695" y="177032"/>
                  </a:lnTo>
                  <a:cubicBezTo>
                    <a:pt x="149065" y="184742"/>
                    <a:pt x="154715" y="188940"/>
                    <a:pt x="163533" y="188940"/>
                  </a:cubicBezTo>
                  <a:cubicBezTo>
                    <a:pt x="172265" y="188940"/>
                    <a:pt x="178600" y="182601"/>
                    <a:pt x="178600" y="174034"/>
                  </a:cubicBezTo>
                  <a:cubicBezTo>
                    <a:pt x="178600" y="165639"/>
                    <a:pt x="172350" y="159728"/>
                    <a:pt x="163618" y="159728"/>
                  </a:cubicBezTo>
                  <a:cubicBezTo>
                    <a:pt x="157883" y="159728"/>
                    <a:pt x="152660" y="161955"/>
                    <a:pt x="148637" y="166067"/>
                  </a:cubicBezTo>
                  <a:lnTo>
                    <a:pt x="143757" y="163497"/>
                  </a:lnTo>
                  <a:lnTo>
                    <a:pt x="147181" y="133257"/>
                  </a:lnTo>
                  <a:lnTo>
                    <a:pt x="182452" y="133257"/>
                  </a:lnTo>
                  <a:lnTo>
                    <a:pt x="182452" y="139939"/>
                  </a:lnTo>
                  <a:lnTo>
                    <a:pt x="153003" y="139939"/>
                  </a:lnTo>
                  <a:lnTo>
                    <a:pt x="151034" y="157501"/>
                  </a:lnTo>
                  <a:cubicBezTo>
                    <a:pt x="154201" y="155102"/>
                    <a:pt x="159252" y="153474"/>
                    <a:pt x="163875" y="153474"/>
                  </a:cubicBezTo>
                  <a:cubicBezTo>
                    <a:pt x="176460" y="153474"/>
                    <a:pt x="185449" y="162041"/>
                    <a:pt x="185449" y="174034"/>
                  </a:cubicBezTo>
                  <a:cubicBezTo>
                    <a:pt x="185449" y="186541"/>
                    <a:pt x="176289" y="195365"/>
                    <a:pt x="163361" y="19536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0" name="Google Shape;1210;p82"/>
            <p:cNvSpPr/>
            <p:nvPr/>
          </p:nvSpPr>
          <p:spPr>
            <a:xfrm>
              <a:off x="5396850" y="1849036"/>
              <a:ext cx="237738" cy="133338"/>
            </a:xfrm>
            <a:custGeom>
              <a:rect b="b" l="l" r="r" t="t"/>
              <a:pathLst>
                <a:path extrusionOk="0" h="195367" w="348334">
                  <a:moveTo>
                    <a:pt x="38438" y="61254"/>
                  </a:moveTo>
                  <a:lnTo>
                    <a:pt x="38438" y="35380"/>
                  </a:lnTo>
                  <a:lnTo>
                    <a:pt x="13355" y="35380"/>
                  </a:lnTo>
                  <a:lnTo>
                    <a:pt x="13355" y="61254"/>
                  </a:lnTo>
                  <a:lnTo>
                    <a:pt x="1370" y="61254"/>
                  </a:lnTo>
                  <a:lnTo>
                    <a:pt x="1370" y="0"/>
                  </a:lnTo>
                  <a:lnTo>
                    <a:pt x="13355" y="0"/>
                  </a:lnTo>
                  <a:lnTo>
                    <a:pt x="13355" y="24329"/>
                  </a:lnTo>
                  <a:lnTo>
                    <a:pt x="38438" y="24329"/>
                  </a:lnTo>
                  <a:lnTo>
                    <a:pt x="38438" y="0"/>
                  </a:lnTo>
                  <a:lnTo>
                    <a:pt x="50424" y="0"/>
                  </a:lnTo>
                  <a:lnTo>
                    <a:pt x="50424" y="61254"/>
                  </a:lnTo>
                  <a:lnTo>
                    <a:pt x="38438" y="61254"/>
                  </a:lnTo>
                  <a:close/>
                  <a:moveTo>
                    <a:pt x="61648" y="61254"/>
                  </a:moveTo>
                  <a:lnTo>
                    <a:pt x="61648" y="0"/>
                  </a:lnTo>
                  <a:lnTo>
                    <a:pt x="105737" y="0"/>
                  </a:lnTo>
                  <a:lnTo>
                    <a:pt x="105737" y="11051"/>
                  </a:lnTo>
                  <a:lnTo>
                    <a:pt x="73633" y="11051"/>
                  </a:lnTo>
                  <a:lnTo>
                    <a:pt x="73633" y="24329"/>
                  </a:lnTo>
                  <a:lnTo>
                    <a:pt x="99573" y="24329"/>
                  </a:lnTo>
                  <a:lnTo>
                    <a:pt x="99573" y="35380"/>
                  </a:lnTo>
                  <a:lnTo>
                    <a:pt x="73633" y="35380"/>
                  </a:lnTo>
                  <a:lnTo>
                    <a:pt x="73633" y="50200"/>
                  </a:lnTo>
                  <a:lnTo>
                    <a:pt x="105737" y="50200"/>
                  </a:lnTo>
                  <a:lnTo>
                    <a:pt x="105737" y="61254"/>
                  </a:lnTo>
                  <a:lnTo>
                    <a:pt x="61648" y="61254"/>
                  </a:lnTo>
                  <a:close/>
                  <a:moveTo>
                    <a:pt x="111140" y="61254"/>
                  </a:moveTo>
                  <a:lnTo>
                    <a:pt x="130231" y="29640"/>
                  </a:lnTo>
                  <a:lnTo>
                    <a:pt x="112510" y="0"/>
                  </a:lnTo>
                  <a:lnTo>
                    <a:pt x="126207" y="0"/>
                  </a:lnTo>
                  <a:lnTo>
                    <a:pt x="138535" y="22359"/>
                  </a:lnTo>
                  <a:lnTo>
                    <a:pt x="150863" y="0"/>
                  </a:lnTo>
                  <a:lnTo>
                    <a:pt x="164560" y="0"/>
                  </a:lnTo>
                  <a:lnTo>
                    <a:pt x="146924" y="29640"/>
                  </a:lnTo>
                  <a:lnTo>
                    <a:pt x="165930" y="61254"/>
                  </a:lnTo>
                  <a:lnTo>
                    <a:pt x="152147" y="61254"/>
                  </a:lnTo>
                  <a:lnTo>
                    <a:pt x="138535" y="37007"/>
                  </a:lnTo>
                  <a:lnTo>
                    <a:pt x="124923" y="61254"/>
                  </a:lnTo>
                  <a:lnTo>
                    <a:pt x="111140" y="61254"/>
                  </a:lnTo>
                  <a:close/>
                  <a:moveTo>
                    <a:pt x="14382" y="194511"/>
                  </a:moveTo>
                  <a:lnTo>
                    <a:pt x="8218" y="194511"/>
                  </a:lnTo>
                  <a:lnTo>
                    <a:pt x="10359" y="178920"/>
                  </a:lnTo>
                  <a:lnTo>
                    <a:pt x="0" y="178920"/>
                  </a:lnTo>
                  <a:lnTo>
                    <a:pt x="0" y="173094"/>
                  </a:lnTo>
                  <a:lnTo>
                    <a:pt x="11215" y="173094"/>
                  </a:lnTo>
                  <a:lnTo>
                    <a:pt x="13783" y="154676"/>
                  </a:lnTo>
                  <a:lnTo>
                    <a:pt x="2654" y="154676"/>
                  </a:lnTo>
                  <a:lnTo>
                    <a:pt x="2654" y="148851"/>
                  </a:lnTo>
                  <a:lnTo>
                    <a:pt x="14639" y="148851"/>
                  </a:lnTo>
                  <a:lnTo>
                    <a:pt x="16779" y="133260"/>
                  </a:lnTo>
                  <a:lnTo>
                    <a:pt x="22943" y="133260"/>
                  </a:lnTo>
                  <a:lnTo>
                    <a:pt x="20803" y="148851"/>
                  </a:lnTo>
                  <a:lnTo>
                    <a:pt x="37925" y="148851"/>
                  </a:lnTo>
                  <a:lnTo>
                    <a:pt x="40065" y="133260"/>
                  </a:lnTo>
                  <a:lnTo>
                    <a:pt x="46229" y="133260"/>
                  </a:lnTo>
                  <a:lnTo>
                    <a:pt x="44089" y="148851"/>
                  </a:lnTo>
                  <a:lnTo>
                    <a:pt x="54448" y="148851"/>
                  </a:lnTo>
                  <a:lnTo>
                    <a:pt x="54448" y="154676"/>
                  </a:lnTo>
                  <a:lnTo>
                    <a:pt x="43233" y="154676"/>
                  </a:lnTo>
                  <a:lnTo>
                    <a:pt x="40664" y="173094"/>
                  </a:lnTo>
                  <a:lnTo>
                    <a:pt x="51793" y="173094"/>
                  </a:lnTo>
                  <a:lnTo>
                    <a:pt x="51793" y="178920"/>
                  </a:lnTo>
                  <a:lnTo>
                    <a:pt x="39808" y="178920"/>
                  </a:lnTo>
                  <a:lnTo>
                    <a:pt x="37668" y="194511"/>
                  </a:lnTo>
                  <a:lnTo>
                    <a:pt x="31504" y="194511"/>
                  </a:lnTo>
                  <a:lnTo>
                    <a:pt x="33644" y="178920"/>
                  </a:lnTo>
                  <a:lnTo>
                    <a:pt x="16523" y="178920"/>
                  </a:lnTo>
                  <a:lnTo>
                    <a:pt x="14382" y="194511"/>
                  </a:lnTo>
                  <a:close/>
                  <a:moveTo>
                    <a:pt x="17379" y="173094"/>
                  </a:moveTo>
                  <a:lnTo>
                    <a:pt x="34500" y="173094"/>
                  </a:lnTo>
                  <a:lnTo>
                    <a:pt x="37069" y="154676"/>
                  </a:lnTo>
                  <a:lnTo>
                    <a:pt x="19947" y="154676"/>
                  </a:lnTo>
                  <a:lnTo>
                    <a:pt x="17379" y="173094"/>
                  </a:lnTo>
                  <a:close/>
                  <a:moveTo>
                    <a:pt x="73167" y="194511"/>
                  </a:moveTo>
                  <a:lnTo>
                    <a:pt x="73167" y="140627"/>
                  </a:lnTo>
                  <a:lnTo>
                    <a:pt x="61097" y="148337"/>
                  </a:lnTo>
                  <a:lnTo>
                    <a:pt x="59812" y="141998"/>
                  </a:lnTo>
                  <a:lnTo>
                    <a:pt x="73852" y="133260"/>
                  </a:lnTo>
                  <a:lnTo>
                    <a:pt x="80102" y="133260"/>
                  </a:lnTo>
                  <a:lnTo>
                    <a:pt x="80102" y="194511"/>
                  </a:lnTo>
                  <a:lnTo>
                    <a:pt x="73167" y="194511"/>
                  </a:lnTo>
                  <a:close/>
                  <a:moveTo>
                    <a:pt x="111368" y="195368"/>
                  </a:moveTo>
                  <a:cubicBezTo>
                    <a:pt x="99811" y="195368"/>
                    <a:pt x="89880" y="187743"/>
                    <a:pt x="88853" y="178063"/>
                  </a:cubicBezTo>
                  <a:lnTo>
                    <a:pt x="95359" y="176778"/>
                  </a:lnTo>
                  <a:cubicBezTo>
                    <a:pt x="96986" y="184231"/>
                    <a:pt x="102893" y="188686"/>
                    <a:pt x="111283" y="188686"/>
                  </a:cubicBezTo>
                  <a:cubicBezTo>
                    <a:pt x="120100" y="188686"/>
                    <a:pt x="126093" y="184402"/>
                    <a:pt x="126093" y="178063"/>
                  </a:cubicBezTo>
                  <a:cubicBezTo>
                    <a:pt x="126093" y="171038"/>
                    <a:pt x="120700" y="167012"/>
                    <a:pt x="111111" y="167012"/>
                  </a:cubicBezTo>
                  <a:lnTo>
                    <a:pt x="105718" y="167012"/>
                  </a:lnTo>
                  <a:lnTo>
                    <a:pt x="105718" y="160930"/>
                  </a:lnTo>
                  <a:lnTo>
                    <a:pt x="109827" y="160930"/>
                  </a:lnTo>
                  <a:cubicBezTo>
                    <a:pt x="118217" y="160930"/>
                    <a:pt x="124209" y="156218"/>
                    <a:pt x="124209" y="149622"/>
                  </a:cubicBezTo>
                  <a:cubicBezTo>
                    <a:pt x="124209" y="143283"/>
                    <a:pt x="119158" y="139171"/>
                    <a:pt x="111454" y="139171"/>
                  </a:cubicBezTo>
                  <a:cubicBezTo>
                    <a:pt x="102978" y="139171"/>
                    <a:pt x="96900" y="144225"/>
                    <a:pt x="97157" y="151164"/>
                  </a:cubicBezTo>
                  <a:lnTo>
                    <a:pt x="90565" y="150565"/>
                  </a:lnTo>
                  <a:cubicBezTo>
                    <a:pt x="90565" y="139856"/>
                    <a:pt x="99040" y="132489"/>
                    <a:pt x="111368" y="132489"/>
                  </a:cubicBezTo>
                  <a:cubicBezTo>
                    <a:pt x="122840" y="132489"/>
                    <a:pt x="131058" y="139342"/>
                    <a:pt x="131058" y="149023"/>
                  </a:cubicBezTo>
                  <a:cubicBezTo>
                    <a:pt x="131058" y="155447"/>
                    <a:pt x="127206" y="160759"/>
                    <a:pt x="120614" y="163500"/>
                  </a:cubicBezTo>
                  <a:cubicBezTo>
                    <a:pt x="128490" y="165727"/>
                    <a:pt x="133027" y="171124"/>
                    <a:pt x="133027" y="178491"/>
                  </a:cubicBezTo>
                  <a:cubicBezTo>
                    <a:pt x="133027" y="188343"/>
                    <a:pt x="124038" y="195368"/>
                    <a:pt x="111368" y="195368"/>
                  </a:cubicBezTo>
                  <a:close/>
                  <a:moveTo>
                    <a:pt x="165968" y="195368"/>
                  </a:moveTo>
                  <a:cubicBezTo>
                    <a:pt x="151414" y="195368"/>
                    <a:pt x="141398" y="182603"/>
                    <a:pt x="141398" y="163928"/>
                  </a:cubicBezTo>
                  <a:cubicBezTo>
                    <a:pt x="141398" y="145253"/>
                    <a:pt x="151414" y="132403"/>
                    <a:pt x="165968" y="132403"/>
                  </a:cubicBezTo>
                  <a:cubicBezTo>
                    <a:pt x="180607" y="132403"/>
                    <a:pt x="190452" y="145082"/>
                    <a:pt x="190452" y="163928"/>
                  </a:cubicBezTo>
                  <a:cubicBezTo>
                    <a:pt x="190452" y="182689"/>
                    <a:pt x="180521" y="195368"/>
                    <a:pt x="165968" y="195368"/>
                  </a:cubicBezTo>
                  <a:close/>
                  <a:moveTo>
                    <a:pt x="165968" y="188686"/>
                  </a:moveTo>
                  <a:cubicBezTo>
                    <a:pt x="176412" y="188686"/>
                    <a:pt x="183432" y="178748"/>
                    <a:pt x="183432" y="163928"/>
                  </a:cubicBezTo>
                  <a:cubicBezTo>
                    <a:pt x="183432" y="148937"/>
                    <a:pt x="176498" y="139085"/>
                    <a:pt x="165968" y="139085"/>
                  </a:cubicBezTo>
                  <a:cubicBezTo>
                    <a:pt x="155438" y="139085"/>
                    <a:pt x="148418" y="148937"/>
                    <a:pt x="148418" y="163928"/>
                  </a:cubicBezTo>
                  <a:cubicBezTo>
                    <a:pt x="148418" y="178748"/>
                    <a:pt x="155438" y="188686"/>
                    <a:pt x="165968" y="188686"/>
                  </a:cubicBezTo>
                  <a:close/>
                  <a:moveTo>
                    <a:pt x="224410" y="195368"/>
                  </a:moveTo>
                  <a:cubicBezTo>
                    <a:pt x="209857" y="195368"/>
                    <a:pt x="199841" y="182603"/>
                    <a:pt x="199841" y="163928"/>
                  </a:cubicBezTo>
                  <a:cubicBezTo>
                    <a:pt x="199841" y="145253"/>
                    <a:pt x="209857" y="132403"/>
                    <a:pt x="224410" y="132403"/>
                  </a:cubicBezTo>
                  <a:cubicBezTo>
                    <a:pt x="239050" y="132403"/>
                    <a:pt x="248895" y="145082"/>
                    <a:pt x="248895" y="163928"/>
                  </a:cubicBezTo>
                  <a:cubicBezTo>
                    <a:pt x="248895" y="182689"/>
                    <a:pt x="238964" y="195368"/>
                    <a:pt x="224410" y="195368"/>
                  </a:cubicBezTo>
                  <a:close/>
                  <a:moveTo>
                    <a:pt x="224410" y="188686"/>
                  </a:moveTo>
                  <a:cubicBezTo>
                    <a:pt x="234855" y="188686"/>
                    <a:pt x="241875" y="178748"/>
                    <a:pt x="241875" y="163928"/>
                  </a:cubicBezTo>
                  <a:cubicBezTo>
                    <a:pt x="241875" y="148937"/>
                    <a:pt x="234941" y="139085"/>
                    <a:pt x="224410" y="139085"/>
                  </a:cubicBezTo>
                  <a:cubicBezTo>
                    <a:pt x="213880" y="139085"/>
                    <a:pt x="206860" y="148937"/>
                    <a:pt x="206860" y="163928"/>
                  </a:cubicBezTo>
                  <a:cubicBezTo>
                    <a:pt x="206860" y="178748"/>
                    <a:pt x="213880" y="188686"/>
                    <a:pt x="224410" y="188686"/>
                  </a:cubicBezTo>
                  <a:close/>
                  <a:moveTo>
                    <a:pt x="278325" y="195368"/>
                  </a:moveTo>
                  <a:cubicBezTo>
                    <a:pt x="266768" y="195368"/>
                    <a:pt x="256837" y="187743"/>
                    <a:pt x="255810" y="178063"/>
                  </a:cubicBezTo>
                  <a:lnTo>
                    <a:pt x="262316" y="176778"/>
                  </a:lnTo>
                  <a:cubicBezTo>
                    <a:pt x="263943" y="184231"/>
                    <a:pt x="269850" y="188686"/>
                    <a:pt x="278240" y="188686"/>
                  </a:cubicBezTo>
                  <a:cubicBezTo>
                    <a:pt x="287057" y="188686"/>
                    <a:pt x="293050" y="184402"/>
                    <a:pt x="293050" y="178063"/>
                  </a:cubicBezTo>
                  <a:cubicBezTo>
                    <a:pt x="293050" y="171038"/>
                    <a:pt x="287657" y="167012"/>
                    <a:pt x="278069" y="167012"/>
                  </a:cubicBezTo>
                  <a:lnTo>
                    <a:pt x="272675" y="167012"/>
                  </a:lnTo>
                  <a:lnTo>
                    <a:pt x="272675" y="160930"/>
                  </a:lnTo>
                  <a:lnTo>
                    <a:pt x="276784" y="160930"/>
                  </a:lnTo>
                  <a:cubicBezTo>
                    <a:pt x="285174" y="160930"/>
                    <a:pt x="291167" y="156218"/>
                    <a:pt x="291167" y="149622"/>
                  </a:cubicBezTo>
                  <a:cubicBezTo>
                    <a:pt x="291167" y="143283"/>
                    <a:pt x="286116" y="139171"/>
                    <a:pt x="278411" y="139171"/>
                  </a:cubicBezTo>
                  <a:cubicBezTo>
                    <a:pt x="269936" y="139171"/>
                    <a:pt x="263857" y="144225"/>
                    <a:pt x="264114" y="151164"/>
                  </a:cubicBezTo>
                  <a:lnTo>
                    <a:pt x="257522" y="150565"/>
                  </a:lnTo>
                  <a:cubicBezTo>
                    <a:pt x="257522" y="139856"/>
                    <a:pt x="265998" y="132489"/>
                    <a:pt x="278325" y="132489"/>
                  </a:cubicBezTo>
                  <a:cubicBezTo>
                    <a:pt x="289797" y="132489"/>
                    <a:pt x="298015" y="139342"/>
                    <a:pt x="298015" y="149023"/>
                  </a:cubicBezTo>
                  <a:cubicBezTo>
                    <a:pt x="298015" y="155447"/>
                    <a:pt x="294163" y="160759"/>
                    <a:pt x="287571" y="163500"/>
                  </a:cubicBezTo>
                  <a:cubicBezTo>
                    <a:pt x="295447" y="165727"/>
                    <a:pt x="299984" y="171124"/>
                    <a:pt x="299984" y="178491"/>
                  </a:cubicBezTo>
                  <a:cubicBezTo>
                    <a:pt x="299984" y="188343"/>
                    <a:pt x="290995" y="195368"/>
                    <a:pt x="278325" y="195368"/>
                  </a:cubicBezTo>
                  <a:close/>
                  <a:moveTo>
                    <a:pt x="307670" y="188514"/>
                  </a:moveTo>
                  <a:cubicBezTo>
                    <a:pt x="317087" y="180719"/>
                    <a:pt x="322994" y="175836"/>
                    <a:pt x="329415" y="169325"/>
                  </a:cubicBezTo>
                  <a:cubicBezTo>
                    <a:pt x="337976" y="160587"/>
                    <a:pt x="340030" y="156989"/>
                    <a:pt x="340030" y="150993"/>
                  </a:cubicBezTo>
                  <a:cubicBezTo>
                    <a:pt x="340030" y="143797"/>
                    <a:pt x="334723" y="138914"/>
                    <a:pt x="327018" y="138914"/>
                  </a:cubicBezTo>
                  <a:cubicBezTo>
                    <a:pt x="319228" y="138914"/>
                    <a:pt x="313920" y="144397"/>
                    <a:pt x="313577" y="152963"/>
                  </a:cubicBezTo>
                  <a:lnTo>
                    <a:pt x="307071" y="152278"/>
                  </a:lnTo>
                  <a:cubicBezTo>
                    <a:pt x="307242" y="140627"/>
                    <a:pt x="315632" y="132403"/>
                    <a:pt x="327189" y="132403"/>
                  </a:cubicBezTo>
                  <a:cubicBezTo>
                    <a:pt x="338832" y="132403"/>
                    <a:pt x="346965" y="140113"/>
                    <a:pt x="346965" y="151078"/>
                  </a:cubicBezTo>
                  <a:cubicBezTo>
                    <a:pt x="346965" y="158531"/>
                    <a:pt x="343369" y="164956"/>
                    <a:pt x="334894" y="172752"/>
                  </a:cubicBezTo>
                  <a:cubicBezTo>
                    <a:pt x="328730" y="178320"/>
                    <a:pt x="323679" y="182603"/>
                    <a:pt x="317173" y="187658"/>
                  </a:cubicBezTo>
                  <a:lnTo>
                    <a:pt x="348335" y="187829"/>
                  </a:lnTo>
                  <a:lnTo>
                    <a:pt x="348335" y="194511"/>
                  </a:lnTo>
                  <a:lnTo>
                    <a:pt x="307670" y="194511"/>
                  </a:lnTo>
                  <a:lnTo>
                    <a:pt x="307670" y="18851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1" name="Google Shape;1211;p82"/>
            <p:cNvSpPr/>
            <p:nvPr/>
          </p:nvSpPr>
          <p:spPr>
            <a:xfrm>
              <a:off x="5746221" y="1848451"/>
              <a:ext cx="207615" cy="141582"/>
            </a:xfrm>
            <a:custGeom>
              <a:rect b="b" l="l" r="r" t="t"/>
              <a:pathLst>
                <a:path extrusionOk="0" h="207446" w="304198">
                  <a:moveTo>
                    <a:pt x="3339" y="62110"/>
                  </a:moveTo>
                  <a:lnTo>
                    <a:pt x="3339" y="857"/>
                  </a:lnTo>
                  <a:lnTo>
                    <a:pt x="23543" y="857"/>
                  </a:lnTo>
                  <a:cubicBezTo>
                    <a:pt x="38182" y="857"/>
                    <a:pt x="47513" y="8310"/>
                    <a:pt x="47513" y="20131"/>
                  </a:cubicBezTo>
                  <a:cubicBezTo>
                    <a:pt x="47513" y="27927"/>
                    <a:pt x="43746" y="33752"/>
                    <a:pt x="37240" y="36922"/>
                  </a:cubicBezTo>
                  <a:lnTo>
                    <a:pt x="50852" y="62110"/>
                  </a:lnTo>
                  <a:lnTo>
                    <a:pt x="37582" y="62110"/>
                  </a:lnTo>
                  <a:lnTo>
                    <a:pt x="25854" y="39577"/>
                  </a:lnTo>
                  <a:cubicBezTo>
                    <a:pt x="25169" y="39577"/>
                    <a:pt x="24313" y="39663"/>
                    <a:pt x="23543" y="39663"/>
                  </a:cubicBezTo>
                  <a:lnTo>
                    <a:pt x="15324" y="39663"/>
                  </a:lnTo>
                  <a:lnTo>
                    <a:pt x="15324" y="62110"/>
                  </a:lnTo>
                  <a:lnTo>
                    <a:pt x="3339" y="62110"/>
                  </a:lnTo>
                  <a:close/>
                  <a:moveTo>
                    <a:pt x="23628" y="29041"/>
                  </a:moveTo>
                  <a:cubicBezTo>
                    <a:pt x="31761" y="29041"/>
                    <a:pt x="35528" y="26214"/>
                    <a:pt x="35528" y="20131"/>
                  </a:cubicBezTo>
                  <a:cubicBezTo>
                    <a:pt x="35528" y="14477"/>
                    <a:pt x="31504" y="11650"/>
                    <a:pt x="23543" y="11650"/>
                  </a:cubicBezTo>
                  <a:lnTo>
                    <a:pt x="15324" y="11650"/>
                  </a:lnTo>
                  <a:lnTo>
                    <a:pt x="15324" y="29041"/>
                  </a:lnTo>
                  <a:lnTo>
                    <a:pt x="23628" y="29041"/>
                  </a:lnTo>
                  <a:close/>
                  <a:moveTo>
                    <a:pt x="84325" y="62967"/>
                  </a:moveTo>
                  <a:cubicBezTo>
                    <a:pt x="67717" y="62967"/>
                    <a:pt x="55475" y="49686"/>
                    <a:pt x="55475" y="31525"/>
                  </a:cubicBezTo>
                  <a:cubicBezTo>
                    <a:pt x="55475" y="13278"/>
                    <a:pt x="67717" y="0"/>
                    <a:pt x="84325" y="0"/>
                  </a:cubicBezTo>
                  <a:cubicBezTo>
                    <a:pt x="93913" y="0"/>
                    <a:pt x="102389" y="4540"/>
                    <a:pt x="107696" y="12336"/>
                  </a:cubicBezTo>
                  <a:lnTo>
                    <a:pt x="98280" y="19018"/>
                  </a:lnTo>
                  <a:cubicBezTo>
                    <a:pt x="94769" y="13706"/>
                    <a:pt x="90061" y="11051"/>
                    <a:pt x="84325" y="11051"/>
                  </a:cubicBezTo>
                  <a:cubicBezTo>
                    <a:pt x="74566" y="11051"/>
                    <a:pt x="67460" y="19532"/>
                    <a:pt x="67460" y="31525"/>
                  </a:cubicBezTo>
                  <a:cubicBezTo>
                    <a:pt x="67460" y="43432"/>
                    <a:pt x="74566" y="51913"/>
                    <a:pt x="84325" y="51913"/>
                  </a:cubicBezTo>
                  <a:cubicBezTo>
                    <a:pt x="88777" y="51913"/>
                    <a:pt x="92800" y="50628"/>
                    <a:pt x="96738" y="47801"/>
                  </a:cubicBezTo>
                  <a:lnTo>
                    <a:pt x="96738" y="38035"/>
                  </a:lnTo>
                  <a:lnTo>
                    <a:pt x="81500" y="38035"/>
                  </a:lnTo>
                  <a:lnTo>
                    <a:pt x="81500" y="27413"/>
                  </a:lnTo>
                  <a:lnTo>
                    <a:pt x="108039" y="27413"/>
                  </a:lnTo>
                  <a:lnTo>
                    <a:pt x="108039" y="52599"/>
                  </a:lnTo>
                  <a:cubicBezTo>
                    <a:pt x="101875" y="59109"/>
                    <a:pt x="93057" y="62967"/>
                    <a:pt x="84325" y="62967"/>
                  </a:cubicBezTo>
                  <a:close/>
                  <a:moveTo>
                    <a:pt x="117960" y="62110"/>
                  </a:moveTo>
                  <a:lnTo>
                    <a:pt x="117960" y="857"/>
                  </a:lnTo>
                  <a:lnTo>
                    <a:pt x="139191" y="857"/>
                  </a:lnTo>
                  <a:cubicBezTo>
                    <a:pt x="152461" y="857"/>
                    <a:pt x="160679" y="7025"/>
                    <a:pt x="160679" y="16876"/>
                  </a:cubicBezTo>
                  <a:cubicBezTo>
                    <a:pt x="160679" y="22616"/>
                    <a:pt x="157597" y="27156"/>
                    <a:pt x="152204" y="29897"/>
                  </a:cubicBezTo>
                  <a:cubicBezTo>
                    <a:pt x="159566" y="32467"/>
                    <a:pt x="163761" y="37693"/>
                    <a:pt x="163761" y="45060"/>
                  </a:cubicBezTo>
                  <a:cubicBezTo>
                    <a:pt x="163761" y="55511"/>
                    <a:pt x="155029" y="62110"/>
                    <a:pt x="141160" y="62110"/>
                  </a:cubicBezTo>
                  <a:lnTo>
                    <a:pt x="117960" y="62110"/>
                  </a:lnTo>
                  <a:close/>
                  <a:moveTo>
                    <a:pt x="140989" y="51228"/>
                  </a:moveTo>
                  <a:cubicBezTo>
                    <a:pt x="148351" y="51228"/>
                    <a:pt x="152033" y="48744"/>
                    <a:pt x="152033" y="43861"/>
                  </a:cubicBezTo>
                  <a:cubicBezTo>
                    <a:pt x="152033" y="38207"/>
                    <a:pt x="148608" y="35551"/>
                    <a:pt x="140989" y="35551"/>
                  </a:cubicBezTo>
                  <a:lnTo>
                    <a:pt x="129945" y="35551"/>
                  </a:lnTo>
                  <a:lnTo>
                    <a:pt x="129945" y="51228"/>
                  </a:lnTo>
                  <a:lnTo>
                    <a:pt x="140989" y="51228"/>
                  </a:lnTo>
                  <a:close/>
                  <a:moveTo>
                    <a:pt x="139020" y="25186"/>
                  </a:moveTo>
                  <a:cubicBezTo>
                    <a:pt x="145697" y="25186"/>
                    <a:pt x="148951" y="22958"/>
                    <a:pt x="148951" y="18332"/>
                  </a:cubicBezTo>
                  <a:cubicBezTo>
                    <a:pt x="148951" y="13792"/>
                    <a:pt x="145869" y="11650"/>
                    <a:pt x="139020" y="11650"/>
                  </a:cubicBezTo>
                  <a:lnTo>
                    <a:pt x="129945" y="11650"/>
                  </a:lnTo>
                  <a:lnTo>
                    <a:pt x="129945" y="25186"/>
                  </a:lnTo>
                  <a:lnTo>
                    <a:pt x="139020" y="25186"/>
                  </a:lnTo>
                  <a:close/>
                  <a:moveTo>
                    <a:pt x="13355" y="195367"/>
                  </a:moveTo>
                  <a:lnTo>
                    <a:pt x="13355" y="141484"/>
                  </a:lnTo>
                  <a:lnTo>
                    <a:pt x="1284" y="149194"/>
                  </a:lnTo>
                  <a:lnTo>
                    <a:pt x="0" y="142855"/>
                  </a:lnTo>
                  <a:lnTo>
                    <a:pt x="14040" y="134117"/>
                  </a:lnTo>
                  <a:lnTo>
                    <a:pt x="20289" y="134117"/>
                  </a:lnTo>
                  <a:lnTo>
                    <a:pt x="20289" y="195367"/>
                  </a:lnTo>
                  <a:lnTo>
                    <a:pt x="13355" y="195367"/>
                  </a:lnTo>
                  <a:close/>
                  <a:moveTo>
                    <a:pt x="51299" y="133260"/>
                  </a:moveTo>
                  <a:cubicBezTo>
                    <a:pt x="65510" y="133260"/>
                    <a:pt x="74670" y="145767"/>
                    <a:pt x="74670" y="165042"/>
                  </a:cubicBezTo>
                  <a:cubicBezTo>
                    <a:pt x="74670" y="184145"/>
                    <a:pt x="65510" y="196224"/>
                    <a:pt x="51128" y="196224"/>
                  </a:cubicBezTo>
                  <a:cubicBezTo>
                    <a:pt x="41540" y="196224"/>
                    <a:pt x="33749" y="190999"/>
                    <a:pt x="31181" y="182946"/>
                  </a:cubicBezTo>
                  <a:lnTo>
                    <a:pt x="37345" y="180890"/>
                  </a:lnTo>
                  <a:cubicBezTo>
                    <a:pt x="39571" y="186458"/>
                    <a:pt x="44365" y="189628"/>
                    <a:pt x="50785" y="189628"/>
                  </a:cubicBezTo>
                  <a:cubicBezTo>
                    <a:pt x="61915" y="189628"/>
                    <a:pt x="68250" y="180547"/>
                    <a:pt x="68250" y="164528"/>
                  </a:cubicBezTo>
                  <a:lnTo>
                    <a:pt x="68250" y="162815"/>
                  </a:lnTo>
                  <a:cubicBezTo>
                    <a:pt x="64740" y="170096"/>
                    <a:pt x="57977" y="174294"/>
                    <a:pt x="49672" y="174294"/>
                  </a:cubicBezTo>
                  <a:cubicBezTo>
                    <a:pt x="38029" y="174294"/>
                    <a:pt x="29811" y="166070"/>
                    <a:pt x="29811" y="154505"/>
                  </a:cubicBezTo>
                  <a:cubicBezTo>
                    <a:pt x="29811" y="142255"/>
                    <a:pt x="38971" y="133260"/>
                    <a:pt x="51299" y="133260"/>
                  </a:cubicBezTo>
                  <a:close/>
                  <a:moveTo>
                    <a:pt x="50957" y="139856"/>
                  </a:moveTo>
                  <a:cubicBezTo>
                    <a:pt x="42652" y="139856"/>
                    <a:pt x="36831" y="145767"/>
                    <a:pt x="36831" y="154162"/>
                  </a:cubicBezTo>
                  <a:cubicBezTo>
                    <a:pt x="36831" y="162301"/>
                    <a:pt x="42224" y="167612"/>
                    <a:pt x="50443" y="167612"/>
                  </a:cubicBezTo>
                  <a:cubicBezTo>
                    <a:pt x="57891" y="167612"/>
                    <a:pt x="64140" y="163157"/>
                    <a:pt x="65853" y="156475"/>
                  </a:cubicBezTo>
                  <a:cubicBezTo>
                    <a:pt x="66537" y="153820"/>
                    <a:pt x="66195" y="151849"/>
                    <a:pt x="65253" y="149622"/>
                  </a:cubicBezTo>
                  <a:cubicBezTo>
                    <a:pt x="62514" y="143197"/>
                    <a:pt x="57206" y="139856"/>
                    <a:pt x="50957" y="139856"/>
                  </a:cubicBezTo>
                  <a:close/>
                  <a:moveTo>
                    <a:pt x="80891" y="203763"/>
                  </a:moveTo>
                  <a:cubicBezTo>
                    <a:pt x="84059" y="202906"/>
                    <a:pt x="84401" y="200764"/>
                    <a:pt x="84401" y="198194"/>
                  </a:cubicBezTo>
                  <a:lnTo>
                    <a:pt x="84401" y="195367"/>
                  </a:lnTo>
                  <a:lnTo>
                    <a:pt x="80891" y="195367"/>
                  </a:lnTo>
                  <a:lnTo>
                    <a:pt x="80891" y="186715"/>
                  </a:lnTo>
                  <a:lnTo>
                    <a:pt x="88682" y="186715"/>
                  </a:lnTo>
                  <a:lnTo>
                    <a:pt x="88682" y="198280"/>
                  </a:lnTo>
                  <a:cubicBezTo>
                    <a:pt x="88682" y="203506"/>
                    <a:pt x="86627" y="206418"/>
                    <a:pt x="80891" y="207446"/>
                  </a:cubicBezTo>
                  <a:lnTo>
                    <a:pt x="80891" y="203763"/>
                  </a:lnTo>
                  <a:close/>
                  <a:moveTo>
                    <a:pt x="139010" y="196224"/>
                  </a:moveTo>
                  <a:cubicBezTo>
                    <a:pt x="124457" y="196224"/>
                    <a:pt x="114441" y="183460"/>
                    <a:pt x="114441" y="164785"/>
                  </a:cubicBezTo>
                  <a:cubicBezTo>
                    <a:pt x="114441" y="146110"/>
                    <a:pt x="124457" y="133260"/>
                    <a:pt x="139010" y="133260"/>
                  </a:cubicBezTo>
                  <a:cubicBezTo>
                    <a:pt x="153650" y="133260"/>
                    <a:pt x="163495" y="145939"/>
                    <a:pt x="163495" y="164785"/>
                  </a:cubicBezTo>
                  <a:cubicBezTo>
                    <a:pt x="163495" y="183546"/>
                    <a:pt x="153564" y="196224"/>
                    <a:pt x="139010" y="196224"/>
                  </a:cubicBezTo>
                  <a:close/>
                  <a:moveTo>
                    <a:pt x="139010" y="189542"/>
                  </a:moveTo>
                  <a:cubicBezTo>
                    <a:pt x="149455" y="189542"/>
                    <a:pt x="156475" y="179605"/>
                    <a:pt x="156475" y="164785"/>
                  </a:cubicBezTo>
                  <a:cubicBezTo>
                    <a:pt x="156475" y="149793"/>
                    <a:pt x="149540" y="139942"/>
                    <a:pt x="139010" y="139942"/>
                  </a:cubicBezTo>
                  <a:cubicBezTo>
                    <a:pt x="128480" y="139942"/>
                    <a:pt x="121460" y="149793"/>
                    <a:pt x="121460" y="164785"/>
                  </a:cubicBezTo>
                  <a:cubicBezTo>
                    <a:pt x="121460" y="179605"/>
                    <a:pt x="128480" y="189542"/>
                    <a:pt x="139010" y="189542"/>
                  </a:cubicBezTo>
                  <a:close/>
                  <a:moveTo>
                    <a:pt x="170429" y="203763"/>
                  </a:moveTo>
                  <a:cubicBezTo>
                    <a:pt x="173597" y="202906"/>
                    <a:pt x="173939" y="200764"/>
                    <a:pt x="173939" y="198194"/>
                  </a:cubicBezTo>
                  <a:lnTo>
                    <a:pt x="173939" y="195367"/>
                  </a:lnTo>
                  <a:lnTo>
                    <a:pt x="170429" y="195367"/>
                  </a:lnTo>
                  <a:lnTo>
                    <a:pt x="170429" y="186715"/>
                  </a:lnTo>
                  <a:lnTo>
                    <a:pt x="178219" y="186715"/>
                  </a:lnTo>
                  <a:lnTo>
                    <a:pt x="178219" y="198280"/>
                  </a:lnTo>
                  <a:cubicBezTo>
                    <a:pt x="178219" y="203506"/>
                    <a:pt x="176165" y="206418"/>
                    <a:pt x="170429" y="207446"/>
                  </a:cubicBezTo>
                  <a:lnTo>
                    <a:pt x="170429" y="203763"/>
                  </a:lnTo>
                  <a:close/>
                  <a:moveTo>
                    <a:pt x="224021" y="196224"/>
                  </a:moveTo>
                  <a:cubicBezTo>
                    <a:pt x="212463" y="196224"/>
                    <a:pt x="203560" y="189457"/>
                    <a:pt x="201933" y="179262"/>
                  </a:cubicBezTo>
                  <a:lnTo>
                    <a:pt x="208354" y="177892"/>
                  </a:lnTo>
                  <a:cubicBezTo>
                    <a:pt x="209724" y="185602"/>
                    <a:pt x="215374" y="189799"/>
                    <a:pt x="224192" y="189799"/>
                  </a:cubicBezTo>
                  <a:cubicBezTo>
                    <a:pt x="232924" y="189799"/>
                    <a:pt x="239259" y="183460"/>
                    <a:pt x="239259" y="174893"/>
                  </a:cubicBezTo>
                  <a:cubicBezTo>
                    <a:pt x="239259" y="166498"/>
                    <a:pt x="233010" y="160587"/>
                    <a:pt x="224277" y="160587"/>
                  </a:cubicBezTo>
                  <a:cubicBezTo>
                    <a:pt x="218542" y="160587"/>
                    <a:pt x="213319" y="162815"/>
                    <a:pt x="209296" y="166927"/>
                  </a:cubicBezTo>
                  <a:lnTo>
                    <a:pt x="204416" y="164357"/>
                  </a:lnTo>
                  <a:lnTo>
                    <a:pt x="207840" y="134117"/>
                  </a:lnTo>
                  <a:lnTo>
                    <a:pt x="243111" y="134117"/>
                  </a:lnTo>
                  <a:lnTo>
                    <a:pt x="243111" y="140799"/>
                  </a:lnTo>
                  <a:lnTo>
                    <a:pt x="213662" y="140799"/>
                  </a:lnTo>
                  <a:lnTo>
                    <a:pt x="211693" y="158360"/>
                  </a:lnTo>
                  <a:cubicBezTo>
                    <a:pt x="214860" y="155961"/>
                    <a:pt x="219911" y="154334"/>
                    <a:pt x="224534" y="154334"/>
                  </a:cubicBezTo>
                  <a:cubicBezTo>
                    <a:pt x="237119" y="154334"/>
                    <a:pt x="246108" y="162900"/>
                    <a:pt x="246108" y="174893"/>
                  </a:cubicBezTo>
                  <a:cubicBezTo>
                    <a:pt x="246108" y="187401"/>
                    <a:pt x="236948" y="196224"/>
                    <a:pt x="224021" y="196224"/>
                  </a:cubicBezTo>
                  <a:close/>
                  <a:moveTo>
                    <a:pt x="279714" y="196224"/>
                  </a:moveTo>
                  <a:cubicBezTo>
                    <a:pt x="265160" y="196224"/>
                    <a:pt x="255144" y="183460"/>
                    <a:pt x="255144" y="164785"/>
                  </a:cubicBezTo>
                  <a:cubicBezTo>
                    <a:pt x="255144" y="146110"/>
                    <a:pt x="265160" y="133260"/>
                    <a:pt x="279714" y="133260"/>
                  </a:cubicBezTo>
                  <a:cubicBezTo>
                    <a:pt x="294353" y="133260"/>
                    <a:pt x="304198" y="145939"/>
                    <a:pt x="304198" y="164785"/>
                  </a:cubicBezTo>
                  <a:cubicBezTo>
                    <a:pt x="304198" y="183546"/>
                    <a:pt x="294268" y="196224"/>
                    <a:pt x="279714" y="196224"/>
                  </a:cubicBezTo>
                  <a:close/>
                  <a:moveTo>
                    <a:pt x="279714" y="189542"/>
                  </a:moveTo>
                  <a:cubicBezTo>
                    <a:pt x="290158" y="189542"/>
                    <a:pt x="297179" y="179605"/>
                    <a:pt x="297179" y="164785"/>
                  </a:cubicBezTo>
                  <a:cubicBezTo>
                    <a:pt x="297179" y="149793"/>
                    <a:pt x="290244" y="139942"/>
                    <a:pt x="279714" y="139942"/>
                  </a:cubicBezTo>
                  <a:cubicBezTo>
                    <a:pt x="269184" y="139942"/>
                    <a:pt x="262164" y="149793"/>
                    <a:pt x="262164" y="164785"/>
                  </a:cubicBezTo>
                  <a:cubicBezTo>
                    <a:pt x="262164" y="179605"/>
                    <a:pt x="269184" y="189542"/>
                    <a:pt x="279714" y="18954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2" name="Google Shape;1212;p82"/>
            <p:cNvSpPr/>
            <p:nvPr/>
          </p:nvSpPr>
          <p:spPr>
            <a:xfrm>
              <a:off x="6065806" y="1848451"/>
              <a:ext cx="307638" cy="141582"/>
            </a:xfrm>
            <a:custGeom>
              <a:rect b="b" l="l" r="r" t="t"/>
              <a:pathLst>
                <a:path extrusionOk="0" h="207446" w="450751">
                  <a:moveTo>
                    <a:pt x="28936" y="62967"/>
                  </a:moveTo>
                  <a:cubicBezTo>
                    <a:pt x="12328" y="62967"/>
                    <a:pt x="86" y="49686"/>
                    <a:pt x="86" y="31525"/>
                  </a:cubicBezTo>
                  <a:cubicBezTo>
                    <a:pt x="86" y="13278"/>
                    <a:pt x="12328" y="0"/>
                    <a:pt x="28936" y="0"/>
                  </a:cubicBezTo>
                  <a:cubicBezTo>
                    <a:pt x="40236" y="0"/>
                    <a:pt x="49739" y="6254"/>
                    <a:pt x="54448" y="16705"/>
                  </a:cubicBezTo>
                  <a:lnTo>
                    <a:pt x="44260" y="22273"/>
                  </a:lnTo>
                  <a:cubicBezTo>
                    <a:pt x="41178" y="14991"/>
                    <a:pt x="35785" y="11051"/>
                    <a:pt x="28936" y="11051"/>
                  </a:cubicBezTo>
                  <a:cubicBezTo>
                    <a:pt x="19176" y="11051"/>
                    <a:pt x="12071" y="19532"/>
                    <a:pt x="12071" y="31525"/>
                  </a:cubicBezTo>
                  <a:cubicBezTo>
                    <a:pt x="12071" y="43432"/>
                    <a:pt x="19176" y="51913"/>
                    <a:pt x="28936" y="51913"/>
                  </a:cubicBezTo>
                  <a:cubicBezTo>
                    <a:pt x="35785" y="51913"/>
                    <a:pt x="41178" y="47973"/>
                    <a:pt x="44260" y="40777"/>
                  </a:cubicBezTo>
                  <a:lnTo>
                    <a:pt x="54448" y="46259"/>
                  </a:lnTo>
                  <a:cubicBezTo>
                    <a:pt x="49739" y="56796"/>
                    <a:pt x="40322" y="62967"/>
                    <a:pt x="28936" y="62967"/>
                  </a:cubicBezTo>
                  <a:close/>
                  <a:moveTo>
                    <a:pt x="89623" y="62110"/>
                  </a:moveTo>
                  <a:lnTo>
                    <a:pt x="74299" y="24243"/>
                  </a:lnTo>
                  <a:lnTo>
                    <a:pt x="74299" y="62110"/>
                  </a:lnTo>
                  <a:lnTo>
                    <a:pt x="62400" y="62110"/>
                  </a:lnTo>
                  <a:lnTo>
                    <a:pt x="62400" y="857"/>
                  </a:lnTo>
                  <a:lnTo>
                    <a:pt x="75840" y="857"/>
                  </a:lnTo>
                  <a:lnTo>
                    <a:pt x="92620" y="42661"/>
                  </a:lnTo>
                  <a:lnTo>
                    <a:pt x="109399" y="857"/>
                  </a:lnTo>
                  <a:lnTo>
                    <a:pt x="122754" y="857"/>
                  </a:lnTo>
                  <a:lnTo>
                    <a:pt x="122754" y="62110"/>
                  </a:lnTo>
                  <a:lnTo>
                    <a:pt x="111026" y="62110"/>
                  </a:lnTo>
                  <a:lnTo>
                    <a:pt x="111026" y="24158"/>
                  </a:lnTo>
                  <a:lnTo>
                    <a:pt x="95702" y="62110"/>
                  </a:lnTo>
                  <a:lnTo>
                    <a:pt x="89623" y="62110"/>
                  </a:lnTo>
                  <a:close/>
                  <a:moveTo>
                    <a:pt x="149179" y="62110"/>
                  </a:moveTo>
                  <a:lnTo>
                    <a:pt x="149179" y="34951"/>
                  </a:lnTo>
                  <a:lnTo>
                    <a:pt x="126749" y="857"/>
                  </a:lnTo>
                  <a:lnTo>
                    <a:pt x="140361" y="857"/>
                  </a:lnTo>
                  <a:lnTo>
                    <a:pt x="155172" y="24586"/>
                  </a:lnTo>
                  <a:lnTo>
                    <a:pt x="169896" y="857"/>
                  </a:lnTo>
                  <a:lnTo>
                    <a:pt x="183508" y="857"/>
                  </a:lnTo>
                  <a:lnTo>
                    <a:pt x="161250" y="34694"/>
                  </a:lnTo>
                  <a:lnTo>
                    <a:pt x="161250" y="62110"/>
                  </a:lnTo>
                  <a:lnTo>
                    <a:pt x="149179" y="62110"/>
                  </a:lnTo>
                  <a:close/>
                  <a:moveTo>
                    <a:pt x="187551" y="62110"/>
                  </a:moveTo>
                  <a:lnTo>
                    <a:pt x="187551" y="857"/>
                  </a:lnTo>
                  <a:lnTo>
                    <a:pt x="199536" y="857"/>
                  </a:lnTo>
                  <a:lnTo>
                    <a:pt x="199536" y="25957"/>
                  </a:lnTo>
                  <a:lnTo>
                    <a:pt x="221281" y="857"/>
                  </a:lnTo>
                  <a:lnTo>
                    <a:pt x="236862" y="857"/>
                  </a:lnTo>
                  <a:lnTo>
                    <a:pt x="213405" y="26471"/>
                  </a:lnTo>
                  <a:lnTo>
                    <a:pt x="237718" y="62110"/>
                  </a:lnTo>
                  <a:lnTo>
                    <a:pt x="223592" y="62110"/>
                  </a:lnTo>
                  <a:lnTo>
                    <a:pt x="205529" y="35123"/>
                  </a:lnTo>
                  <a:lnTo>
                    <a:pt x="199536" y="41633"/>
                  </a:lnTo>
                  <a:lnTo>
                    <a:pt x="199536" y="62110"/>
                  </a:lnTo>
                  <a:lnTo>
                    <a:pt x="187551" y="62110"/>
                  </a:lnTo>
                  <a:close/>
                  <a:moveTo>
                    <a:pt x="21488" y="133260"/>
                  </a:moveTo>
                  <a:cubicBezTo>
                    <a:pt x="35699" y="133260"/>
                    <a:pt x="44859" y="145767"/>
                    <a:pt x="44859" y="165042"/>
                  </a:cubicBezTo>
                  <a:cubicBezTo>
                    <a:pt x="44859" y="184145"/>
                    <a:pt x="35699" y="196224"/>
                    <a:pt x="21317" y="196224"/>
                  </a:cubicBezTo>
                  <a:cubicBezTo>
                    <a:pt x="11728" y="196224"/>
                    <a:pt x="3938" y="190999"/>
                    <a:pt x="1370" y="182946"/>
                  </a:cubicBezTo>
                  <a:lnTo>
                    <a:pt x="7534" y="180890"/>
                  </a:lnTo>
                  <a:cubicBezTo>
                    <a:pt x="9759" y="186458"/>
                    <a:pt x="14554" y="189628"/>
                    <a:pt x="20974" y="189628"/>
                  </a:cubicBezTo>
                  <a:cubicBezTo>
                    <a:pt x="32103" y="189628"/>
                    <a:pt x="38438" y="180547"/>
                    <a:pt x="38438" y="164528"/>
                  </a:cubicBezTo>
                  <a:lnTo>
                    <a:pt x="38438" y="162815"/>
                  </a:lnTo>
                  <a:cubicBezTo>
                    <a:pt x="34929" y="170096"/>
                    <a:pt x="28165" y="174294"/>
                    <a:pt x="19861" y="174294"/>
                  </a:cubicBezTo>
                  <a:cubicBezTo>
                    <a:pt x="8218" y="174294"/>
                    <a:pt x="0" y="166070"/>
                    <a:pt x="0" y="154505"/>
                  </a:cubicBezTo>
                  <a:cubicBezTo>
                    <a:pt x="0" y="142255"/>
                    <a:pt x="9160" y="133260"/>
                    <a:pt x="21488" y="133260"/>
                  </a:cubicBezTo>
                  <a:close/>
                  <a:moveTo>
                    <a:pt x="21145" y="139856"/>
                  </a:moveTo>
                  <a:cubicBezTo>
                    <a:pt x="12841" y="139856"/>
                    <a:pt x="7020" y="145767"/>
                    <a:pt x="7020" y="154162"/>
                  </a:cubicBezTo>
                  <a:cubicBezTo>
                    <a:pt x="7020" y="162301"/>
                    <a:pt x="12413" y="167612"/>
                    <a:pt x="20632" y="167612"/>
                  </a:cubicBezTo>
                  <a:cubicBezTo>
                    <a:pt x="28080" y="167612"/>
                    <a:pt x="34329" y="163157"/>
                    <a:pt x="36042" y="156475"/>
                  </a:cubicBezTo>
                  <a:cubicBezTo>
                    <a:pt x="36726" y="153820"/>
                    <a:pt x="36384" y="151849"/>
                    <a:pt x="35442" y="149622"/>
                  </a:cubicBezTo>
                  <a:cubicBezTo>
                    <a:pt x="32703" y="143197"/>
                    <a:pt x="27395" y="139856"/>
                    <a:pt x="21145" y="139856"/>
                  </a:cubicBezTo>
                  <a:close/>
                  <a:moveTo>
                    <a:pt x="51556" y="180205"/>
                  </a:moveTo>
                  <a:lnTo>
                    <a:pt x="51556" y="174636"/>
                  </a:lnTo>
                  <a:lnTo>
                    <a:pt x="79892" y="134117"/>
                  </a:lnTo>
                  <a:lnTo>
                    <a:pt x="89737" y="134117"/>
                  </a:lnTo>
                  <a:lnTo>
                    <a:pt x="89737" y="173951"/>
                  </a:lnTo>
                  <a:lnTo>
                    <a:pt x="98898" y="173951"/>
                  </a:lnTo>
                  <a:lnTo>
                    <a:pt x="98898" y="180205"/>
                  </a:lnTo>
                  <a:lnTo>
                    <a:pt x="89737" y="180205"/>
                  </a:lnTo>
                  <a:lnTo>
                    <a:pt x="89737" y="195367"/>
                  </a:lnTo>
                  <a:lnTo>
                    <a:pt x="82974" y="195367"/>
                  </a:lnTo>
                  <a:lnTo>
                    <a:pt x="82974" y="180205"/>
                  </a:lnTo>
                  <a:lnTo>
                    <a:pt x="51556" y="180205"/>
                  </a:lnTo>
                  <a:close/>
                  <a:moveTo>
                    <a:pt x="59774" y="173951"/>
                  </a:moveTo>
                  <a:lnTo>
                    <a:pt x="82974" y="173951"/>
                  </a:lnTo>
                  <a:lnTo>
                    <a:pt x="82974" y="140627"/>
                  </a:lnTo>
                  <a:lnTo>
                    <a:pt x="59774" y="173951"/>
                  </a:lnTo>
                  <a:close/>
                  <a:moveTo>
                    <a:pt x="105509" y="203763"/>
                  </a:moveTo>
                  <a:cubicBezTo>
                    <a:pt x="108676" y="202906"/>
                    <a:pt x="109019" y="200764"/>
                    <a:pt x="109019" y="198194"/>
                  </a:cubicBezTo>
                  <a:lnTo>
                    <a:pt x="109019" y="195367"/>
                  </a:lnTo>
                  <a:lnTo>
                    <a:pt x="105509" y="195367"/>
                  </a:lnTo>
                  <a:lnTo>
                    <a:pt x="105509" y="186715"/>
                  </a:lnTo>
                  <a:lnTo>
                    <a:pt x="113299" y="186715"/>
                  </a:lnTo>
                  <a:lnTo>
                    <a:pt x="113299" y="198280"/>
                  </a:lnTo>
                  <a:cubicBezTo>
                    <a:pt x="113299" y="203506"/>
                    <a:pt x="111244" y="206418"/>
                    <a:pt x="105509" y="207446"/>
                  </a:cubicBezTo>
                  <a:lnTo>
                    <a:pt x="105509" y="203763"/>
                  </a:lnTo>
                  <a:close/>
                  <a:moveTo>
                    <a:pt x="159347" y="133260"/>
                  </a:moveTo>
                  <a:cubicBezTo>
                    <a:pt x="173559" y="133260"/>
                    <a:pt x="182719" y="145767"/>
                    <a:pt x="182719" y="165042"/>
                  </a:cubicBezTo>
                  <a:cubicBezTo>
                    <a:pt x="182719" y="184145"/>
                    <a:pt x="173559" y="196224"/>
                    <a:pt x="159176" y="196224"/>
                  </a:cubicBezTo>
                  <a:cubicBezTo>
                    <a:pt x="149588" y="196224"/>
                    <a:pt x="141797" y="190999"/>
                    <a:pt x="139229" y="182946"/>
                  </a:cubicBezTo>
                  <a:lnTo>
                    <a:pt x="145393" y="180890"/>
                  </a:lnTo>
                  <a:cubicBezTo>
                    <a:pt x="147619" y="186458"/>
                    <a:pt x="152413" y="189628"/>
                    <a:pt x="158834" y="189628"/>
                  </a:cubicBezTo>
                  <a:cubicBezTo>
                    <a:pt x="169963" y="189628"/>
                    <a:pt x="176298" y="180547"/>
                    <a:pt x="176298" y="164528"/>
                  </a:cubicBezTo>
                  <a:lnTo>
                    <a:pt x="176298" y="162815"/>
                  </a:lnTo>
                  <a:cubicBezTo>
                    <a:pt x="172788" y="170096"/>
                    <a:pt x="166025" y="174294"/>
                    <a:pt x="157721" y="174294"/>
                  </a:cubicBezTo>
                  <a:cubicBezTo>
                    <a:pt x="146078" y="174294"/>
                    <a:pt x="137859" y="166070"/>
                    <a:pt x="137859" y="154505"/>
                  </a:cubicBezTo>
                  <a:cubicBezTo>
                    <a:pt x="137859" y="142255"/>
                    <a:pt x="147020" y="133260"/>
                    <a:pt x="159347" y="133260"/>
                  </a:cubicBezTo>
                  <a:close/>
                  <a:moveTo>
                    <a:pt x="159005" y="139856"/>
                  </a:moveTo>
                  <a:cubicBezTo>
                    <a:pt x="150701" y="139856"/>
                    <a:pt x="144879" y="145767"/>
                    <a:pt x="144879" y="154162"/>
                  </a:cubicBezTo>
                  <a:cubicBezTo>
                    <a:pt x="144879" y="162301"/>
                    <a:pt x="150273" y="167612"/>
                    <a:pt x="158491" y="167612"/>
                  </a:cubicBezTo>
                  <a:cubicBezTo>
                    <a:pt x="165939" y="167612"/>
                    <a:pt x="172189" y="163157"/>
                    <a:pt x="173901" y="156475"/>
                  </a:cubicBezTo>
                  <a:cubicBezTo>
                    <a:pt x="174586" y="153820"/>
                    <a:pt x="174243" y="151849"/>
                    <a:pt x="173302" y="149622"/>
                  </a:cubicBezTo>
                  <a:cubicBezTo>
                    <a:pt x="170562" y="143197"/>
                    <a:pt x="165254" y="139856"/>
                    <a:pt x="159005" y="139856"/>
                  </a:cubicBezTo>
                  <a:close/>
                  <a:moveTo>
                    <a:pt x="211446" y="196224"/>
                  </a:moveTo>
                  <a:cubicBezTo>
                    <a:pt x="199888" y="196224"/>
                    <a:pt x="189958" y="188600"/>
                    <a:pt x="188930" y="178920"/>
                  </a:cubicBezTo>
                  <a:lnTo>
                    <a:pt x="195436" y="177635"/>
                  </a:lnTo>
                  <a:cubicBezTo>
                    <a:pt x="197063" y="185088"/>
                    <a:pt x="202970" y="189542"/>
                    <a:pt x="211360" y="189542"/>
                  </a:cubicBezTo>
                  <a:cubicBezTo>
                    <a:pt x="220178" y="189542"/>
                    <a:pt x="226170" y="185259"/>
                    <a:pt x="226170" y="178920"/>
                  </a:cubicBezTo>
                  <a:cubicBezTo>
                    <a:pt x="226170" y="171895"/>
                    <a:pt x="220777" y="167869"/>
                    <a:pt x="211189" y="167869"/>
                  </a:cubicBezTo>
                  <a:lnTo>
                    <a:pt x="205795" y="167869"/>
                  </a:lnTo>
                  <a:lnTo>
                    <a:pt x="205795" y="161787"/>
                  </a:lnTo>
                  <a:lnTo>
                    <a:pt x="209904" y="161787"/>
                  </a:lnTo>
                  <a:cubicBezTo>
                    <a:pt x="218294" y="161787"/>
                    <a:pt x="224287" y="157075"/>
                    <a:pt x="224287" y="150479"/>
                  </a:cubicBezTo>
                  <a:cubicBezTo>
                    <a:pt x="224287" y="144140"/>
                    <a:pt x="219236" y="140028"/>
                    <a:pt x="211531" y="140028"/>
                  </a:cubicBezTo>
                  <a:cubicBezTo>
                    <a:pt x="203056" y="140028"/>
                    <a:pt x="196977" y="145082"/>
                    <a:pt x="197234" y="152021"/>
                  </a:cubicBezTo>
                  <a:lnTo>
                    <a:pt x="190642" y="151421"/>
                  </a:lnTo>
                  <a:cubicBezTo>
                    <a:pt x="190642" y="140713"/>
                    <a:pt x="199118" y="133346"/>
                    <a:pt x="211446" y="133346"/>
                  </a:cubicBezTo>
                  <a:cubicBezTo>
                    <a:pt x="222917" y="133346"/>
                    <a:pt x="231135" y="140199"/>
                    <a:pt x="231135" y="149879"/>
                  </a:cubicBezTo>
                  <a:cubicBezTo>
                    <a:pt x="231135" y="156304"/>
                    <a:pt x="227283" y="161615"/>
                    <a:pt x="220691" y="164357"/>
                  </a:cubicBezTo>
                  <a:cubicBezTo>
                    <a:pt x="228567" y="166584"/>
                    <a:pt x="233104" y="171981"/>
                    <a:pt x="233104" y="179348"/>
                  </a:cubicBezTo>
                  <a:cubicBezTo>
                    <a:pt x="233104" y="189200"/>
                    <a:pt x="224116" y="196224"/>
                    <a:pt x="211446" y="196224"/>
                  </a:cubicBezTo>
                  <a:close/>
                  <a:moveTo>
                    <a:pt x="240362" y="203763"/>
                  </a:moveTo>
                  <a:cubicBezTo>
                    <a:pt x="243530" y="202906"/>
                    <a:pt x="243872" y="200764"/>
                    <a:pt x="243872" y="198194"/>
                  </a:cubicBezTo>
                  <a:lnTo>
                    <a:pt x="243872" y="195367"/>
                  </a:lnTo>
                  <a:lnTo>
                    <a:pt x="240362" y="195367"/>
                  </a:lnTo>
                  <a:lnTo>
                    <a:pt x="240362" y="186715"/>
                  </a:lnTo>
                  <a:lnTo>
                    <a:pt x="248153" y="186715"/>
                  </a:lnTo>
                  <a:lnTo>
                    <a:pt x="248153" y="198280"/>
                  </a:lnTo>
                  <a:cubicBezTo>
                    <a:pt x="248153" y="203506"/>
                    <a:pt x="246098" y="206418"/>
                    <a:pt x="240362" y="207446"/>
                  </a:cubicBezTo>
                  <a:lnTo>
                    <a:pt x="240362" y="203763"/>
                  </a:lnTo>
                  <a:close/>
                  <a:moveTo>
                    <a:pt x="298482" y="196224"/>
                  </a:moveTo>
                  <a:cubicBezTo>
                    <a:pt x="283928" y="196224"/>
                    <a:pt x="273912" y="183460"/>
                    <a:pt x="273912" y="164785"/>
                  </a:cubicBezTo>
                  <a:cubicBezTo>
                    <a:pt x="273912" y="146110"/>
                    <a:pt x="283928" y="133260"/>
                    <a:pt x="298482" y="133260"/>
                  </a:cubicBezTo>
                  <a:cubicBezTo>
                    <a:pt x="313121" y="133260"/>
                    <a:pt x="322966" y="145939"/>
                    <a:pt x="322966" y="164785"/>
                  </a:cubicBezTo>
                  <a:cubicBezTo>
                    <a:pt x="322966" y="183546"/>
                    <a:pt x="313035" y="196224"/>
                    <a:pt x="298482" y="196224"/>
                  </a:cubicBezTo>
                  <a:close/>
                  <a:moveTo>
                    <a:pt x="298482" y="189542"/>
                  </a:moveTo>
                  <a:cubicBezTo>
                    <a:pt x="308926" y="189542"/>
                    <a:pt x="315946" y="179605"/>
                    <a:pt x="315946" y="164785"/>
                  </a:cubicBezTo>
                  <a:cubicBezTo>
                    <a:pt x="315946" y="149793"/>
                    <a:pt x="309012" y="139942"/>
                    <a:pt x="298482" y="139942"/>
                  </a:cubicBezTo>
                  <a:cubicBezTo>
                    <a:pt x="287952" y="139942"/>
                    <a:pt x="280932" y="149793"/>
                    <a:pt x="280932" y="164785"/>
                  </a:cubicBezTo>
                  <a:cubicBezTo>
                    <a:pt x="280932" y="179605"/>
                    <a:pt x="287952" y="189542"/>
                    <a:pt x="298482" y="189542"/>
                  </a:cubicBezTo>
                  <a:close/>
                  <a:moveTo>
                    <a:pt x="329900" y="203763"/>
                  </a:moveTo>
                  <a:cubicBezTo>
                    <a:pt x="333068" y="202906"/>
                    <a:pt x="333410" y="200764"/>
                    <a:pt x="333410" y="198194"/>
                  </a:cubicBezTo>
                  <a:lnTo>
                    <a:pt x="333410" y="195367"/>
                  </a:lnTo>
                  <a:lnTo>
                    <a:pt x="329900" y="195367"/>
                  </a:lnTo>
                  <a:lnTo>
                    <a:pt x="329900" y="186715"/>
                  </a:lnTo>
                  <a:lnTo>
                    <a:pt x="337690" y="186715"/>
                  </a:lnTo>
                  <a:lnTo>
                    <a:pt x="337690" y="198280"/>
                  </a:lnTo>
                  <a:cubicBezTo>
                    <a:pt x="337690" y="203506"/>
                    <a:pt x="335636" y="206418"/>
                    <a:pt x="329900" y="207446"/>
                  </a:cubicBezTo>
                  <a:lnTo>
                    <a:pt x="329900" y="203763"/>
                  </a:lnTo>
                  <a:close/>
                  <a:moveTo>
                    <a:pt x="370679" y="195367"/>
                  </a:moveTo>
                  <a:lnTo>
                    <a:pt x="392595" y="140799"/>
                  </a:lnTo>
                  <a:lnTo>
                    <a:pt x="359892" y="140799"/>
                  </a:lnTo>
                  <a:lnTo>
                    <a:pt x="359892" y="134117"/>
                  </a:lnTo>
                  <a:lnTo>
                    <a:pt x="399872" y="134117"/>
                  </a:lnTo>
                  <a:lnTo>
                    <a:pt x="399872" y="139942"/>
                  </a:lnTo>
                  <a:lnTo>
                    <a:pt x="377870" y="195367"/>
                  </a:lnTo>
                  <a:lnTo>
                    <a:pt x="370679" y="195367"/>
                  </a:lnTo>
                  <a:close/>
                  <a:moveTo>
                    <a:pt x="427381" y="133260"/>
                  </a:moveTo>
                  <a:cubicBezTo>
                    <a:pt x="441592" y="133260"/>
                    <a:pt x="450752" y="145767"/>
                    <a:pt x="450752" y="165042"/>
                  </a:cubicBezTo>
                  <a:cubicBezTo>
                    <a:pt x="450752" y="184145"/>
                    <a:pt x="441592" y="196224"/>
                    <a:pt x="427209" y="196224"/>
                  </a:cubicBezTo>
                  <a:cubicBezTo>
                    <a:pt x="417621" y="196224"/>
                    <a:pt x="409831" y="190999"/>
                    <a:pt x="407263" y="182946"/>
                  </a:cubicBezTo>
                  <a:lnTo>
                    <a:pt x="413426" y="180890"/>
                  </a:lnTo>
                  <a:cubicBezTo>
                    <a:pt x="415652" y="186458"/>
                    <a:pt x="420446" y="189628"/>
                    <a:pt x="426867" y="189628"/>
                  </a:cubicBezTo>
                  <a:cubicBezTo>
                    <a:pt x="437996" y="189628"/>
                    <a:pt x="444331" y="180547"/>
                    <a:pt x="444331" y="164528"/>
                  </a:cubicBezTo>
                  <a:lnTo>
                    <a:pt x="444331" y="162815"/>
                  </a:lnTo>
                  <a:cubicBezTo>
                    <a:pt x="440821" y="170096"/>
                    <a:pt x="434058" y="174294"/>
                    <a:pt x="425754" y="174294"/>
                  </a:cubicBezTo>
                  <a:cubicBezTo>
                    <a:pt x="414111" y="174294"/>
                    <a:pt x="405893" y="166070"/>
                    <a:pt x="405893" y="154505"/>
                  </a:cubicBezTo>
                  <a:cubicBezTo>
                    <a:pt x="405893" y="142255"/>
                    <a:pt x="415053" y="133260"/>
                    <a:pt x="427381" y="133260"/>
                  </a:cubicBezTo>
                  <a:close/>
                  <a:moveTo>
                    <a:pt x="427038" y="139856"/>
                  </a:moveTo>
                  <a:cubicBezTo>
                    <a:pt x="418734" y="139856"/>
                    <a:pt x="412913" y="145767"/>
                    <a:pt x="412913" y="154162"/>
                  </a:cubicBezTo>
                  <a:cubicBezTo>
                    <a:pt x="412913" y="162301"/>
                    <a:pt x="418306" y="167612"/>
                    <a:pt x="426525" y="167612"/>
                  </a:cubicBezTo>
                  <a:cubicBezTo>
                    <a:pt x="433973" y="167612"/>
                    <a:pt x="440222" y="163157"/>
                    <a:pt x="441934" y="156475"/>
                  </a:cubicBezTo>
                  <a:cubicBezTo>
                    <a:pt x="442619" y="153820"/>
                    <a:pt x="442277" y="151849"/>
                    <a:pt x="441335" y="149622"/>
                  </a:cubicBezTo>
                  <a:cubicBezTo>
                    <a:pt x="438595" y="143197"/>
                    <a:pt x="433288" y="139856"/>
                    <a:pt x="427038" y="13985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3" name="Google Shape;1213;p82"/>
            <p:cNvSpPr/>
            <p:nvPr/>
          </p:nvSpPr>
          <p:spPr>
            <a:xfrm>
              <a:off x="6487905" y="1849036"/>
              <a:ext cx="217087" cy="133338"/>
            </a:xfrm>
            <a:custGeom>
              <a:rect b="b" l="l" r="r" t="t"/>
              <a:pathLst>
                <a:path extrusionOk="0" h="195367" w="318076">
                  <a:moveTo>
                    <a:pt x="1455" y="61254"/>
                  </a:moveTo>
                  <a:lnTo>
                    <a:pt x="1455" y="0"/>
                  </a:lnTo>
                  <a:lnTo>
                    <a:pt x="20375" y="0"/>
                  </a:lnTo>
                  <a:cubicBezTo>
                    <a:pt x="35271" y="0"/>
                    <a:pt x="44859" y="7967"/>
                    <a:pt x="44859" y="20474"/>
                  </a:cubicBezTo>
                  <a:cubicBezTo>
                    <a:pt x="44859" y="33067"/>
                    <a:pt x="35356" y="41034"/>
                    <a:pt x="20375" y="41034"/>
                  </a:cubicBezTo>
                  <a:lnTo>
                    <a:pt x="13441" y="41034"/>
                  </a:lnTo>
                  <a:lnTo>
                    <a:pt x="13441" y="61254"/>
                  </a:lnTo>
                  <a:lnTo>
                    <a:pt x="1455" y="61254"/>
                  </a:lnTo>
                  <a:close/>
                  <a:moveTo>
                    <a:pt x="20375" y="30240"/>
                  </a:moveTo>
                  <a:cubicBezTo>
                    <a:pt x="28765" y="30240"/>
                    <a:pt x="32874" y="27070"/>
                    <a:pt x="32874" y="20474"/>
                  </a:cubicBezTo>
                  <a:cubicBezTo>
                    <a:pt x="32874" y="14049"/>
                    <a:pt x="28679" y="10794"/>
                    <a:pt x="20375" y="10794"/>
                  </a:cubicBezTo>
                  <a:lnTo>
                    <a:pt x="13441" y="10794"/>
                  </a:lnTo>
                  <a:lnTo>
                    <a:pt x="13441" y="30240"/>
                  </a:lnTo>
                  <a:lnTo>
                    <a:pt x="20375" y="30240"/>
                  </a:lnTo>
                  <a:close/>
                  <a:moveTo>
                    <a:pt x="68240" y="62110"/>
                  </a:moveTo>
                  <a:cubicBezTo>
                    <a:pt x="57368" y="62110"/>
                    <a:pt x="49492" y="52599"/>
                    <a:pt x="49492" y="39406"/>
                  </a:cubicBezTo>
                  <a:cubicBezTo>
                    <a:pt x="49492" y="26385"/>
                    <a:pt x="57368" y="16962"/>
                    <a:pt x="68240" y="16962"/>
                  </a:cubicBezTo>
                  <a:cubicBezTo>
                    <a:pt x="73120" y="16962"/>
                    <a:pt x="77315" y="19103"/>
                    <a:pt x="80482" y="22701"/>
                  </a:cubicBezTo>
                  <a:lnTo>
                    <a:pt x="80482" y="17818"/>
                  </a:lnTo>
                  <a:lnTo>
                    <a:pt x="91954" y="17818"/>
                  </a:lnTo>
                  <a:lnTo>
                    <a:pt x="91954" y="61254"/>
                  </a:lnTo>
                  <a:lnTo>
                    <a:pt x="81595" y="61254"/>
                  </a:lnTo>
                  <a:lnTo>
                    <a:pt x="81167" y="55597"/>
                  </a:lnTo>
                  <a:cubicBezTo>
                    <a:pt x="77914" y="59709"/>
                    <a:pt x="73462" y="62110"/>
                    <a:pt x="68240" y="62110"/>
                  </a:cubicBezTo>
                  <a:close/>
                  <a:moveTo>
                    <a:pt x="70723" y="51828"/>
                  </a:moveTo>
                  <a:cubicBezTo>
                    <a:pt x="76459" y="51828"/>
                    <a:pt x="80482" y="46688"/>
                    <a:pt x="80482" y="39406"/>
                  </a:cubicBezTo>
                  <a:cubicBezTo>
                    <a:pt x="80482" y="32296"/>
                    <a:pt x="76459" y="27242"/>
                    <a:pt x="70723" y="27242"/>
                  </a:cubicBezTo>
                  <a:cubicBezTo>
                    <a:pt x="64987" y="27242"/>
                    <a:pt x="60963" y="32296"/>
                    <a:pt x="60963" y="39406"/>
                  </a:cubicBezTo>
                  <a:cubicBezTo>
                    <a:pt x="60963" y="46688"/>
                    <a:pt x="64987" y="51828"/>
                    <a:pt x="70723" y="51828"/>
                  </a:cubicBezTo>
                  <a:close/>
                  <a:moveTo>
                    <a:pt x="101771" y="61254"/>
                  </a:moveTo>
                  <a:lnTo>
                    <a:pt x="101771" y="17818"/>
                  </a:lnTo>
                  <a:lnTo>
                    <a:pt x="111958" y="17818"/>
                  </a:lnTo>
                  <a:lnTo>
                    <a:pt x="112215" y="24243"/>
                  </a:lnTo>
                  <a:cubicBezTo>
                    <a:pt x="114783" y="19874"/>
                    <a:pt x="120091" y="16962"/>
                    <a:pt x="125655" y="16962"/>
                  </a:cubicBezTo>
                  <a:cubicBezTo>
                    <a:pt x="134901" y="16962"/>
                    <a:pt x="140123" y="23130"/>
                    <a:pt x="140123" y="33924"/>
                  </a:cubicBezTo>
                  <a:lnTo>
                    <a:pt x="140123" y="61254"/>
                  </a:lnTo>
                  <a:lnTo>
                    <a:pt x="128652" y="61254"/>
                  </a:lnTo>
                  <a:lnTo>
                    <a:pt x="128652" y="36322"/>
                  </a:lnTo>
                  <a:cubicBezTo>
                    <a:pt x="128652" y="30497"/>
                    <a:pt x="126255" y="27242"/>
                    <a:pt x="121632" y="27242"/>
                  </a:cubicBezTo>
                  <a:cubicBezTo>
                    <a:pt x="117180" y="27242"/>
                    <a:pt x="114269" y="30583"/>
                    <a:pt x="113584" y="35980"/>
                  </a:cubicBezTo>
                  <a:cubicBezTo>
                    <a:pt x="113328" y="37436"/>
                    <a:pt x="113242" y="39834"/>
                    <a:pt x="113242" y="44546"/>
                  </a:cubicBezTo>
                  <a:lnTo>
                    <a:pt x="113242" y="61254"/>
                  </a:lnTo>
                  <a:lnTo>
                    <a:pt x="101771" y="61254"/>
                  </a:lnTo>
                  <a:close/>
                  <a:moveTo>
                    <a:pt x="167623" y="62196"/>
                  </a:moveTo>
                  <a:cubicBezTo>
                    <a:pt x="157179" y="62196"/>
                    <a:pt x="151785" y="56196"/>
                    <a:pt x="151785" y="44546"/>
                  </a:cubicBezTo>
                  <a:lnTo>
                    <a:pt x="151785" y="28098"/>
                  </a:lnTo>
                  <a:lnTo>
                    <a:pt x="145108" y="28098"/>
                  </a:lnTo>
                  <a:lnTo>
                    <a:pt x="145108" y="17818"/>
                  </a:lnTo>
                  <a:lnTo>
                    <a:pt x="151785" y="17818"/>
                  </a:lnTo>
                  <a:lnTo>
                    <a:pt x="151785" y="4969"/>
                  </a:lnTo>
                  <a:lnTo>
                    <a:pt x="163257" y="4969"/>
                  </a:lnTo>
                  <a:lnTo>
                    <a:pt x="163257" y="17818"/>
                  </a:lnTo>
                  <a:lnTo>
                    <a:pt x="174814" y="17818"/>
                  </a:lnTo>
                  <a:lnTo>
                    <a:pt x="174814" y="28098"/>
                  </a:lnTo>
                  <a:lnTo>
                    <a:pt x="163257" y="28098"/>
                  </a:lnTo>
                  <a:lnTo>
                    <a:pt x="163257" y="44717"/>
                  </a:lnTo>
                  <a:cubicBezTo>
                    <a:pt x="163257" y="49343"/>
                    <a:pt x="165312" y="51828"/>
                    <a:pt x="169164" y="51828"/>
                  </a:cubicBezTo>
                  <a:cubicBezTo>
                    <a:pt x="170876" y="51828"/>
                    <a:pt x="172759" y="51485"/>
                    <a:pt x="174900" y="50628"/>
                  </a:cubicBezTo>
                  <a:lnTo>
                    <a:pt x="176355" y="60740"/>
                  </a:lnTo>
                  <a:cubicBezTo>
                    <a:pt x="173701" y="61682"/>
                    <a:pt x="170790" y="62196"/>
                    <a:pt x="167623" y="62196"/>
                  </a:cubicBezTo>
                  <a:close/>
                  <a:moveTo>
                    <a:pt x="201305" y="62110"/>
                  </a:moveTo>
                  <a:cubicBezTo>
                    <a:pt x="188978" y="62110"/>
                    <a:pt x="180074" y="52684"/>
                    <a:pt x="180074" y="39492"/>
                  </a:cubicBezTo>
                  <a:cubicBezTo>
                    <a:pt x="180074" y="26471"/>
                    <a:pt x="188978" y="16962"/>
                    <a:pt x="201305" y="16962"/>
                  </a:cubicBezTo>
                  <a:cubicBezTo>
                    <a:pt x="213633" y="16962"/>
                    <a:pt x="222537" y="26471"/>
                    <a:pt x="222537" y="39492"/>
                  </a:cubicBezTo>
                  <a:cubicBezTo>
                    <a:pt x="222537" y="52684"/>
                    <a:pt x="213633" y="62110"/>
                    <a:pt x="201305" y="62110"/>
                  </a:cubicBezTo>
                  <a:close/>
                  <a:moveTo>
                    <a:pt x="201305" y="51828"/>
                  </a:moveTo>
                  <a:cubicBezTo>
                    <a:pt x="207041" y="51828"/>
                    <a:pt x="211065" y="46773"/>
                    <a:pt x="211065" y="39492"/>
                  </a:cubicBezTo>
                  <a:cubicBezTo>
                    <a:pt x="211065" y="32210"/>
                    <a:pt x="207127" y="27242"/>
                    <a:pt x="201305" y="27242"/>
                  </a:cubicBezTo>
                  <a:cubicBezTo>
                    <a:pt x="195484" y="27242"/>
                    <a:pt x="191546" y="32210"/>
                    <a:pt x="191546" y="39492"/>
                  </a:cubicBezTo>
                  <a:cubicBezTo>
                    <a:pt x="191546" y="46773"/>
                    <a:pt x="195570" y="51828"/>
                    <a:pt x="201305" y="51828"/>
                  </a:cubicBezTo>
                  <a:close/>
                  <a:moveTo>
                    <a:pt x="230270" y="61254"/>
                  </a:moveTo>
                  <a:lnTo>
                    <a:pt x="230270" y="17818"/>
                  </a:lnTo>
                  <a:lnTo>
                    <a:pt x="240457" y="17818"/>
                  </a:lnTo>
                  <a:lnTo>
                    <a:pt x="240714" y="24243"/>
                  </a:lnTo>
                  <a:cubicBezTo>
                    <a:pt x="243283" y="19874"/>
                    <a:pt x="248590" y="16962"/>
                    <a:pt x="254155" y="16962"/>
                  </a:cubicBezTo>
                  <a:cubicBezTo>
                    <a:pt x="263401" y="16962"/>
                    <a:pt x="268623" y="23130"/>
                    <a:pt x="268623" y="33924"/>
                  </a:cubicBezTo>
                  <a:lnTo>
                    <a:pt x="268623" y="61254"/>
                  </a:lnTo>
                  <a:lnTo>
                    <a:pt x="257151" y="61254"/>
                  </a:lnTo>
                  <a:lnTo>
                    <a:pt x="257151" y="36322"/>
                  </a:lnTo>
                  <a:cubicBezTo>
                    <a:pt x="257151" y="30497"/>
                    <a:pt x="254754" y="27242"/>
                    <a:pt x="250131" y="27242"/>
                  </a:cubicBezTo>
                  <a:cubicBezTo>
                    <a:pt x="245680" y="27242"/>
                    <a:pt x="242769" y="30583"/>
                    <a:pt x="242084" y="35980"/>
                  </a:cubicBezTo>
                  <a:cubicBezTo>
                    <a:pt x="241827" y="37436"/>
                    <a:pt x="241742" y="39834"/>
                    <a:pt x="241742" y="44546"/>
                  </a:cubicBezTo>
                  <a:lnTo>
                    <a:pt x="241742" y="61254"/>
                  </a:lnTo>
                  <a:lnTo>
                    <a:pt x="230270" y="61254"/>
                  </a:lnTo>
                  <a:close/>
                  <a:moveTo>
                    <a:pt x="297616" y="62110"/>
                  </a:moveTo>
                  <a:cubicBezTo>
                    <a:pt x="285374" y="62110"/>
                    <a:pt x="276385" y="52684"/>
                    <a:pt x="276385" y="39492"/>
                  </a:cubicBezTo>
                  <a:cubicBezTo>
                    <a:pt x="276385" y="26299"/>
                    <a:pt x="285031" y="16962"/>
                    <a:pt x="297273" y="16962"/>
                  </a:cubicBezTo>
                  <a:cubicBezTo>
                    <a:pt x="309259" y="16962"/>
                    <a:pt x="318077" y="26042"/>
                    <a:pt x="318077" y="38549"/>
                  </a:cubicBezTo>
                  <a:cubicBezTo>
                    <a:pt x="318077" y="39920"/>
                    <a:pt x="317905" y="41548"/>
                    <a:pt x="317734" y="43004"/>
                  </a:cubicBezTo>
                  <a:lnTo>
                    <a:pt x="288113" y="43004"/>
                  </a:lnTo>
                  <a:cubicBezTo>
                    <a:pt x="289055" y="48829"/>
                    <a:pt x="292565" y="52342"/>
                    <a:pt x="297616" y="52342"/>
                  </a:cubicBezTo>
                  <a:cubicBezTo>
                    <a:pt x="301897" y="52342"/>
                    <a:pt x="305064" y="50543"/>
                    <a:pt x="307718" y="46602"/>
                  </a:cubicBezTo>
                  <a:lnTo>
                    <a:pt x="316707" y="51314"/>
                  </a:lnTo>
                  <a:cubicBezTo>
                    <a:pt x="312854" y="58252"/>
                    <a:pt x="306091" y="62110"/>
                    <a:pt x="297616" y="62110"/>
                  </a:cubicBezTo>
                  <a:close/>
                  <a:moveTo>
                    <a:pt x="305920" y="35466"/>
                  </a:moveTo>
                  <a:cubicBezTo>
                    <a:pt x="305235" y="29983"/>
                    <a:pt x="301982" y="26728"/>
                    <a:pt x="297273" y="26728"/>
                  </a:cubicBezTo>
                  <a:cubicBezTo>
                    <a:pt x="292308" y="26728"/>
                    <a:pt x="289055" y="29897"/>
                    <a:pt x="288113" y="35466"/>
                  </a:cubicBezTo>
                  <a:lnTo>
                    <a:pt x="305920" y="35466"/>
                  </a:lnTo>
                  <a:close/>
                  <a:moveTo>
                    <a:pt x="599" y="188514"/>
                  </a:moveTo>
                  <a:cubicBezTo>
                    <a:pt x="10016" y="180719"/>
                    <a:pt x="15923" y="175836"/>
                    <a:pt x="22344" y="169325"/>
                  </a:cubicBezTo>
                  <a:cubicBezTo>
                    <a:pt x="30905" y="160587"/>
                    <a:pt x="32960" y="156989"/>
                    <a:pt x="32960" y="150993"/>
                  </a:cubicBezTo>
                  <a:cubicBezTo>
                    <a:pt x="32960" y="143797"/>
                    <a:pt x="27652" y="138914"/>
                    <a:pt x="19947" y="138914"/>
                  </a:cubicBezTo>
                  <a:cubicBezTo>
                    <a:pt x="12156" y="138914"/>
                    <a:pt x="6849" y="144397"/>
                    <a:pt x="6506" y="152963"/>
                  </a:cubicBezTo>
                  <a:lnTo>
                    <a:pt x="0" y="152278"/>
                  </a:lnTo>
                  <a:cubicBezTo>
                    <a:pt x="171" y="140627"/>
                    <a:pt x="8561" y="132403"/>
                    <a:pt x="20118" y="132403"/>
                  </a:cubicBezTo>
                  <a:cubicBezTo>
                    <a:pt x="31761" y="132403"/>
                    <a:pt x="39894" y="140113"/>
                    <a:pt x="39894" y="151078"/>
                  </a:cubicBezTo>
                  <a:cubicBezTo>
                    <a:pt x="39894" y="158531"/>
                    <a:pt x="36298" y="164956"/>
                    <a:pt x="27823" y="172752"/>
                  </a:cubicBezTo>
                  <a:cubicBezTo>
                    <a:pt x="21659" y="178320"/>
                    <a:pt x="16608" y="182603"/>
                    <a:pt x="10102" y="187658"/>
                  </a:cubicBezTo>
                  <a:lnTo>
                    <a:pt x="41264" y="187829"/>
                  </a:lnTo>
                  <a:lnTo>
                    <a:pt x="41264" y="194511"/>
                  </a:lnTo>
                  <a:lnTo>
                    <a:pt x="599" y="194511"/>
                  </a:lnTo>
                  <a:lnTo>
                    <a:pt x="599" y="188514"/>
                  </a:lnTo>
                  <a:close/>
                  <a:moveTo>
                    <a:pt x="56588" y="194511"/>
                  </a:moveTo>
                  <a:lnTo>
                    <a:pt x="78504" y="139942"/>
                  </a:lnTo>
                  <a:lnTo>
                    <a:pt x="45801" y="139942"/>
                  </a:lnTo>
                  <a:lnTo>
                    <a:pt x="45801" y="133260"/>
                  </a:lnTo>
                  <a:lnTo>
                    <a:pt x="85781" y="133260"/>
                  </a:lnTo>
                  <a:lnTo>
                    <a:pt x="85781" y="139085"/>
                  </a:lnTo>
                  <a:lnTo>
                    <a:pt x="63779" y="194511"/>
                  </a:lnTo>
                  <a:lnTo>
                    <a:pt x="56588" y="194511"/>
                  </a:lnTo>
                  <a:close/>
                  <a:moveTo>
                    <a:pt x="113261" y="195368"/>
                  </a:moveTo>
                  <a:cubicBezTo>
                    <a:pt x="99050" y="195368"/>
                    <a:pt x="89890" y="182860"/>
                    <a:pt x="89890" y="163586"/>
                  </a:cubicBezTo>
                  <a:cubicBezTo>
                    <a:pt x="89890" y="144482"/>
                    <a:pt x="99050" y="132403"/>
                    <a:pt x="113432" y="132403"/>
                  </a:cubicBezTo>
                  <a:cubicBezTo>
                    <a:pt x="123020" y="132403"/>
                    <a:pt x="130811" y="137629"/>
                    <a:pt x="133379" y="145682"/>
                  </a:cubicBezTo>
                  <a:lnTo>
                    <a:pt x="127215" y="147738"/>
                  </a:lnTo>
                  <a:cubicBezTo>
                    <a:pt x="124989" y="142169"/>
                    <a:pt x="120195" y="139000"/>
                    <a:pt x="113775" y="139000"/>
                  </a:cubicBezTo>
                  <a:cubicBezTo>
                    <a:pt x="102645" y="139000"/>
                    <a:pt x="96310" y="148080"/>
                    <a:pt x="96310" y="164100"/>
                  </a:cubicBezTo>
                  <a:lnTo>
                    <a:pt x="96310" y="165813"/>
                  </a:lnTo>
                  <a:cubicBezTo>
                    <a:pt x="99820" y="158531"/>
                    <a:pt x="106583" y="154334"/>
                    <a:pt x="114888" y="154334"/>
                  </a:cubicBezTo>
                  <a:cubicBezTo>
                    <a:pt x="126531" y="154334"/>
                    <a:pt x="134749" y="162558"/>
                    <a:pt x="134749" y="174122"/>
                  </a:cubicBezTo>
                  <a:cubicBezTo>
                    <a:pt x="134749" y="186373"/>
                    <a:pt x="125589" y="195368"/>
                    <a:pt x="113261" y="195368"/>
                  </a:cubicBezTo>
                  <a:close/>
                  <a:moveTo>
                    <a:pt x="113603" y="188771"/>
                  </a:moveTo>
                  <a:cubicBezTo>
                    <a:pt x="121907" y="188771"/>
                    <a:pt x="127729" y="182860"/>
                    <a:pt x="127729" y="174465"/>
                  </a:cubicBezTo>
                  <a:cubicBezTo>
                    <a:pt x="127729" y="166327"/>
                    <a:pt x="122336" y="161016"/>
                    <a:pt x="114117" y="161016"/>
                  </a:cubicBezTo>
                  <a:cubicBezTo>
                    <a:pt x="106669" y="161016"/>
                    <a:pt x="100420" y="165470"/>
                    <a:pt x="98707" y="172152"/>
                  </a:cubicBezTo>
                  <a:cubicBezTo>
                    <a:pt x="98023" y="174808"/>
                    <a:pt x="98365" y="176778"/>
                    <a:pt x="99307" y="179005"/>
                  </a:cubicBezTo>
                  <a:cubicBezTo>
                    <a:pt x="102046" y="185430"/>
                    <a:pt x="107354" y="188771"/>
                    <a:pt x="113603" y="18877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4" name="Google Shape;1214;p82"/>
            <p:cNvSpPr/>
            <p:nvPr/>
          </p:nvSpPr>
          <p:spPr>
            <a:xfrm>
              <a:off x="7201356" y="1624822"/>
              <a:ext cx="255630" cy="133336"/>
            </a:xfrm>
            <a:custGeom>
              <a:rect b="b" l="l" r="r" t="t"/>
              <a:pathLst>
                <a:path extrusionOk="0" h="195364" w="374550">
                  <a:moveTo>
                    <a:pt x="38438" y="61251"/>
                  </a:moveTo>
                  <a:lnTo>
                    <a:pt x="38438" y="35380"/>
                  </a:lnTo>
                  <a:lnTo>
                    <a:pt x="13355" y="35380"/>
                  </a:lnTo>
                  <a:lnTo>
                    <a:pt x="13355" y="61251"/>
                  </a:lnTo>
                  <a:lnTo>
                    <a:pt x="1370" y="61251"/>
                  </a:lnTo>
                  <a:lnTo>
                    <a:pt x="1370" y="0"/>
                  </a:lnTo>
                  <a:lnTo>
                    <a:pt x="13355" y="0"/>
                  </a:lnTo>
                  <a:lnTo>
                    <a:pt x="13355" y="24329"/>
                  </a:lnTo>
                  <a:lnTo>
                    <a:pt x="38438" y="24329"/>
                  </a:lnTo>
                  <a:lnTo>
                    <a:pt x="38438" y="0"/>
                  </a:lnTo>
                  <a:lnTo>
                    <a:pt x="50424" y="0"/>
                  </a:lnTo>
                  <a:lnTo>
                    <a:pt x="50424" y="61251"/>
                  </a:lnTo>
                  <a:lnTo>
                    <a:pt x="38438" y="61251"/>
                  </a:lnTo>
                  <a:close/>
                  <a:moveTo>
                    <a:pt x="61648" y="61251"/>
                  </a:moveTo>
                  <a:lnTo>
                    <a:pt x="61648" y="0"/>
                  </a:lnTo>
                  <a:lnTo>
                    <a:pt x="105737" y="0"/>
                  </a:lnTo>
                  <a:lnTo>
                    <a:pt x="105737" y="11051"/>
                  </a:lnTo>
                  <a:lnTo>
                    <a:pt x="73633" y="11051"/>
                  </a:lnTo>
                  <a:lnTo>
                    <a:pt x="73633" y="24329"/>
                  </a:lnTo>
                  <a:lnTo>
                    <a:pt x="99573" y="24329"/>
                  </a:lnTo>
                  <a:lnTo>
                    <a:pt x="99573" y="35380"/>
                  </a:lnTo>
                  <a:lnTo>
                    <a:pt x="73633" y="35380"/>
                  </a:lnTo>
                  <a:lnTo>
                    <a:pt x="73633" y="50200"/>
                  </a:lnTo>
                  <a:lnTo>
                    <a:pt x="105737" y="50200"/>
                  </a:lnTo>
                  <a:lnTo>
                    <a:pt x="105737" y="61251"/>
                  </a:lnTo>
                  <a:lnTo>
                    <a:pt x="61648" y="61251"/>
                  </a:lnTo>
                  <a:close/>
                  <a:moveTo>
                    <a:pt x="111140" y="61251"/>
                  </a:moveTo>
                  <a:lnTo>
                    <a:pt x="130231" y="29640"/>
                  </a:lnTo>
                  <a:lnTo>
                    <a:pt x="112510" y="0"/>
                  </a:lnTo>
                  <a:lnTo>
                    <a:pt x="126207" y="0"/>
                  </a:lnTo>
                  <a:lnTo>
                    <a:pt x="138535" y="22359"/>
                  </a:lnTo>
                  <a:lnTo>
                    <a:pt x="150863" y="0"/>
                  </a:lnTo>
                  <a:lnTo>
                    <a:pt x="164560" y="0"/>
                  </a:lnTo>
                  <a:lnTo>
                    <a:pt x="146924" y="29640"/>
                  </a:lnTo>
                  <a:lnTo>
                    <a:pt x="165930" y="61251"/>
                  </a:lnTo>
                  <a:lnTo>
                    <a:pt x="152147" y="61251"/>
                  </a:lnTo>
                  <a:lnTo>
                    <a:pt x="138535" y="37007"/>
                  </a:lnTo>
                  <a:lnTo>
                    <a:pt x="124923" y="61251"/>
                  </a:lnTo>
                  <a:lnTo>
                    <a:pt x="111140" y="61251"/>
                  </a:lnTo>
                  <a:close/>
                  <a:moveTo>
                    <a:pt x="14382" y="194508"/>
                  </a:moveTo>
                  <a:lnTo>
                    <a:pt x="8218" y="194508"/>
                  </a:lnTo>
                  <a:lnTo>
                    <a:pt x="10359" y="178917"/>
                  </a:lnTo>
                  <a:lnTo>
                    <a:pt x="0" y="178917"/>
                  </a:lnTo>
                  <a:lnTo>
                    <a:pt x="0" y="173092"/>
                  </a:lnTo>
                  <a:lnTo>
                    <a:pt x="11214" y="173092"/>
                  </a:lnTo>
                  <a:lnTo>
                    <a:pt x="13783" y="154674"/>
                  </a:lnTo>
                  <a:lnTo>
                    <a:pt x="2654" y="154674"/>
                  </a:lnTo>
                  <a:lnTo>
                    <a:pt x="2654" y="148848"/>
                  </a:lnTo>
                  <a:lnTo>
                    <a:pt x="14639" y="148848"/>
                  </a:lnTo>
                  <a:lnTo>
                    <a:pt x="16779" y="133257"/>
                  </a:lnTo>
                  <a:lnTo>
                    <a:pt x="22943" y="133257"/>
                  </a:lnTo>
                  <a:lnTo>
                    <a:pt x="20803" y="148848"/>
                  </a:lnTo>
                  <a:lnTo>
                    <a:pt x="37925" y="148848"/>
                  </a:lnTo>
                  <a:lnTo>
                    <a:pt x="40065" y="133257"/>
                  </a:lnTo>
                  <a:lnTo>
                    <a:pt x="46229" y="133257"/>
                  </a:lnTo>
                  <a:lnTo>
                    <a:pt x="44089" y="148848"/>
                  </a:lnTo>
                  <a:lnTo>
                    <a:pt x="54448" y="148848"/>
                  </a:lnTo>
                  <a:lnTo>
                    <a:pt x="54448" y="154674"/>
                  </a:lnTo>
                  <a:lnTo>
                    <a:pt x="43233" y="154674"/>
                  </a:lnTo>
                  <a:lnTo>
                    <a:pt x="40664" y="173092"/>
                  </a:lnTo>
                  <a:lnTo>
                    <a:pt x="51794" y="173092"/>
                  </a:lnTo>
                  <a:lnTo>
                    <a:pt x="51794" y="178917"/>
                  </a:lnTo>
                  <a:lnTo>
                    <a:pt x="39808" y="178917"/>
                  </a:lnTo>
                  <a:lnTo>
                    <a:pt x="37668" y="194508"/>
                  </a:lnTo>
                  <a:lnTo>
                    <a:pt x="31504" y="194508"/>
                  </a:lnTo>
                  <a:lnTo>
                    <a:pt x="33644" y="178917"/>
                  </a:lnTo>
                  <a:lnTo>
                    <a:pt x="16523" y="178917"/>
                  </a:lnTo>
                  <a:lnTo>
                    <a:pt x="14382" y="194508"/>
                  </a:lnTo>
                  <a:close/>
                  <a:moveTo>
                    <a:pt x="17378" y="173092"/>
                  </a:moveTo>
                  <a:lnTo>
                    <a:pt x="34500" y="173092"/>
                  </a:lnTo>
                  <a:lnTo>
                    <a:pt x="37069" y="154674"/>
                  </a:lnTo>
                  <a:lnTo>
                    <a:pt x="19947" y="154674"/>
                  </a:lnTo>
                  <a:lnTo>
                    <a:pt x="17378" y="173092"/>
                  </a:lnTo>
                  <a:close/>
                  <a:moveTo>
                    <a:pt x="91069" y="195365"/>
                  </a:moveTo>
                  <a:cubicBezTo>
                    <a:pt x="74632" y="195365"/>
                    <a:pt x="62647" y="182086"/>
                    <a:pt x="62647" y="163925"/>
                  </a:cubicBezTo>
                  <a:cubicBezTo>
                    <a:pt x="62647" y="145679"/>
                    <a:pt x="74632" y="132401"/>
                    <a:pt x="91069" y="132401"/>
                  </a:cubicBezTo>
                  <a:cubicBezTo>
                    <a:pt x="101428" y="132401"/>
                    <a:pt x="110160" y="137626"/>
                    <a:pt x="115211" y="146878"/>
                  </a:cubicBezTo>
                  <a:lnTo>
                    <a:pt x="109132" y="150048"/>
                  </a:lnTo>
                  <a:cubicBezTo>
                    <a:pt x="105194" y="143023"/>
                    <a:pt x="98689" y="139082"/>
                    <a:pt x="91069" y="139082"/>
                  </a:cubicBezTo>
                  <a:cubicBezTo>
                    <a:pt x="78570" y="139082"/>
                    <a:pt x="69667" y="149448"/>
                    <a:pt x="69667" y="163925"/>
                  </a:cubicBezTo>
                  <a:cubicBezTo>
                    <a:pt x="69667" y="178317"/>
                    <a:pt x="78570" y="188683"/>
                    <a:pt x="91069" y="188683"/>
                  </a:cubicBezTo>
                  <a:cubicBezTo>
                    <a:pt x="98689" y="188683"/>
                    <a:pt x="105194" y="184742"/>
                    <a:pt x="109132" y="177718"/>
                  </a:cubicBezTo>
                  <a:lnTo>
                    <a:pt x="115211" y="180973"/>
                  </a:lnTo>
                  <a:cubicBezTo>
                    <a:pt x="110160" y="190139"/>
                    <a:pt x="101342" y="195365"/>
                    <a:pt x="91069" y="195365"/>
                  </a:cubicBezTo>
                  <a:close/>
                  <a:moveTo>
                    <a:pt x="123867" y="194508"/>
                  </a:moveTo>
                  <a:lnTo>
                    <a:pt x="123867" y="133257"/>
                  </a:lnTo>
                  <a:lnTo>
                    <a:pt x="142958" y="133257"/>
                  </a:lnTo>
                  <a:cubicBezTo>
                    <a:pt x="155799" y="133257"/>
                    <a:pt x="163333" y="139168"/>
                    <a:pt x="163333" y="149277"/>
                  </a:cubicBezTo>
                  <a:cubicBezTo>
                    <a:pt x="163333" y="155102"/>
                    <a:pt x="160336" y="159642"/>
                    <a:pt x="155200" y="162298"/>
                  </a:cubicBezTo>
                  <a:cubicBezTo>
                    <a:pt x="162562" y="164696"/>
                    <a:pt x="166672" y="170008"/>
                    <a:pt x="166672" y="177546"/>
                  </a:cubicBezTo>
                  <a:cubicBezTo>
                    <a:pt x="166672" y="187997"/>
                    <a:pt x="158368" y="194508"/>
                    <a:pt x="144927" y="194508"/>
                  </a:cubicBezTo>
                  <a:lnTo>
                    <a:pt x="123867" y="194508"/>
                  </a:lnTo>
                  <a:close/>
                  <a:moveTo>
                    <a:pt x="144755" y="187826"/>
                  </a:moveTo>
                  <a:cubicBezTo>
                    <a:pt x="154601" y="187826"/>
                    <a:pt x="159908" y="184142"/>
                    <a:pt x="159908" y="177375"/>
                  </a:cubicBezTo>
                  <a:cubicBezTo>
                    <a:pt x="159908" y="169922"/>
                    <a:pt x="154686" y="165981"/>
                    <a:pt x="144755" y="165981"/>
                  </a:cubicBezTo>
                  <a:lnTo>
                    <a:pt x="130887" y="165981"/>
                  </a:lnTo>
                  <a:lnTo>
                    <a:pt x="130887" y="187826"/>
                  </a:lnTo>
                  <a:lnTo>
                    <a:pt x="144755" y="187826"/>
                  </a:lnTo>
                  <a:close/>
                  <a:moveTo>
                    <a:pt x="142787" y="159471"/>
                  </a:moveTo>
                  <a:cubicBezTo>
                    <a:pt x="151604" y="159471"/>
                    <a:pt x="156484" y="155873"/>
                    <a:pt x="156484" y="149448"/>
                  </a:cubicBezTo>
                  <a:cubicBezTo>
                    <a:pt x="156484" y="143194"/>
                    <a:pt x="151861" y="139939"/>
                    <a:pt x="142787" y="139939"/>
                  </a:cubicBezTo>
                  <a:lnTo>
                    <a:pt x="130887" y="139939"/>
                  </a:lnTo>
                  <a:lnTo>
                    <a:pt x="130887" y="159471"/>
                  </a:lnTo>
                  <a:lnTo>
                    <a:pt x="142787" y="159471"/>
                  </a:lnTo>
                  <a:close/>
                  <a:moveTo>
                    <a:pt x="203093" y="195365"/>
                  </a:moveTo>
                  <a:cubicBezTo>
                    <a:pt x="186657" y="195365"/>
                    <a:pt x="174671" y="182086"/>
                    <a:pt x="174671" y="163925"/>
                  </a:cubicBezTo>
                  <a:cubicBezTo>
                    <a:pt x="174671" y="145679"/>
                    <a:pt x="186657" y="132401"/>
                    <a:pt x="203093" y="132401"/>
                  </a:cubicBezTo>
                  <a:cubicBezTo>
                    <a:pt x="213453" y="132401"/>
                    <a:pt x="222184" y="137626"/>
                    <a:pt x="227235" y="146878"/>
                  </a:cubicBezTo>
                  <a:lnTo>
                    <a:pt x="221157" y="150048"/>
                  </a:lnTo>
                  <a:cubicBezTo>
                    <a:pt x="217219" y="143023"/>
                    <a:pt x="210713" y="139082"/>
                    <a:pt x="203093" y="139082"/>
                  </a:cubicBezTo>
                  <a:cubicBezTo>
                    <a:pt x="190595" y="139082"/>
                    <a:pt x="181691" y="149448"/>
                    <a:pt x="181691" y="163925"/>
                  </a:cubicBezTo>
                  <a:cubicBezTo>
                    <a:pt x="181691" y="178317"/>
                    <a:pt x="190595" y="188683"/>
                    <a:pt x="203093" y="188683"/>
                  </a:cubicBezTo>
                  <a:cubicBezTo>
                    <a:pt x="210713" y="188683"/>
                    <a:pt x="217219" y="184742"/>
                    <a:pt x="221157" y="177718"/>
                  </a:cubicBezTo>
                  <a:lnTo>
                    <a:pt x="227235" y="180973"/>
                  </a:lnTo>
                  <a:cubicBezTo>
                    <a:pt x="222184" y="190139"/>
                    <a:pt x="213367" y="195365"/>
                    <a:pt x="203093" y="195365"/>
                  </a:cubicBezTo>
                  <a:close/>
                  <a:moveTo>
                    <a:pt x="234274" y="188511"/>
                  </a:moveTo>
                  <a:cubicBezTo>
                    <a:pt x="243691" y="180716"/>
                    <a:pt x="249599" y="175833"/>
                    <a:pt x="256019" y="169322"/>
                  </a:cubicBezTo>
                  <a:cubicBezTo>
                    <a:pt x="264580" y="160584"/>
                    <a:pt x="266635" y="156987"/>
                    <a:pt x="266635" y="150990"/>
                  </a:cubicBezTo>
                  <a:cubicBezTo>
                    <a:pt x="266635" y="143794"/>
                    <a:pt x="261327" y="138911"/>
                    <a:pt x="253622" y="138911"/>
                  </a:cubicBezTo>
                  <a:cubicBezTo>
                    <a:pt x="245832" y="138911"/>
                    <a:pt x="240524" y="144394"/>
                    <a:pt x="240182" y="152960"/>
                  </a:cubicBezTo>
                  <a:lnTo>
                    <a:pt x="233675" y="152275"/>
                  </a:lnTo>
                  <a:cubicBezTo>
                    <a:pt x="233846" y="140624"/>
                    <a:pt x="242236" y="132401"/>
                    <a:pt x="253793" y="132401"/>
                  </a:cubicBezTo>
                  <a:cubicBezTo>
                    <a:pt x="265436" y="132401"/>
                    <a:pt x="273569" y="140110"/>
                    <a:pt x="273569" y="151076"/>
                  </a:cubicBezTo>
                  <a:cubicBezTo>
                    <a:pt x="273569" y="158529"/>
                    <a:pt x="269973" y="164953"/>
                    <a:pt x="261498" y="172749"/>
                  </a:cubicBezTo>
                  <a:cubicBezTo>
                    <a:pt x="255334" y="178317"/>
                    <a:pt x="250283" y="182600"/>
                    <a:pt x="243777" y="187655"/>
                  </a:cubicBezTo>
                  <a:lnTo>
                    <a:pt x="274939" y="187826"/>
                  </a:lnTo>
                  <a:lnTo>
                    <a:pt x="274939" y="194508"/>
                  </a:lnTo>
                  <a:lnTo>
                    <a:pt x="234274" y="194508"/>
                  </a:lnTo>
                  <a:lnTo>
                    <a:pt x="234274" y="188511"/>
                  </a:lnTo>
                  <a:close/>
                  <a:moveTo>
                    <a:pt x="283966" y="194508"/>
                  </a:moveTo>
                  <a:lnTo>
                    <a:pt x="283966" y="133257"/>
                  </a:lnTo>
                  <a:lnTo>
                    <a:pt x="324716" y="133257"/>
                  </a:lnTo>
                  <a:lnTo>
                    <a:pt x="324716" y="139939"/>
                  </a:lnTo>
                  <a:lnTo>
                    <a:pt x="290986" y="139939"/>
                  </a:lnTo>
                  <a:lnTo>
                    <a:pt x="290986" y="159728"/>
                  </a:lnTo>
                  <a:lnTo>
                    <a:pt x="318466" y="159728"/>
                  </a:lnTo>
                  <a:lnTo>
                    <a:pt x="318466" y="166324"/>
                  </a:lnTo>
                  <a:lnTo>
                    <a:pt x="290986" y="166324"/>
                  </a:lnTo>
                  <a:lnTo>
                    <a:pt x="290986" y="194508"/>
                  </a:lnTo>
                  <a:lnTo>
                    <a:pt x="283966" y="194508"/>
                  </a:lnTo>
                  <a:close/>
                  <a:moveTo>
                    <a:pt x="333800" y="194508"/>
                  </a:moveTo>
                  <a:lnTo>
                    <a:pt x="333800" y="133257"/>
                  </a:lnTo>
                  <a:lnTo>
                    <a:pt x="374550" y="133257"/>
                  </a:lnTo>
                  <a:lnTo>
                    <a:pt x="374550" y="139939"/>
                  </a:lnTo>
                  <a:lnTo>
                    <a:pt x="340820" y="139939"/>
                  </a:lnTo>
                  <a:lnTo>
                    <a:pt x="340820" y="159728"/>
                  </a:lnTo>
                  <a:lnTo>
                    <a:pt x="368301" y="159728"/>
                  </a:lnTo>
                  <a:lnTo>
                    <a:pt x="368301" y="166324"/>
                  </a:lnTo>
                  <a:lnTo>
                    <a:pt x="340820" y="166324"/>
                  </a:lnTo>
                  <a:lnTo>
                    <a:pt x="340820" y="194508"/>
                  </a:lnTo>
                  <a:lnTo>
                    <a:pt x="333800" y="194508"/>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5" name="Google Shape;1215;p82"/>
            <p:cNvSpPr/>
            <p:nvPr/>
          </p:nvSpPr>
          <p:spPr>
            <a:xfrm>
              <a:off x="7649433" y="1624238"/>
              <a:ext cx="338598" cy="141580"/>
            </a:xfrm>
            <a:custGeom>
              <a:rect b="b" l="l" r="r" t="t"/>
              <a:pathLst>
                <a:path extrusionOk="0" h="207443" w="496115">
                  <a:moveTo>
                    <a:pt x="1456" y="62107"/>
                  </a:moveTo>
                  <a:lnTo>
                    <a:pt x="1456" y="857"/>
                  </a:lnTo>
                  <a:lnTo>
                    <a:pt x="21660" y="857"/>
                  </a:lnTo>
                  <a:cubicBezTo>
                    <a:pt x="36299" y="857"/>
                    <a:pt x="45630" y="8310"/>
                    <a:pt x="45630" y="20131"/>
                  </a:cubicBezTo>
                  <a:cubicBezTo>
                    <a:pt x="45630" y="27927"/>
                    <a:pt x="41863" y="33752"/>
                    <a:pt x="35357" y="36922"/>
                  </a:cubicBezTo>
                  <a:lnTo>
                    <a:pt x="48969" y="62107"/>
                  </a:lnTo>
                  <a:lnTo>
                    <a:pt x="35699" y="62107"/>
                  </a:lnTo>
                  <a:lnTo>
                    <a:pt x="23971" y="39577"/>
                  </a:lnTo>
                  <a:cubicBezTo>
                    <a:pt x="23286" y="39577"/>
                    <a:pt x="22430" y="39663"/>
                    <a:pt x="21660" y="39663"/>
                  </a:cubicBezTo>
                  <a:lnTo>
                    <a:pt x="13441" y="39663"/>
                  </a:lnTo>
                  <a:lnTo>
                    <a:pt x="13441" y="62107"/>
                  </a:lnTo>
                  <a:lnTo>
                    <a:pt x="1456" y="62107"/>
                  </a:lnTo>
                  <a:close/>
                  <a:moveTo>
                    <a:pt x="21745" y="29041"/>
                  </a:moveTo>
                  <a:cubicBezTo>
                    <a:pt x="29878" y="29041"/>
                    <a:pt x="33644" y="26214"/>
                    <a:pt x="33644" y="20131"/>
                  </a:cubicBezTo>
                  <a:cubicBezTo>
                    <a:pt x="33644" y="14477"/>
                    <a:pt x="29621" y="11650"/>
                    <a:pt x="21660" y="11650"/>
                  </a:cubicBezTo>
                  <a:lnTo>
                    <a:pt x="13441" y="11650"/>
                  </a:lnTo>
                  <a:lnTo>
                    <a:pt x="13441" y="29041"/>
                  </a:lnTo>
                  <a:lnTo>
                    <a:pt x="21745" y="29041"/>
                  </a:lnTo>
                  <a:close/>
                  <a:moveTo>
                    <a:pt x="82452" y="62964"/>
                  </a:moveTo>
                  <a:cubicBezTo>
                    <a:pt x="65843" y="62964"/>
                    <a:pt x="53601" y="49686"/>
                    <a:pt x="53601" y="31525"/>
                  </a:cubicBezTo>
                  <a:cubicBezTo>
                    <a:pt x="53601" y="13278"/>
                    <a:pt x="65843" y="0"/>
                    <a:pt x="82452" y="0"/>
                  </a:cubicBezTo>
                  <a:cubicBezTo>
                    <a:pt x="92040" y="0"/>
                    <a:pt x="100515" y="4540"/>
                    <a:pt x="105823" y="12336"/>
                  </a:cubicBezTo>
                  <a:lnTo>
                    <a:pt x="96406" y="19018"/>
                  </a:lnTo>
                  <a:cubicBezTo>
                    <a:pt x="92896" y="13706"/>
                    <a:pt x="88187" y="11051"/>
                    <a:pt x="82452" y="11051"/>
                  </a:cubicBezTo>
                  <a:cubicBezTo>
                    <a:pt x="72692" y="11051"/>
                    <a:pt x="65586" y="19532"/>
                    <a:pt x="65586" y="31525"/>
                  </a:cubicBezTo>
                  <a:cubicBezTo>
                    <a:pt x="65586" y="43432"/>
                    <a:pt x="72692" y="51913"/>
                    <a:pt x="82452" y="51913"/>
                  </a:cubicBezTo>
                  <a:cubicBezTo>
                    <a:pt x="86903" y="51913"/>
                    <a:pt x="90927" y="50628"/>
                    <a:pt x="94865" y="47801"/>
                  </a:cubicBezTo>
                  <a:lnTo>
                    <a:pt x="94865" y="38035"/>
                  </a:lnTo>
                  <a:lnTo>
                    <a:pt x="79626" y="38035"/>
                  </a:lnTo>
                  <a:lnTo>
                    <a:pt x="79626" y="27413"/>
                  </a:lnTo>
                  <a:lnTo>
                    <a:pt x="106165" y="27413"/>
                  </a:lnTo>
                  <a:lnTo>
                    <a:pt x="106165" y="52599"/>
                  </a:lnTo>
                  <a:cubicBezTo>
                    <a:pt x="100001" y="59109"/>
                    <a:pt x="91183" y="62964"/>
                    <a:pt x="82452" y="62964"/>
                  </a:cubicBezTo>
                  <a:close/>
                  <a:moveTo>
                    <a:pt x="116077" y="62107"/>
                  </a:moveTo>
                  <a:lnTo>
                    <a:pt x="116077" y="857"/>
                  </a:lnTo>
                  <a:lnTo>
                    <a:pt x="137308" y="857"/>
                  </a:lnTo>
                  <a:cubicBezTo>
                    <a:pt x="150577" y="857"/>
                    <a:pt x="158796" y="7025"/>
                    <a:pt x="158796" y="16876"/>
                  </a:cubicBezTo>
                  <a:cubicBezTo>
                    <a:pt x="158796" y="22616"/>
                    <a:pt x="155714" y="27156"/>
                    <a:pt x="150321" y="29897"/>
                  </a:cubicBezTo>
                  <a:cubicBezTo>
                    <a:pt x="157683" y="32467"/>
                    <a:pt x="161878" y="37693"/>
                    <a:pt x="161878" y="45060"/>
                  </a:cubicBezTo>
                  <a:cubicBezTo>
                    <a:pt x="161878" y="55511"/>
                    <a:pt x="153146" y="62107"/>
                    <a:pt x="139277" y="62107"/>
                  </a:cubicBezTo>
                  <a:lnTo>
                    <a:pt x="116077" y="62107"/>
                  </a:lnTo>
                  <a:close/>
                  <a:moveTo>
                    <a:pt x="139106" y="51228"/>
                  </a:moveTo>
                  <a:cubicBezTo>
                    <a:pt x="146468" y="51228"/>
                    <a:pt x="150150" y="48744"/>
                    <a:pt x="150150" y="43861"/>
                  </a:cubicBezTo>
                  <a:cubicBezTo>
                    <a:pt x="150150" y="38207"/>
                    <a:pt x="146725" y="35551"/>
                    <a:pt x="139106" y="35551"/>
                  </a:cubicBezTo>
                  <a:lnTo>
                    <a:pt x="128062" y="35551"/>
                  </a:lnTo>
                  <a:lnTo>
                    <a:pt x="128062" y="51228"/>
                  </a:lnTo>
                  <a:lnTo>
                    <a:pt x="139106" y="51228"/>
                  </a:lnTo>
                  <a:close/>
                  <a:moveTo>
                    <a:pt x="137137" y="25186"/>
                  </a:moveTo>
                  <a:cubicBezTo>
                    <a:pt x="143814" y="25186"/>
                    <a:pt x="147067" y="22958"/>
                    <a:pt x="147067" y="18332"/>
                  </a:cubicBezTo>
                  <a:cubicBezTo>
                    <a:pt x="147067" y="13792"/>
                    <a:pt x="143986" y="11650"/>
                    <a:pt x="137137" y="11650"/>
                  </a:cubicBezTo>
                  <a:lnTo>
                    <a:pt x="128062" y="11650"/>
                  </a:lnTo>
                  <a:lnTo>
                    <a:pt x="128062" y="25186"/>
                  </a:lnTo>
                  <a:lnTo>
                    <a:pt x="137137" y="25186"/>
                  </a:lnTo>
                  <a:close/>
                  <a:moveTo>
                    <a:pt x="599" y="189368"/>
                  </a:moveTo>
                  <a:cubicBezTo>
                    <a:pt x="10017" y="181572"/>
                    <a:pt x="15923" y="176690"/>
                    <a:pt x="22344" y="170179"/>
                  </a:cubicBezTo>
                  <a:cubicBezTo>
                    <a:pt x="30905" y="161441"/>
                    <a:pt x="32960" y="157843"/>
                    <a:pt x="32960" y="151847"/>
                  </a:cubicBezTo>
                  <a:cubicBezTo>
                    <a:pt x="32960" y="144651"/>
                    <a:pt x="27652" y="139768"/>
                    <a:pt x="19947" y="139768"/>
                  </a:cubicBezTo>
                  <a:cubicBezTo>
                    <a:pt x="12157" y="139768"/>
                    <a:pt x="6849" y="145250"/>
                    <a:pt x="6507" y="153817"/>
                  </a:cubicBezTo>
                  <a:lnTo>
                    <a:pt x="0" y="153132"/>
                  </a:lnTo>
                  <a:cubicBezTo>
                    <a:pt x="171" y="141481"/>
                    <a:pt x="8561" y="133257"/>
                    <a:pt x="20118" y="133257"/>
                  </a:cubicBezTo>
                  <a:cubicBezTo>
                    <a:pt x="31761" y="133257"/>
                    <a:pt x="39894" y="140967"/>
                    <a:pt x="39894" y="151932"/>
                  </a:cubicBezTo>
                  <a:cubicBezTo>
                    <a:pt x="39894" y="159385"/>
                    <a:pt x="36299" y="165810"/>
                    <a:pt x="27823" y="173606"/>
                  </a:cubicBezTo>
                  <a:cubicBezTo>
                    <a:pt x="21660" y="179174"/>
                    <a:pt x="16609" y="183457"/>
                    <a:pt x="10102" y="188511"/>
                  </a:cubicBezTo>
                  <a:lnTo>
                    <a:pt x="41264" y="188683"/>
                  </a:lnTo>
                  <a:lnTo>
                    <a:pt x="41264" y="195365"/>
                  </a:lnTo>
                  <a:lnTo>
                    <a:pt x="599" y="195365"/>
                  </a:lnTo>
                  <a:lnTo>
                    <a:pt x="599" y="189368"/>
                  </a:lnTo>
                  <a:close/>
                  <a:moveTo>
                    <a:pt x="73929" y="196221"/>
                  </a:moveTo>
                  <a:cubicBezTo>
                    <a:pt x="59375" y="196221"/>
                    <a:pt x="49359" y="183457"/>
                    <a:pt x="49359" y="164782"/>
                  </a:cubicBezTo>
                  <a:cubicBezTo>
                    <a:pt x="49359" y="146107"/>
                    <a:pt x="59375" y="133257"/>
                    <a:pt x="73929" y="133257"/>
                  </a:cubicBezTo>
                  <a:cubicBezTo>
                    <a:pt x="88568" y="133257"/>
                    <a:pt x="98413" y="145936"/>
                    <a:pt x="98413" y="164782"/>
                  </a:cubicBezTo>
                  <a:cubicBezTo>
                    <a:pt x="98413" y="183543"/>
                    <a:pt x="88482" y="196221"/>
                    <a:pt x="73929" y="196221"/>
                  </a:cubicBezTo>
                  <a:close/>
                  <a:moveTo>
                    <a:pt x="73929" y="189539"/>
                  </a:moveTo>
                  <a:cubicBezTo>
                    <a:pt x="84373" y="189539"/>
                    <a:pt x="91393" y="179602"/>
                    <a:pt x="91393" y="164782"/>
                  </a:cubicBezTo>
                  <a:cubicBezTo>
                    <a:pt x="91393" y="149791"/>
                    <a:pt x="84459" y="139939"/>
                    <a:pt x="73929" y="139939"/>
                  </a:cubicBezTo>
                  <a:cubicBezTo>
                    <a:pt x="63399" y="139939"/>
                    <a:pt x="56379" y="149791"/>
                    <a:pt x="56379" y="164782"/>
                  </a:cubicBezTo>
                  <a:cubicBezTo>
                    <a:pt x="56379" y="179602"/>
                    <a:pt x="63399" y="189539"/>
                    <a:pt x="73929" y="189539"/>
                  </a:cubicBezTo>
                  <a:close/>
                  <a:moveTo>
                    <a:pt x="127843" y="196221"/>
                  </a:moveTo>
                  <a:cubicBezTo>
                    <a:pt x="116286" y="196221"/>
                    <a:pt x="106356" y="188597"/>
                    <a:pt x="105328" y="178917"/>
                  </a:cubicBezTo>
                  <a:lnTo>
                    <a:pt x="111834" y="177632"/>
                  </a:lnTo>
                  <a:cubicBezTo>
                    <a:pt x="113461" y="185085"/>
                    <a:pt x="119368" y="189539"/>
                    <a:pt x="127758" y="189539"/>
                  </a:cubicBezTo>
                  <a:cubicBezTo>
                    <a:pt x="136576" y="189539"/>
                    <a:pt x="142568" y="185256"/>
                    <a:pt x="142568" y="178917"/>
                  </a:cubicBezTo>
                  <a:cubicBezTo>
                    <a:pt x="142568" y="171892"/>
                    <a:pt x="137175" y="167866"/>
                    <a:pt x="127587" y="167866"/>
                  </a:cubicBezTo>
                  <a:lnTo>
                    <a:pt x="122193" y="167866"/>
                  </a:lnTo>
                  <a:lnTo>
                    <a:pt x="122193" y="161784"/>
                  </a:lnTo>
                  <a:lnTo>
                    <a:pt x="126302" y="161784"/>
                  </a:lnTo>
                  <a:cubicBezTo>
                    <a:pt x="134692" y="161784"/>
                    <a:pt x="140685" y="157072"/>
                    <a:pt x="140685" y="150476"/>
                  </a:cubicBezTo>
                  <a:cubicBezTo>
                    <a:pt x="140685" y="144137"/>
                    <a:pt x="135634" y="140025"/>
                    <a:pt x="127929" y="140025"/>
                  </a:cubicBezTo>
                  <a:cubicBezTo>
                    <a:pt x="119453" y="140025"/>
                    <a:pt x="113375" y="145079"/>
                    <a:pt x="113632" y="152018"/>
                  </a:cubicBezTo>
                  <a:lnTo>
                    <a:pt x="107040" y="151418"/>
                  </a:lnTo>
                  <a:cubicBezTo>
                    <a:pt x="107040" y="140710"/>
                    <a:pt x="115516" y="133343"/>
                    <a:pt x="127843" y="133343"/>
                  </a:cubicBezTo>
                  <a:cubicBezTo>
                    <a:pt x="139315" y="133343"/>
                    <a:pt x="147533" y="140196"/>
                    <a:pt x="147533" y="149876"/>
                  </a:cubicBezTo>
                  <a:cubicBezTo>
                    <a:pt x="147533" y="156301"/>
                    <a:pt x="143681" y="161612"/>
                    <a:pt x="137089" y="164354"/>
                  </a:cubicBezTo>
                  <a:cubicBezTo>
                    <a:pt x="144965" y="166581"/>
                    <a:pt x="149503" y="171978"/>
                    <a:pt x="149503" y="179345"/>
                  </a:cubicBezTo>
                  <a:cubicBezTo>
                    <a:pt x="149503" y="189197"/>
                    <a:pt x="140514" y="196221"/>
                    <a:pt x="127843" y="196221"/>
                  </a:cubicBezTo>
                  <a:close/>
                  <a:moveTo>
                    <a:pt x="156761" y="203760"/>
                  </a:moveTo>
                  <a:cubicBezTo>
                    <a:pt x="159928" y="202903"/>
                    <a:pt x="160270" y="200762"/>
                    <a:pt x="160270" y="198192"/>
                  </a:cubicBezTo>
                  <a:lnTo>
                    <a:pt x="160270" y="195365"/>
                  </a:lnTo>
                  <a:lnTo>
                    <a:pt x="156761" y="195365"/>
                  </a:lnTo>
                  <a:lnTo>
                    <a:pt x="156761" y="186712"/>
                  </a:lnTo>
                  <a:lnTo>
                    <a:pt x="164551" y="186712"/>
                  </a:lnTo>
                  <a:lnTo>
                    <a:pt x="164551" y="198277"/>
                  </a:lnTo>
                  <a:cubicBezTo>
                    <a:pt x="164551" y="203503"/>
                    <a:pt x="162496" y="206415"/>
                    <a:pt x="156761" y="207443"/>
                  </a:cubicBezTo>
                  <a:lnTo>
                    <a:pt x="156761" y="203760"/>
                  </a:lnTo>
                  <a:close/>
                  <a:moveTo>
                    <a:pt x="199670" y="195365"/>
                  </a:moveTo>
                  <a:lnTo>
                    <a:pt x="199670" y="141481"/>
                  </a:lnTo>
                  <a:lnTo>
                    <a:pt x="187598" y="149191"/>
                  </a:lnTo>
                  <a:lnTo>
                    <a:pt x="186315" y="142852"/>
                  </a:lnTo>
                  <a:lnTo>
                    <a:pt x="200354" y="134114"/>
                  </a:lnTo>
                  <a:lnTo>
                    <a:pt x="206604" y="134114"/>
                  </a:lnTo>
                  <a:lnTo>
                    <a:pt x="206604" y="195365"/>
                  </a:lnTo>
                  <a:lnTo>
                    <a:pt x="199670" y="195365"/>
                  </a:lnTo>
                  <a:close/>
                  <a:moveTo>
                    <a:pt x="237604" y="133257"/>
                  </a:moveTo>
                  <a:cubicBezTo>
                    <a:pt x="251815" y="133257"/>
                    <a:pt x="260976" y="145764"/>
                    <a:pt x="260976" y="165039"/>
                  </a:cubicBezTo>
                  <a:cubicBezTo>
                    <a:pt x="260976" y="184142"/>
                    <a:pt x="251815" y="196221"/>
                    <a:pt x="237433" y="196221"/>
                  </a:cubicBezTo>
                  <a:cubicBezTo>
                    <a:pt x="227844" y="196221"/>
                    <a:pt x="220054" y="190996"/>
                    <a:pt x="217486" y="182943"/>
                  </a:cubicBezTo>
                  <a:lnTo>
                    <a:pt x="223650" y="180887"/>
                  </a:lnTo>
                  <a:cubicBezTo>
                    <a:pt x="225876" y="186455"/>
                    <a:pt x="230670" y="189625"/>
                    <a:pt x="237090" y="189625"/>
                  </a:cubicBezTo>
                  <a:cubicBezTo>
                    <a:pt x="248220" y="189625"/>
                    <a:pt x="254554" y="180545"/>
                    <a:pt x="254554" y="164525"/>
                  </a:cubicBezTo>
                  <a:lnTo>
                    <a:pt x="254554" y="162812"/>
                  </a:lnTo>
                  <a:cubicBezTo>
                    <a:pt x="251045" y="170093"/>
                    <a:pt x="244282" y="174291"/>
                    <a:pt x="235977" y="174291"/>
                  </a:cubicBezTo>
                  <a:cubicBezTo>
                    <a:pt x="224334" y="174291"/>
                    <a:pt x="216116" y="166067"/>
                    <a:pt x="216116" y="154502"/>
                  </a:cubicBezTo>
                  <a:cubicBezTo>
                    <a:pt x="216116" y="142252"/>
                    <a:pt x="225276" y="133257"/>
                    <a:pt x="237604" y="133257"/>
                  </a:cubicBezTo>
                  <a:close/>
                  <a:moveTo>
                    <a:pt x="237261" y="139853"/>
                  </a:moveTo>
                  <a:cubicBezTo>
                    <a:pt x="228957" y="139853"/>
                    <a:pt x="223136" y="145764"/>
                    <a:pt x="223136" y="154160"/>
                  </a:cubicBezTo>
                  <a:cubicBezTo>
                    <a:pt x="223136" y="162298"/>
                    <a:pt x="228530" y="167609"/>
                    <a:pt x="236748" y="167609"/>
                  </a:cubicBezTo>
                  <a:cubicBezTo>
                    <a:pt x="244196" y="167609"/>
                    <a:pt x="250446" y="163154"/>
                    <a:pt x="252158" y="156473"/>
                  </a:cubicBezTo>
                  <a:cubicBezTo>
                    <a:pt x="252842" y="153817"/>
                    <a:pt x="252500" y="151847"/>
                    <a:pt x="251558" y="149619"/>
                  </a:cubicBezTo>
                  <a:cubicBezTo>
                    <a:pt x="248819" y="143194"/>
                    <a:pt x="243511" y="139853"/>
                    <a:pt x="237261" y="139853"/>
                  </a:cubicBezTo>
                  <a:close/>
                  <a:moveTo>
                    <a:pt x="267681" y="180202"/>
                  </a:moveTo>
                  <a:lnTo>
                    <a:pt x="267681" y="174634"/>
                  </a:lnTo>
                  <a:lnTo>
                    <a:pt x="296018" y="134114"/>
                  </a:lnTo>
                  <a:lnTo>
                    <a:pt x="305863" y="134114"/>
                  </a:lnTo>
                  <a:lnTo>
                    <a:pt x="305863" y="173948"/>
                  </a:lnTo>
                  <a:lnTo>
                    <a:pt x="315024" y="173948"/>
                  </a:lnTo>
                  <a:lnTo>
                    <a:pt x="315024" y="180202"/>
                  </a:lnTo>
                  <a:lnTo>
                    <a:pt x="305863" y="180202"/>
                  </a:lnTo>
                  <a:lnTo>
                    <a:pt x="305863" y="195365"/>
                  </a:lnTo>
                  <a:lnTo>
                    <a:pt x="299100" y="195365"/>
                  </a:lnTo>
                  <a:lnTo>
                    <a:pt x="299100" y="180202"/>
                  </a:lnTo>
                  <a:lnTo>
                    <a:pt x="267681" y="180202"/>
                  </a:lnTo>
                  <a:close/>
                  <a:moveTo>
                    <a:pt x="275900" y="173948"/>
                  </a:moveTo>
                  <a:lnTo>
                    <a:pt x="299100" y="173948"/>
                  </a:lnTo>
                  <a:lnTo>
                    <a:pt x="299100" y="140624"/>
                  </a:lnTo>
                  <a:lnTo>
                    <a:pt x="275900" y="173948"/>
                  </a:lnTo>
                  <a:close/>
                  <a:moveTo>
                    <a:pt x="321625" y="203760"/>
                  </a:moveTo>
                  <a:cubicBezTo>
                    <a:pt x="324792" y="202903"/>
                    <a:pt x="325135" y="200762"/>
                    <a:pt x="325135" y="198192"/>
                  </a:cubicBezTo>
                  <a:lnTo>
                    <a:pt x="325135" y="195365"/>
                  </a:lnTo>
                  <a:lnTo>
                    <a:pt x="321625" y="195365"/>
                  </a:lnTo>
                  <a:lnTo>
                    <a:pt x="321625" y="186712"/>
                  </a:lnTo>
                  <a:lnTo>
                    <a:pt x="329416" y="186712"/>
                  </a:lnTo>
                  <a:lnTo>
                    <a:pt x="329416" y="198277"/>
                  </a:lnTo>
                  <a:cubicBezTo>
                    <a:pt x="329416" y="203503"/>
                    <a:pt x="327361" y="206415"/>
                    <a:pt x="321625" y="207443"/>
                  </a:cubicBezTo>
                  <a:lnTo>
                    <a:pt x="321625" y="203760"/>
                  </a:lnTo>
                  <a:close/>
                  <a:moveTo>
                    <a:pt x="354499" y="189368"/>
                  </a:moveTo>
                  <a:cubicBezTo>
                    <a:pt x="363916" y="181572"/>
                    <a:pt x="369823" y="176690"/>
                    <a:pt x="376244" y="170179"/>
                  </a:cubicBezTo>
                  <a:cubicBezTo>
                    <a:pt x="384805" y="161441"/>
                    <a:pt x="386859" y="157843"/>
                    <a:pt x="386859" y="151847"/>
                  </a:cubicBezTo>
                  <a:cubicBezTo>
                    <a:pt x="386859" y="144651"/>
                    <a:pt x="381551" y="139768"/>
                    <a:pt x="373846" y="139768"/>
                  </a:cubicBezTo>
                  <a:cubicBezTo>
                    <a:pt x="366056" y="139768"/>
                    <a:pt x="360748" y="145250"/>
                    <a:pt x="360406" y="153817"/>
                  </a:cubicBezTo>
                  <a:lnTo>
                    <a:pt x="353900" y="153132"/>
                  </a:lnTo>
                  <a:cubicBezTo>
                    <a:pt x="354071" y="141481"/>
                    <a:pt x="362461" y="133257"/>
                    <a:pt x="374018" y="133257"/>
                  </a:cubicBezTo>
                  <a:cubicBezTo>
                    <a:pt x="385661" y="133257"/>
                    <a:pt x="393793" y="140967"/>
                    <a:pt x="393793" y="151932"/>
                  </a:cubicBezTo>
                  <a:cubicBezTo>
                    <a:pt x="393793" y="159385"/>
                    <a:pt x="390198" y="165810"/>
                    <a:pt x="381722" y="173606"/>
                  </a:cubicBezTo>
                  <a:cubicBezTo>
                    <a:pt x="375559" y="179174"/>
                    <a:pt x="370507" y="183457"/>
                    <a:pt x="364002" y="188511"/>
                  </a:cubicBezTo>
                  <a:lnTo>
                    <a:pt x="395163" y="188683"/>
                  </a:lnTo>
                  <a:lnTo>
                    <a:pt x="395163" y="195365"/>
                  </a:lnTo>
                  <a:lnTo>
                    <a:pt x="354499" y="195365"/>
                  </a:lnTo>
                  <a:lnTo>
                    <a:pt x="354499" y="189368"/>
                  </a:lnTo>
                  <a:close/>
                  <a:moveTo>
                    <a:pt x="423281" y="196221"/>
                  </a:moveTo>
                  <a:cubicBezTo>
                    <a:pt x="411724" y="196221"/>
                    <a:pt x="402821" y="189454"/>
                    <a:pt x="401194" y="179260"/>
                  </a:cubicBezTo>
                  <a:lnTo>
                    <a:pt x="407614" y="177889"/>
                  </a:lnTo>
                  <a:cubicBezTo>
                    <a:pt x="408985" y="185599"/>
                    <a:pt x="414635" y="189796"/>
                    <a:pt x="423452" y="189796"/>
                  </a:cubicBezTo>
                  <a:cubicBezTo>
                    <a:pt x="432184" y="189796"/>
                    <a:pt x="438520" y="183457"/>
                    <a:pt x="438520" y="174891"/>
                  </a:cubicBezTo>
                  <a:cubicBezTo>
                    <a:pt x="438520" y="166495"/>
                    <a:pt x="432270" y="160584"/>
                    <a:pt x="423538" y="160584"/>
                  </a:cubicBezTo>
                  <a:cubicBezTo>
                    <a:pt x="417802" y="160584"/>
                    <a:pt x="412580" y="162812"/>
                    <a:pt x="408556" y="166924"/>
                  </a:cubicBezTo>
                  <a:lnTo>
                    <a:pt x="403676" y="164354"/>
                  </a:lnTo>
                  <a:lnTo>
                    <a:pt x="407101" y="134114"/>
                  </a:lnTo>
                  <a:lnTo>
                    <a:pt x="442372" y="134114"/>
                  </a:lnTo>
                  <a:lnTo>
                    <a:pt x="442372" y="140796"/>
                  </a:lnTo>
                  <a:lnTo>
                    <a:pt x="412923" y="140796"/>
                  </a:lnTo>
                  <a:lnTo>
                    <a:pt x="410953" y="158357"/>
                  </a:lnTo>
                  <a:cubicBezTo>
                    <a:pt x="414121" y="155959"/>
                    <a:pt x="419172" y="154331"/>
                    <a:pt x="423795" y="154331"/>
                  </a:cubicBezTo>
                  <a:cubicBezTo>
                    <a:pt x="436380" y="154331"/>
                    <a:pt x="445368" y="162897"/>
                    <a:pt x="445368" y="174891"/>
                  </a:cubicBezTo>
                  <a:cubicBezTo>
                    <a:pt x="445368" y="187398"/>
                    <a:pt x="436208" y="196221"/>
                    <a:pt x="423281" y="196221"/>
                  </a:cubicBezTo>
                  <a:close/>
                  <a:moveTo>
                    <a:pt x="474028" y="196221"/>
                  </a:moveTo>
                  <a:cubicBezTo>
                    <a:pt x="462471" y="196221"/>
                    <a:pt x="453568" y="189454"/>
                    <a:pt x="451941" y="179260"/>
                  </a:cubicBezTo>
                  <a:lnTo>
                    <a:pt x="458362" y="177889"/>
                  </a:lnTo>
                  <a:cubicBezTo>
                    <a:pt x="459731" y="185599"/>
                    <a:pt x="465382" y="189796"/>
                    <a:pt x="474199" y="189796"/>
                  </a:cubicBezTo>
                  <a:cubicBezTo>
                    <a:pt x="482932" y="189796"/>
                    <a:pt x="489267" y="183457"/>
                    <a:pt x="489267" y="174891"/>
                  </a:cubicBezTo>
                  <a:cubicBezTo>
                    <a:pt x="489267" y="166495"/>
                    <a:pt x="483017" y="160584"/>
                    <a:pt x="474285" y="160584"/>
                  </a:cubicBezTo>
                  <a:cubicBezTo>
                    <a:pt x="468549" y="160584"/>
                    <a:pt x="463327" y="162812"/>
                    <a:pt x="459304" y="166924"/>
                  </a:cubicBezTo>
                  <a:lnTo>
                    <a:pt x="454424" y="164354"/>
                  </a:lnTo>
                  <a:lnTo>
                    <a:pt x="457848" y="134114"/>
                  </a:lnTo>
                  <a:lnTo>
                    <a:pt x="493119" y="134114"/>
                  </a:lnTo>
                  <a:lnTo>
                    <a:pt x="493119" y="140796"/>
                  </a:lnTo>
                  <a:lnTo>
                    <a:pt x="463670" y="140796"/>
                  </a:lnTo>
                  <a:lnTo>
                    <a:pt x="461701" y="158357"/>
                  </a:lnTo>
                  <a:cubicBezTo>
                    <a:pt x="464868" y="155959"/>
                    <a:pt x="469919" y="154331"/>
                    <a:pt x="474542" y="154331"/>
                  </a:cubicBezTo>
                  <a:cubicBezTo>
                    <a:pt x="487126" y="154331"/>
                    <a:pt x="496116" y="162897"/>
                    <a:pt x="496116" y="174891"/>
                  </a:cubicBezTo>
                  <a:cubicBezTo>
                    <a:pt x="496116" y="187398"/>
                    <a:pt x="486955" y="196221"/>
                    <a:pt x="474028" y="196221"/>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6" name="Google Shape;1216;p82"/>
            <p:cNvSpPr/>
            <p:nvPr/>
          </p:nvSpPr>
          <p:spPr>
            <a:xfrm>
              <a:off x="7200831" y="1851701"/>
              <a:ext cx="279780" cy="141582"/>
            </a:xfrm>
            <a:custGeom>
              <a:rect b="b" l="l" r="r" t="t"/>
              <a:pathLst>
                <a:path extrusionOk="0" h="207446" w="409934">
                  <a:moveTo>
                    <a:pt x="29706" y="62967"/>
                  </a:moveTo>
                  <a:cubicBezTo>
                    <a:pt x="13098" y="62967"/>
                    <a:pt x="856" y="49686"/>
                    <a:pt x="856" y="31525"/>
                  </a:cubicBezTo>
                  <a:cubicBezTo>
                    <a:pt x="856" y="13278"/>
                    <a:pt x="13098" y="0"/>
                    <a:pt x="29706" y="0"/>
                  </a:cubicBezTo>
                  <a:cubicBezTo>
                    <a:pt x="41007" y="0"/>
                    <a:pt x="50509" y="6254"/>
                    <a:pt x="55218" y="16705"/>
                  </a:cubicBezTo>
                  <a:lnTo>
                    <a:pt x="45030" y="22273"/>
                  </a:lnTo>
                  <a:cubicBezTo>
                    <a:pt x="41948" y="14991"/>
                    <a:pt x="36555" y="11051"/>
                    <a:pt x="29706" y="11051"/>
                  </a:cubicBezTo>
                  <a:cubicBezTo>
                    <a:pt x="19947" y="11051"/>
                    <a:pt x="12841" y="19532"/>
                    <a:pt x="12841" y="31525"/>
                  </a:cubicBezTo>
                  <a:cubicBezTo>
                    <a:pt x="12841" y="43432"/>
                    <a:pt x="19947" y="51913"/>
                    <a:pt x="29706" y="51913"/>
                  </a:cubicBezTo>
                  <a:cubicBezTo>
                    <a:pt x="36555" y="51913"/>
                    <a:pt x="41948" y="47973"/>
                    <a:pt x="45030" y="40777"/>
                  </a:cubicBezTo>
                  <a:lnTo>
                    <a:pt x="55218" y="46259"/>
                  </a:lnTo>
                  <a:cubicBezTo>
                    <a:pt x="50509" y="56796"/>
                    <a:pt x="41092" y="62967"/>
                    <a:pt x="29706" y="62967"/>
                  </a:cubicBezTo>
                  <a:close/>
                  <a:moveTo>
                    <a:pt x="90403" y="62110"/>
                  </a:moveTo>
                  <a:lnTo>
                    <a:pt x="75079" y="24243"/>
                  </a:lnTo>
                  <a:lnTo>
                    <a:pt x="75079" y="62110"/>
                  </a:lnTo>
                  <a:lnTo>
                    <a:pt x="63179" y="62110"/>
                  </a:lnTo>
                  <a:lnTo>
                    <a:pt x="63179" y="857"/>
                  </a:lnTo>
                  <a:lnTo>
                    <a:pt x="76620" y="857"/>
                  </a:lnTo>
                  <a:lnTo>
                    <a:pt x="93399" y="42661"/>
                  </a:lnTo>
                  <a:lnTo>
                    <a:pt x="110179" y="857"/>
                  </a:lnTo>
                  <a:lnTo>
                    <a:pt x="123534" y="857"/>
                  </a:lnTo>
                  <a:lnTo>
                    <a:pt x="123534" y="62110"/>
                  </a:lnTo>
                  <a:lnTo>
                    <a:pt x="111805" y="62110"/>
                  </a:lnTo>
                  <a:lnTo>
                    <a:pt x="111805" y="24158"/>
                  </a:lnTo>
                  <a:lnTo>
                    <a:pt x="96481" y="62110"/>
                  </a:lnTo>
                  <a:lnTo>
                    <a:pt x="90403" y="62110"/>
                  </a:lnTo>
                  <a:close/>
                  <a:moveTo>
                    <a:pt x="149959" y="62110"/>
                  </a:moveTo>
                  <a:lnTo>
                    <a:pt x="149959" y="34951"/>
                  </a:lnTo>
                  <a:lnTo>
                    <a:pt x="127529" y="857"/>
                  </a:lnTo>
                  <a:lnTo>
                    <a:pt x="141141" y="857"/>
                  </a:lnTo>
                  <a:lnTo>
                    <a:pt x="155951" y="24586"/>
                  </a:lnTo>
                  <a:lnTo>
                    <a:pt x="170676" y="857"/>
                  </a:lnTo>
                  <a:lnTo>
                    <a:pt x="184288" y="857"/>
                  </a:lnTo>
                  <a:lnTo>
                    <a:pt x="162030" y="34694"/>
                  </a:lnTo>
                  <a:lnTo>
                    <a:pt x="162030" y="62110"/>
                  </a:lnTo>
                  <a:lnTo>
                    <a:pt x="149959" y="62110"/>
                  </a:lnTo>
                  <a:close/>
                  <a:moveTo>
                    <a:pt x="188331" y="62110"/>
                  </a:moveTo>
                  <a:lnTo>
                    <a:pt x="188331" y="857"/>
                  </a:lnTo>
                  <a:lnTo>
                    <a:pt x="200316" y="857"/>
                  </a:lnTo>
                  <a:lnTo>
                    <a:pt x="200316" y="25957"/>
                  </a:lnTo>
                  <a:lnTo>
                    <a:pt x="222061" y="857"/>
                  </a:lnTo>
                  <a:lnTo>
                    <a:pt x="237642" y="857"/>
                  </a:lnTo>
                  <a:lnTo>
                    <a:pt x="214185" y="26471"/>
                  </a:lnTo>
                  <a:lnTo>
                    <a:pt x="238498" y="62110"/>
                  </a:lnTo>
                  <a:lnTo>
                    <a:pt x="224372" y="62110"/>
                  </a:lnTo>
                  <a:lnTo>
                    <a:pt x="206309" y="35123"/>
                  </a:lnTo>
                  <a:lnTo>
                    <a:pt x="200316" y="41633"/>
                  </a:lnTo>
                  <a:lnTo>
                    <a:pt x="200316" y="62110"/>
                  </a:lnTo>
                  <a:lnTo>
                    <a:pt x="188331" y="62110"/>
                  </a:lnTo>
                  <a:close/>
                  <a:moveTo>
                    <a:pt x="22515" y="196224"/>
                  </a:moveTo>
                  <a:cubicBezTo>
                    <a:pt x="10958" y="196224"/>
                    <a:pt x="1027" y="188600"/>
                    <a:pt x="0" y="178920"/>
                  </a:cubicBezTo>
                  <a:lnTo>
                    <a:pt x="6506" y="177635"/>
                  </a:lnTo>
                  <a:cubicBezTo>
                    <a:pt x="8133" y="185088"/>
                    <a:pt x="14039" y="189542"/>
                    <a:pt x="22429" y="189542"/>
                  </a:cubicBezTo>
                  <a:cubicBezTo>
                    <a:pt x="31247" y="189542"/>
                    <a:pt x="37240" y="185259"/>
                    <a:pt x="37240" y="178920"/>
                  </a:cubicBezTo>
                  <a:cubicBezTo>
                    <a:pt x="37240" y="171895"/>
                    <a:pt x="31846" y="167869"/>
                    <a:pt x="22258" y="167869"/>
                  </a:cubicBezTo>
                  <a:lnTo>
                    <a:pt x="16865" y="167869"/>
                  </a:lnTo>
                  <a:lnTo>
                    <a:pt x="16865" y="161787"/>
                  </a:lnTo>
                  <a:lnTo>
                    <a:pt x="20974" y="161787"/>
                  </a:lnTo>
                  <a:cubicBezTo>
                    <a:pt x="29364" y="161787"/>
                    <a:pt x="35356" y="157075"/>
                    <a:pt x="35356" y="150479"/>
                  </a:cubicBezTo>
                  <a:cubicBezTo>
                    <a:pt x="35356" y="144140"/>
                    <a:pt x="30305" y="140028"/>
                    <a:pt x="22601" y="140028"/>
                  </a:cubicBezTo>
                  <a:cubicBezTo>
                    <a:pt x="14125" y="140028"/>
                    <a:pt x="8047" y="145082"/>
                    <a:pt x="8304" y="152021"/>
                  </a:cubicBezTo>
                  <a:lnTo>
                    <a:pt x="1712" y="151421"/>
                  </a:lnTo>
                  <a:cubicBezTo>
                    <a:pt x="1712" y="140713"/>
                    <a:pt x="10187" y="133346"/>
                    <a:pt x="22515" y="133346"/>
                  </a:cubicBezTo>
                  <a:cubicBezTo>
                    <a:pt x="33987" y="133346"/>
                    <a:pt x="42205" y="140199"/>
                    <a:pt x="42205" y="149879"/>
                  </a:cubicBezTo>
                  <a:cubicBezTo>
                    <a:pt x="42205" y="156304"/>
                    <a:pt x="38353" y="161615"/>
                    <a:pt x="31761" y="164357"/>
                  </a:cubicBezTo>
                  <a:cubicBezTo>
                    <a:pt x="39637" y="166584"/>
                    <a:pt x="44174" y="171981"/>
                    <a:pt x="44174" y="179348"/>
                  </a:cubicBezTo>
                  <a:cubicBezTo>
                    <a:pt x="44174" y="189200"/>
                    <a:pt x="35185" y="196224"/>
                    <a:pt x="22515" y="196224"/>
                  </a:cubicBezTo>
                  <a:close/>
                  <a:moveTo>
                    <a:pt x="75155" y="196224"/>
                  </a:moveTo>
                  <a:cubicBezTo>
                    <a:pt x="60944" y="196224"/>
                    <a:pt x="51784" y="183717"/>
                    <a:pt x="51784" y="164442"/>
                  </a:cubicBezTo>
                  <a:cubicBezTo>
                    <a:pt x="51784" y="145339"/>
                    <a:pt x="60944" y="133260"/>
                    <a:pt x="75326" y="133260"/>
                  </a:cubicBezTo>
                  <a:cubicBezTo>
                    <a:pt x="84915" y="133260"/>
                    <a:pt x="92705" y="138486"/>
                    <a:pt x="95274" y="146538"/>
                  </a:cubicBezTo>
                  <a:lnTo>
                    <a:pt x="89110" y="148594"/>
                  </a:lnTo>
                  <a:cubicBezTo>
                    <a:pt x="86884" y="143026"/>
                    <a:pt x="82089" y="139856"/>
                    <a:pt x="75669" y="139856"/>
                  </a:cubicBezTo>
                  <a:cubicBezTo>
                    <a:pt x="64540" y="139856"/>
                    <a:pt x="58204" y="148937"/>
                    <a:pt x="58204" y="164956"/>
                  </a:cubicBezTo>
                  <a:lnTo>
                    <a:pt x="58204" y="166670"/>
                  </a:lnTo>
                  <a:cubicBezTo>
                    <a:pt x="61715" y="159388"/>
                    <a:pt x="68478" y="155190"/>
                    <a:pt x="76782" y="155190"/>
                  </a:cubicBezTo>
                  <a:cubicBezTo>
                    <a:pt x="88425" y="155190"/>
                    <a:pt x="96643" y="163414"/>
                    <a:pt x="96643" y="174979"/>
                  </a:cubicBezTo>
                  <a:cubicBezTo>
                    <a:pt x="96643" y="187229"/>
                    <a:pt x="87483" y="196224"/>
                    <a:pt x="75155" y="196224"/>
                  </a:cubicBezTo>
                  <a:close/>
                  <a:moveTo>
                    <a:pt x="75497" y="189628"/>
                  </a:moveTo>
                  <a:cubicBezTo>
                    <a:pt x="83802" y="189628"/>
                    <a:pt x="89623" y="183717"/>
                    <a:pt x="89623" y="175322"/>
                  </a:cubicBezTo>
                  <a:cubicBezTo>
                    <a:pt x="89623" y="167184"/>
                    <a:pt x="84230" y="161872"/>
                    <a:pt x="76011" y="161872"/>
                  </a:cubicBezTo>
                  <a:cubicBezTo>
                    <a:pt x="68563" y="161872"/>
                    <a:pt x="62314" y="166327"/>
                    <a:pt x="60602" y="173009"/>
                  </a:cubicBezTo>
                  <a:cubicBezTo>
                    <a:pt x="59917" y="175664"/>
                    <a:pt x="60259" y="177635"/>
                    <a:pt x="61201" y="179862"/>
                  </a:cubicBezTo>
                  <a:cubicBezTo>
                    <a:pt x="63941" y="186287"/>
                    <a:pt x="69248" y="189628"/>
                    <a:pt x="75497" y="189628"/>
                  </a:cubicBezTo>
                  <a:close/>
                  <a:moveTo>
                    <a:pt x="104110" y="203763"/>
                  </a:moveTo>
                  <a:cubicBezTo>
                    <a:pt x="107278" y="202906"/>
                    <a:pt x="107620" y="200764"/>
                    <a:pt x="107620" y="198194"/>
                  </a:cubicBezTo>
                  <a:lnTo>
                    <a:pt x="107620" y="195367"/>
                  </a:lnTo>
                  <a:lnTo>
                    <a:pt x="104110" y="195367"/>
                  </a:lnTo>
                  <a:lnTo>
                    <a:pt x="104110" y="186715"/>
                  </a:lnTo>
                  <a:lnTo>
                    <a:pt x="111901" y="186715"/>
                  </a:lnTo>
                  <a:lnTo>
                    <a:pt x="111901" y="198280"/>
                  </a:lnTo>
                  <a:cubicBezTo>
                    <a:pt x="111901" y="203506"/>
                    <a:pt x="109846" y="206418"/>
                    <a:pt x="104110" y="207446"/>
                  </a:cubicBezTo>
                  <a:lnTo>
                    <a:pt x="104110" y="203763"/>
                  </a:lnTo>
                  <a:close/>
                  <a:moveTo>
                    <a:pt x="158206" y="196224"/>
                  </a:moveTo>
                  <a:cubicBezTo>
                    <a:pt x="146649" y="196224"/>
                    <a:pt x="136718" y="188600"/>
                    <a:pt x="135690" y="178920"/>
                  </a:cubicBezTo>
                  <a:lnTo>
                    <a:pt x="142197" y="177635"/>
                  </a:lnTo>
                  <a:cubicBezTo>
                    <a:pt x="143824" y="185088"/>
                    <a:pt x="149730" y="189542"/>
                    <a:pt x="158120" y="189542"/>
                  </a:cubicBezTo>
                  <a:cubicBezTo>
                    <a:pt x="166938" y="189542"/>
                    <a:pt x="172931" y="185259"/>
                    <a:pt x="172931" y="178920"/>
                  </a:cubicBezTo>
                  <a:cubicBezTo>
                    <a:pt x="172931" y="171895"/>
                    <a:pt x="167537" y="167869"/>
                    <a:pt x="157949" y="167869"/>
                  </a:cubicBezTo>
                  <a:lnTo>
                    <a:pt x="152555" y="167869"/>
                  </a:lnTo>
                  <a:lnTo>
                    <a:pt x="152555" y="161787"/>
                  </a:lnTo>
                  <a:lnTo>
                    <a:pt x="156665" y="161787"/>
                  </a:lnTo>
                  <a:cubicBezTo>
                    <a:pt x="165055" y="161787"/>
                    <a:pt x="171047" y="157075"/>
                    <a:pt x="171047" y="150479"/>
                  </a:cubicBezTo>
                  <a:cubicBezTo>
                    <a:pt x="171047" y="144140"/>
                    <a:pt x="165996" y="140028"/>
                    <a:pt x="158292" y="140028"/>
                  </a:cubicBezTo>
                  <a:cubicBezTo>
                    <a:pt x="149816" y="140028"/>
                    <a:pt x="143738" y="145082"/>
                    <a:pt x="143995" y="152021"/>
                  </a:cubicBezTo>
                  <a:lnTo>
                    <a:pt x="137402" y="151421"/>
                  </a:lnTo>
                  <a:cubicBezTo>
                    <a:pt x="137402" y="140713"/>
                    <a:pt x="145878" y="133346"/>
                    <a:pt x="158206" y="133346"/>
                  </a:cubicBezTo>
                  <a:cubicBezTo>
                    <a:pt x="169677" y="133346"/>
                    <a:pt x="177896" y="140199"/>
                    <a:pt x="177896" y="149879"/>
                  </a:cubicBezTo>
                  <a:cubicBezTo>
                    <a:pt x="177896" y="156304"/>
                    <a:pt x="174044" y="161615"/>
                    <a:pt x="167452" y="164357"/>
                  </a:cubicBezTo>
                  <a:cubicBezTo>
                    <a:pt x="175327" y="166584"/>
                    <a:pt x="179865" y="171981"/>
                    <a:pt x="179865" y="179348"/>
                  </a:cubicBezTo>
                  <a:cubicBezTo>
                    <a:pt x="179865" y="189200"/>
                    <a:pt x="170876" y="196224"/>
                    <a:pt x="158206" y="196224"/>
                  </a:cubicBezTo>
                  <a:close/>
                  <a:moveTo>
                    <a:pt x="187560" y="189371"/>
                  </a:moveTo>
                  <a:cubicBezTo>
                    <a:pt x="196977" y="181575"/>
                    <a:pt x="202884" y="176692"/>
                    <a:pt x="209305" y="170182"/>
                  </a:cubicBezTo>
                  <a:cubicBezTo>
                    <a:pt x="217866" y="161444"/>
                    <a:pt x="219921" y="157846"/>
                    <a:pt x="219921" y="151849"/>
                  </a:cubicBezTo>
                  <a:cubicBezTo>
                    <a:pt x="219921" y="144654"/>
                    <a:pt x="214613" y="139771"/>
                    <a:pt x="206908" y="139771"/>
                  </a:cubicBezTo>
                  <a:cubicBezTo>
                    <a:pt x="199118" y="139771"/>
                    <a:pt x="193810" y="145253"/>
                    <a:pt x="193467" y="153820"/>
                  </a:cubicBezTo>
                  <a:lnTo>
                    <a:pt x="186961" y="153134"/>
                  </a:lnTo>
                  <a:cubicBezTo>
                    <a:pt x="187132" y="141484"/>
                    <a:pt x="195522" y="133260"/>
                    <a:pt x="207079" y="133260"/>
                  </a:cubicBezTo>
                  <a:cubicBezTo>
                    <a:pt x="218722" y="133260"/>
                    <a:pt x="226855" y="140970"/>
                    <a:pt x="226855" y="151935"/>
                  </a:cubicBezTo>
                  <a:cubicBezTo>
                    <a:pt x="226855" y="159388"/>
                    <a:pt x="223259" y="165813"/>
                    <a:pt x="214784" y="173608"/>
                  </a:cubicBezTo>
                  <a:cubicBezTo>
                    <a:pt x="208620" y="179177"/>
                    <a:pt x="203569" y="183460"/>
                    <a:pt x="197063" y="188514"/>
                  </a:cubicBezTo>
                  <a:lnTo>
                    <a:pt x="228225" y="188686"/>
                  </a:lnTo>
                  <a:lnTo>
                    <a:pt x="228225" y="195367"/>
                  </a:lnTo>
                  <a:lnTo>
                    <a:pt x="187560" y="195367"/>
                  </a:lnTo>
                  <a:lnTo>
                    <a:pt x="187560" y="189371"/>
                  </a:lnTo>
                  <a:close/>
                  <a:moveTo>
                    <a:pt x="237794" y="203763"/>
                  </a:moveTo>
                  <a:cubicBezTo>
                    <a:pt x="240961" y="202906"/>
                    <a:pt x="241304" y="200764"/>
                    <a:pt x="241304" y="198194"/>
                  </a:cubicBezTo>
                  <a:lnTo>
                    <a:pt x="241304" y="195367"/>
                  </a:lnTo>
                  <a:lnTo>
                    <a:pt x="237794" y="195367"/>
                  </a:lnTo>
                  <a:lnTo>
                    <a:pt x="237794" y="186715"/>
                  </a:lnTo>
                  <a:lnTo>
                    <a:pt x="245585" y="186715"/>
                  </a:lnTo>
                  <a:lnTo>
                    <a:pt x="245585" y="198280"/>
                  </a:lnTo>
                  <a:cubicBezTo>
                    <a:pt x="245585" y="203506"/>
                    <a:pt x="243530" y="206418"/>
                    <a:pt x="237794" y="207446"/>
                  </a:cubicBezTo>
                  <a:lnTo>
                    <a:pt x="237794" y="203763"/>
                  </a:lnTo>
                  <a:close/>
                  <a:moveTo>
                    <a:pt x="295913" y="196224"/>
                  </a:moveTo>
                  <a:cubicBezTo>
                    <a:pt x="281360" y="196224"/>
                    <a:pt x="271343" y="183460"/>
                    <a:pt x="271343" y="164785"/>
                  </a:cubicBezTo>
                  <a:cubicBezTo>
                    <a:pt x="271343" y="146110"/>
                    <a:pt x="281360" y="133260"/>
                    <a:pt x="295913" y="133260"/>
                  </a:cubicBezTo>
                  <a:cubicBezTo>
                    <a:pt x="310552" y="133260"/>
                    <a:pt x="320397" y="145939"/>
                    <a:pt x="320397" y="164785"/>
                  </a:cubicBezTo>
                  <a:cubicBezTo>
                    <a:pt x="320397" y="183546"/>
                    <a:pt x="310467" y="196224"/>
                    <a:pt x="295913" y="196224"/>
                  </a:cubicBezTo>
                  <a:close/>
                  <a:moveTo>
                    <a:pt x="295913" y="189542"/>
                  </a:moveTo>
                  <a:cubicBezTo>
                    <a:pt x="306357" y="189542"/>
                    <a:pt x="313377" y="179605"/>
                    <a:pt x="313377" y="164785"/>
                  </a:cubicBezTo>
                  <a:cubicBezTo>
                    <a:pt x="313377" y="149793"/>
                    <a:pt x="306443" y="139942"/>
                    <a:pt x="295913" y="139942"/>
                  </a:cubicBezTo>
                  <a:cubicBezTo>
                    <a:pt x="285383" y="139942"/>
                    <a:pt x="278363" y="149793"/>
                    <a:pt x="278363" y="164785"/>
                  </a:cubicBezTo>
                  <a:cubicBezTo>
                    <a:pt x="278363" y="179605"/>
                    <a:pt x="285383" y="189542"/>
                    <a:pt x="295913" y="189542"/>
                  </a:cubicBezTo>
                  <a:close/>
                  <a:moveTo>
                    <a:pt x="327332" y="203763"/>
                  </a:moveTo>
                  <a:cubicBezTo>
                    <a:pt x="330499" y="202906"/>
                    <a:pt x="330841" y="200764"/>
                    <a:pt x="330841" y="198194"/>
                  </a:cubicBezTo>
                  <a:lnTo>
                    <a:pt x="330841" y="195367"/>
                  </a:lnTo>
                  <a:lnTo>
                    <a:pt x="327332" y="195367"/>
                  </a:lnTo>
                  <a:lnTo>
                    <a:pt x="327332" y="186715"/>
                  </a:lnTo>
                  <a:lnTo>
                    <a:pt x="335122" y="186715"/>
                  </a:lnTo>
                  <a:lnTo>
                    <a:pt x="335122" y="198280"/>
                  </a:lnTo>
                  <a:cubicBezTo>
                    <a:pt x="335122" y="203506"/>
                    <a:pt x="333067" y="206418"/>
                    <a:pt x="327332" y="207446"/>
                  </a:cubicBezTo>
                  <a:lnTo>
                    <a:pt x="327332" y="203763"/>
                  </a:lnTo>
                  <a:close/>
                  <a:moveTo>
                    <a:pt x="385451" y="196224"/>
                  </a:moveTo>
                  <a:cubicBezTo>
                    <a:pt x="370897" y="196224"/>
                    <a:pt x="360881" y="183460"/>
                    <a:pt x="360881" y="164785"/>
                  </a:cubicBezTo>
                  <a:cubicBezTo>
                    <a:pt x="360881" y="146110"/>
                    <a:pt x="370897" y="133260"/>
                    <a:pt x="385451" y="133260"/>
                  </a:cubicBezTo>
                  <a:cubicBezTo>
                    <a:pt x="400090" y="133260"/>
                    <a:pt x="409935" y="145939"/>
                    <a:pt x="409935" y="164785"/>
                  </a:cubicBezTo>
                  <a:cubicBezTo>
                    <a:pt x="409935" y="183546"/>
                    <a:pt x="400005" y="196224"/>
                    <a:pt x="385451" y="196224"/>
                  </a:cubicBezTo>
                  <a:close/>
                  <a:moveTo>
                    <a:pt x="385451" y="189542"/>
                  </a:moveTo>
                  <a:cubicBezTo>
                    <a:pt x="395895" y="189542"/>
                    <a:pt x="402915" y="179605"/>
                    <a:pt x="402915" y="164785"/>
                  </a:cubicBezTo>
                  <a:cubicBezTo>
                    <a:pt x="402915" y="149793"/>
                    <a:pt x="395981" y="139942"/>
                    <a:pt x="385451" y="139942"/>
                  </a:cubicBezTo>
                  <a:cubicBezTo>
                    <a:pt x="374921" y="139942"/>
                    <a:pt x="367901" y="149793"/>
                    <a:pt x="367901" y="164785"/>
                  </a:cubicBezTo>
                  <a:cubicBezTo>
                    <a:pt x="367901" y="179605"/>
                    <a:pt x="374921" y="189542"/>
                    <a:pt x="385451" y="189542"/>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7" name="Google Shape;1217;p82"/>
            <p:cNvSpPr/>
            <p:nvPr/>
          </p:nvSpPr>
          <p:spPr>
            <a:xfrm>
              <a:off x="7649433" y="1852286"/>
              <a:ext cx="217087" cy="133338"/>
            </a:xfrm>
            <a:custGeom>
              <a:rect b="b" l="l" r="r" t="t"/>
              <a:pathLst>
                <a:path extrusionOk="0" h="195367" w="318076">
                  <a:moveTo>
                    <a:pt x="1456" y="61254"/>
                  </a:moveTo>
                  <a:lnTo>
                    <a:pt x="1456" y="0"/>
                  </a:lnTo>
                  <a:lnTo>
                    <a:pt x="20375" y="0"/>
                  </a:lnTo>
                  <a:cubicBezTo>
                    <a:pt x="35271" y="0"/>
                    <a:pt x="44859" y="7967"/>
                    <a:pt x="44859" y="20474"/>
                  </a:cubicBezTo>
                  <a:cubicBezTo>
                    <a:pt x="44859" y="33067"/>
                    <a:pt x="35357" y="41034"/>
                    <a:pt x="20375" y="41034"/>
                  </a:cubicBezTo>
                  <a:lnTo>
                    <a:pt x="13441" y="41034"/>
                  </a:lnTo>
                  <a:lnTo>
                    <a:pt x="13441" y="61254"/>
                  </a:lnTo>
                  <a:lnTo>
                    <a:pt x="1456" y="61254"/>
                  </a:lnTo>
                  <a:close/>
                  <a:moveTo>
                    <a:pt x="20375" y="30240"/>
                  </a:moveTo>
                  <a:cubicBezTo>
                    <a:pt x="28765" y="30240"/>
                    <a:pt x="32874" y="27070"/>
                    <a:pt x="32874" y="20474"/>
                  </a:cubicBezTo>
                  <a:cubicBezTo>
                    <a:pt x="32874" y="14049"/>
                    <a:pt x="28679" y="10794"/>
                    <a:pt x="20375" y="10794"/>
                  </a:cubicBezTo>
                  <a:lnTo>
                    <a:pt x="13441" y="10794"/>
                  </a:lnTo>
                  <a:lnTo>
                    <a:pt x="13441" y="30240"/>
                  </a:lnTo>
                  <a:lnTo>
                    <a:pt x="20375" y="30240"/>
                  </a:lnTo>
                  <a:close/>
                  <a:moveTo>
                    <a:pt x="68240" y="62110"/>
                  </a:moveTo>
                  <a:cubicBezTo>
                    <a:pt x="57368" y="62110"/>
                    <a:pt x="49492" y="52599"/>
                    <a:pt x="49492" y="39406"/>
                  </a:cubicBezTo>
                  <a:cubicBezTo>
                    <a:pt x="49492" y="26385"/>
                    <a:pt x="57368" y="16962"/>
                    <a:pt x="68240" y="16962"/>
                  </a:cubicBezTo>
                  <a:cubicBezTo>
                    <a:pt x="73120" y="16962"/>
                    <a:pt x="77315" y="19103"/>
                    <a:pt x="80482" y="22701"/>
                  </a:cubicBezTo>
                  <a:lnTo>
                    <a:pt x="80482" y="17818"/>
                  </a:lnTo>
                  <a:lnTo>
                    <a:pt x="91954" y="17818"/>
                  </a:lnTo>
                  <a:lnTo>
                    <a:pt x="91954" y="61254"/>
                  </a:lnTo>
                  <a:lnTo>
                    <a:pt x="81595" y="61254"/>
                  </a:lnTo>
                  <a:lnTo>
                    <a:pt x="81167" y="55597"/>
                  </a:lnTo>
                  <a:cubicBezTo>
                    <a:pt x="77914" y="59712"/>
                    <a:pt x="73463" y="62110"/>
                    <a:pt x="68240" y="62110"/>
                  </a:cubicBezTo>
                  <a:close/>
                  <a:moveTo>
                    <a:pt x="70723" y="51828"/>
                  </a:moveTo>
                  <a:cubicBezTo>
                    <a:pt x="76459" y="51828"/>
                    <a:pt x="80482" y="46688"/>
                    <a:pt x="80482" y="39406"/>
                  </a:cubicBezTo>
                  <a:cubicBezTo>
                    <a:pt x="80482" y="32296"/>
                    <a:pt x="76459" y="27242"/>
                    <a:pt x="70723" y="27242"/>
                  </a:cubicBezTo>
                  <a:cubicBezTo>
                    <a:pt x="64987" y="27242"/>
                    <a:pt x="60963" y="32296"/>
                    <a:pt x="60963" y="39406"/>
                  </a:cubicBezTo>
                  <a:cubicBezTo>
                    <a:pt x="60963" y="46688"/>
                    <a:pt x="64987" y="51828"/>
                    <a:pt x="70723" y="51828"/>
                  </a:cubicBezTo>
                  <a:close/>
                  <a:moveTo>
                    <a:pt x="101771" y="61254"/>
                  </a:moveTo>
                  <a:lnTo>
                    <a:pt x="101771" y="17818"/>
                  </a:lnTo>
                  <a:lnTo>
                    <a:pt x="111958" y="17818"/>
                  </a:lnTo>
                  <a:lnTo>
                    <a:pt x="112215" y="24243"/>
                  </a:lnTo>
                  <a:cubicBezTo>
                    <a:pt x="114783" y="19874"/>
                    <a:pt x="120091" y="16962"/>
                    <a:pt x="125656" y="16962"/>
                  </a:cubicBezTo>
                  <a:cubicBezTo>
                    <a:pt x="134901" y="16962"/>
                    <a:pt x="140124" y="23130"/>
                    <a:pt x="140124" y="33924"/>
                  </a:cubicBezTo>
                  <a:lnTo>
                    <a:pt x="140124" y="61254"/>
                  </a:lnTo>
                  <a:lnTo>
                    <a:pt x="128652" y="61254"/>
                  </a:lnTo>
                  <a:lnTo>
                    <a:pt x="128652" y="36322"/>
                  </a:lnTo>
                  <a:cubicBezTo>
                    <a:pt x="128652" y="30497"/>
                    <a:pt x="126255" y="27242"/>
                    <a:pt x="121632" y="27242"/>
                  </a:cubicBezTo>
                  <a:cubicBezTo>
                    <a:pt x="117180" y="27242"/>
                    <a:pt x="114269" y="30583"/>
                    <a:pt x="113585" y="35980"/>
                  </a:cubicBezTo>
                  <a:cubicBezTo>
                    <a:pt x="113328" y="37436"/>
                    <a:pt x="113242" y="39834"/>
                    <a:pt x="113242" y="44546"/>
                  </a:cubicBezTo>
                  <a:lnTo>
                    <a:pt x="113242" y="61254"/>
                  </a:lnTo>
                  <a:lnTo>
                    <a:pt x="101771" y="61254"/>
                  </a:lnTo>
                  <a:close/>
                  <a:moveTo>
                    <a:pt x="167623" y="62196"/>
                  </a:moveTo>
                  <a:cubicBezTo>
                    <a:pt x="157179" y="62196"/>
                    <a:pt x="151786" y="56199"/>
                    <a:pt x="151786" y="44546"/>
                  </a:cubicBezTo>
                  <a:lnTo>
                    <a:pt x="151786" y="28098"/>
                  </a:lnTo>
                  <a:lnTo>
                    <a:pt x="145108" y="28098"/>
                  </a:lnTo>
                  <a:lnTo>
                    <a:pt x="145108" y="17818"/>
                  </a:lnTo>
                  <a:lnTo>
                    <a:pt x="151786" y="17818"/>
                  </a:lnTo>
                  <a:lnTo>
                    <a:pt x="151786" y="4969"/>
                  </a:lnTo>
                  <a:lnTo>
                    <a:pt x="163257" y="4969"/>
                  </a:lnTo>
                  <a:lnTo>
                    <a:pt x="163257" y="17818"/>
                  </a:lnTo>
                  <a:lnTo>
                    <a:pt x="174814" y="17818"/>
                  </a:lnTo>
                  <a:lnTo>
                    <a:pt x="174814" y="28098"/>
                  </a:lnTo>
                  <a:lnTo>
                    <a:pt x="163257" y="28098"/>
                  </a:lnTo>
                  <a:lnTo>
                    <a:pt x="163257" y="44717"/>
                  </a:lnTo>
                  <a:cubicBezTo>
                    <a:pt x="163257" y="49343"/>
                    <a:pt x="165312" y="51828"/>
                    <a:pt x="169164" y="51828"/>
                  </a:cubicBezTo>
                  <a:cubicBezTo>
                    <a:pt x="170876" y="51828"/>
                    <a:pt x="172759" y="51485"/>
                    <a:pt x="174900" y="50628"/>
                  </a:cubicBezTo>
                  <a:lnTo>
                    <a:pt x="176356" y="60740"/>
                  </a:lnTo>
                  <a:cubicBezTo>
                    <a:pt x="173701" y="61682"/>
                    <a:pt x="170791" y="62196"/>
                    <a:pt x="167623" y="62196"/>
                  </a:cubicBezTo>
                  <a:close/>
                  <a:moveTo>
                    <a:pt x="201306" y="62110"/>
                  </a:moveTo>
                  <a:cubicBezTo>
                    <a:pt x="188978" y="62110"/>
                    <a:pt x="180075" y="52684"/>
                    <a:pt x="180075" y="39492"/>
                  </a:cubicBezTo>
                  <a:cubicBezTo>
                    <a:pt x="180075" y="26471"/>
                    <a:pt x="188978" y="16962"/>
                    <a:pt x="201306" y="16962"/>
                  </a:cubicBezTo>
                  <a:cubicBezTo>
                    <a:pt x="213633" y="16962"/>
                    <a:pt x="222537" y="26471"/>
                    <a:pt x="222537" y="39492"/>
                  </a:cubicBezTo>
                  <a:cubicBezTo>
                    <a:pt x="222537" y="52684"/>
                    <a:pt x="213633" y="62110"/>
                    <a:pt x="201306" y="62110"/>
                  </a:cubicBezTo>
                  <a:close/>
                  <a:moveTo>
                    <a:pt x="201306" y="51828"/>
                  </a:moveTo>
                  <a:cubicBezTo>
                    <a:pt x="207041" y="51828"/>
                    <a:pt x="211065" y="46773"/>
                    <a:pt x="211065" y="39492"/>
                  </a:cubicBezTo>
                  <a:cubicBezTo>
                    <a:pt x="211065" y="32210"/>
                    <a:pt x="207127" y="27242"/>
                    <a:pt x="201306" y="27242"/>
                  </a:cubicBezTo>
                  <a:cubicBezTo>
                    <a:pt x="195484" y="27242"/>
                    <a:pt x="191546" y="32210"/>
                    <a:pt x="191546" y="39492"/>
                  </a:cubicBezTo>
                  <a:cubicBezTo>
                    <a:pt x="191546" y="46773"/>
                    <a:pt x="195570" y="51828"/>
                    <a:pt x="201306" y="51828"/>
                  </a:cubicBezTo>
                  <a:close/>
                  <a:moveTo>
                    <a:pt x="230270" y="61254"/>
                  </a:moveTo>
                  <a:lnTo>
                    <a:pt x="230270" y="17818"/>
                  </a:lnTo>
                  <a:lnTo>
                    <a:pt x="240457" y="17818"/>
                  </a:lnTo>
                  <a:lnTo>
                    <a:pt x="240715" y="24243"/>
                  </a:lnTo>
                  <a:cubicBezTo>
                    <a:pt x="243283" y="19874"/>
                    <a:pt x="248591" y="16962"/>
                    <a:pt x="254155" y="16962"/>
                  </a:cubicBezTo>
                  <a:cubicBezTo>
                    <a:pt x="263401" y="16962"/>
                    <a:pt x="268623" y="23130"/>
                    <a:pt x="268623" y="33924"/>
                  </a:cubicBezTo>
                  <a:lnTo>
                    <a:pt x="268623" y="61254"/>
                  </a:lnTo>
                  <a:lnTo>
                    <a:pt x="257151" y="61254"/>
                  </a:lnTo>
                  <a:lnTo>
                    <a:pt x="257151" y="36322"/>
                  </a:lnTo>
                  <a:cubicBezTo>
                    <a:pt x="257151" y="30497"/>
                    <a:pt x="254755" y="27242"/>
                    <a:pt x="250132" y="27242"/>
                  </a:cubicBezTo>
                  <a:cubicBezTo>
                    <a:pt x="245680" y="27242"/>
                    <a:pt x="242769" y="30583"/>
                    <a:pt x="242084" y="35980"/>
                  </a:cubicBezTo>
                  <a:cubicBezTo>
                    <a:pt x="241828" y="37436"/>
                    <a:pt x="241742" y="39834"/>
                    <a:pt x="241742" y="44546"/>
                  </a:cubicBezTo>
                  <a:lnTo>
                    <a:pt x="241742" y="61254"/>
                  </a:lnTo>
                  <a:lnTo>
                    <a:pt x="230270" y="61254"/>
                  </a:lnTo>
                  <a:close/>
                  <a:moveTo>
                    <a:pt x="297616" y="62110"/>
                  </a:moveTo>
                  <a:cubicBezTo>
                    <a:pt x="285374" y="62110"/>
                    <a:pt x="276385" y="52684"/>
                    <a:pt x="276385" y="39492"/>
                  </a:cubicBezTo>
                  <a:cubicBezTo>
                    <a:pt x="276385" y="26299"/>
                    <a:pt x="285032" y="16962"/>
                    <a:pt x="297274" y="16962"/>
                  </a:cubicBezTo>
                  <a:cubicBezTo>
                    <a:pt x="309259" y="16962"/>
                    <a:pt x="318077" y="26042"/>
                    <a:pt x="318077" y="38549"/>
                  </a:cubicBezTo>
                  <a:cubicBezTo>
                    <a:pt x="318077" y="39920"/>
                    <a:pt x="317906" y="41548"/>
                    <a:pt x="317734" y="43004"/>
                  </a:cubicBezTo>
                  <a:lnTo>
                    <a:pt x="288113" y="43004"/>
                  </a:lnTo>
                  <a:cubicBezTo>
                    <a:pt x="289055" y="48829"/>
                    <a:pt x="292565" y="52342"/>
                    <a:pt x="297616" y="52342"/>
                  </a:cubicBezTo>
                  <a:cubicBezTo>
                    <a:pt x="301897" y="52342"/>
                    <a:pt x="305064" y="50543"/>
                    <a:pt x="307718" y="46602"/>
                  </a:cubicBezTo>
                  <a:lnTo>
                    <a:pt x="316707" y="51314"/>
                  </a:lnTo>
                  <a:cubicBezTo>
                    <a:pt x="312855" y="58255"/>
                    <a:pt x="306092" y="62110"/>
                    <a:pt x="297616" y="62110"/>
                  </a:cubicBezTo>
                  <a:close/>
                  <a:moveTo>
                    <a:pt x="305920" y="35466"/>
                  </a:moveTo>
                  <a:cubicBezTo>
                    <a:pt x="305235" y="29983"/>
                    <a:pt x="301982" y="26728"/>
                    <a:pt x="297274" y="26728"/>
                  </a:cubicBezTo>
                  <a:cubicBezTo>
                    <a:pt x="292309" y="26728"/>
                    <a:pt x="289055" y="29897"/>
                    <a:pt x="288113" y="35466"/>
                  </a:cubicBezTo>
                  <a:lnTo>
                    <a:pt x="305920" y="35466"/>
                  </a:lnTo>
                  <a:close/>
                  <a:moveTo>
                    <a:pt x="599" y="188514"/>
                  </a:moveTo>
                  <a:cubicBezTo>
                    <a:pt x="10017" y="180719"/>
                    <a:pt x="15923" y="175836"/>
                    <a:pt x="22344" y="169325"/>
                  </a:cubicBezTo>
                  <a:cubicBezTo>
                    <a:pt x="30905" y="160587"/>
                    <a:pt x="32960" y="156989"/>
                    <a:pt x="32960" y="150993"/>
                  </a:cubicBezTo>
                  <a:cubicBezTo>
                    <a:pt x="32960" y="143797"/>
                    <a:pt x="27652" y="138914"/>
                    <a:pt x="19947" y="138914"/>
                  </a:cubicBezTo>
                  <a:cubicBezTo>
                    <a:pt x="12157" y="138914"/>
                    <a:pt x="6849" y="144397"/>
                    <a:pt x="6507" y="152963"/>
                  </a:cubicBezTo>
                  <a:lnTo>
                    <a:pt x="0" y="152278"/>
                  </a:lnTo>
                  <a:cubicBezTo>
                    <a:pt x="171" y="140627"/>
                    <a:pt x="8561" y="132403"/>
                    <a:pt x="20118" y="132403"/>
                  </a:cubicBezTo>
                  <a:cubicBezTo>
                    <a:pt x="31761" y="132403"/>
                    <a:pt x="39894" y="140113"/>
                    <a:pt x="39894" y="151078"/>
                  </a:cubicBezTo>
                  <a:cubicBezTo>
                    <a:pt x="39894" y="158531"/>
                    <a:pt x="36299" y="164956"/>
                    <a:pt x="27823" y="172752"/>
                  </a:cubicBezTo>
                  <a:cubicBezTo>
                    <a:pt x="21660" y="178320"/>
                    <a:pt x="16609" y="182603"/>
                    <a:pt x="10102" y="187658"/>
                  </a:cubicBezTo>
                  <a:lnTo>
                    <a:pt x="41264" y="187829"/>
                  </a:lnTo>
                  <a:lnTo>
                    <a:pt x="41264" y="194511"/>
                  </a:lnTo>
                  <a:lnTo>
                    <a:pt x="599" y="194511"/>
                  </a:lnTo>
                  <a:lnTo>
                    <a:pt x="599" y="188514"/>
                  </a:lnTo>
                  <a:close/>
                  <a:moveTo>
                    <a:pt x="56588" y="194511"/>
                  </a:moveTo>
                  <a:lnTo>
                    <a:pt x="78504" y="139942"/>
                  </a:lnTo>
                  <a:lnTo>
                    <a:pt x="45801" y="139942"/>
                  </a:lnTo>
                  <a:lnTo>
                    <a:pt x="45801" y="133260"/>
                  </a:lnTo>
                  <a:lnTo>
                    <a:pt x="85781" y="133260"/>
                  </a:lnTo>
                  <a:lnTo>
                    <a:pt x="85781" y="139085"/>
                  </a:lnTo>
                  <a:lnTo>
                    <a:pt x="63779" y="194511"/>
                  </a:lnTo>
                  <a:lnTo>
                    <a:pt x="56588" y="194511"/>
                  </a:lnTo>
                  <a:close/>
                  <a:moveTo>
                    <a:pt x="115230" y="195368"/>
                  </a:moveTo>
                  <a:cubicBezTo>
                    <a:pt x="100676" y="195368"/>
                    <a:pt x="90660" y="182603"/>
                    <a:pt x="90660" y="163928"/>
                  </a:cubicBezTo>
                  <a:cubicBezTo>
                    <a:pt x="90660" y="145253"/>
                    <a:pt x="100676" y="132403"/>
                    <a:pt x="115230" y="132403"/>
                  </a:cubicBezTo>
                  <a:cubicBezTo>
                    <a:pt x="129869" y="132403"/>
                    <a:pt x="139714" y="145082"/>
                    <a:pt x="139714" y="163928"/>
                  </a:cubicBezTo>
                  <a:cubicBezTo>
                    <a:pt x="139714" y="182689"/>
                    <a:pt x="129784" y="195368"/>
                    <a:pt x="115230" y="195368"/>
                  </a:cubicBezTo>
                  <a:close/>
                  <a:moveTo>
                    <a:pt x="115230" y="188686"/>
                  </a:moveTo>
                  <a:cubicBezTo>
                    <a:pt x="125675" y="188686"/>
                    <a:pt x="132695" y="178748"/>
                    <a:pt x="132695" y="163928"/>
                  </a:cubicBezTo>
                  <a:cubicBezTo>
                    <a:pt x="132695" y="148937"/>
                    <a:pt x="125760" y="139085"/>
                    <a:pt x="115230" y="139085"/>
                  </a:cubicBezTo>
                  <a:cubicBezTo>
                    <a:pt x="104700" y="139085"/>
                    <a:pt x="97681" y="148937"/>
                    <a:pt x="97681" y="163928"/>
                  </a:cubicBezTo>
                  <a:cubicBezTo>
                    <a:pt x="97681" y="178748"/>
                    <a:pt x="104700" y="188686"/>
                    <a:pt x="115230" y="188686"/>
                  </a:cubicBezTo>
                  <a:close/>
                  <a:moveTo>
                    <a:pt x="169469" y="195368"/>
                  </a:moveTo>
                  <a:cubicBezTo>
                    <a:pt x="157911" y="195368"/>
                    <a:pt x="149008" y="188600"/>
                    <a:pt x="147381" y="178406"/>
                  </a:cubicBezTo>
                  <a:lnTo>
                    <a:pt x="153802" y="177035"/>
                  </a:lnTo>
                  <a:cubicBezTo>
                    <a:pt x="155172" y="184745"/>
                    <a:pt x="160822" y="188943"/>
                    <a:pt x="169639" y="188943"/>
                  </a:cubicBezTo>
                  <a:cubicBezTo>
                    <a:pt x="178372" y="188943"/>
                    <a:pt x="184707" y="182603"/>
                    <a:pt x="184707" y="174037"/>
                  </a:cubicBezTo>
                  <a:cubicBezTo>
                    <a:pt x="184707" y="165642"/>
                    <a:pt x="178457" y="159731"/>
                    <a:pt x="169725" y="159731"/>
                  </a:cubicBezTo>
                  <a:cubicBezTo>
                    <a:pt x="163989" y="159731"/>
                    <a:pt x="158768" y="161958"/>
                    <a:pt x="154744" y="166070"/>
                  </a:cubicBezTo>
                  <a:lnTo>
                    <a:pt x="149864" y="163500"/>
                  </a:lnTo>
                  <a:lnTo>
                    <a:pt x="153288" y="133260"/>
                  </a:lnTo>
                  <a:lnTo>
                    <a:pt x="188559" y="133260"/>
                  </a:lnTo>
                  <a:lnTo>
                    <a:pt x="188559" y="139942"/>
                  </a:lnTo>
                  <a:lnTo>
                    <a:pt x="159110" y="139942"/>
                  </a:lnTo>
                  <a:lnTo>
                    <a:pt x="157141" y="157503"/>
                  </a:lnTo>
                  <a:cubicBezTo>
                    <a:pt x="160308" y="155105"/>
                    <a:pt x="165359" y="153477"/>
                    <a:pt x="169982" y="153477"/>
                  </a:cubicBezTo>
                  <a:cubicBezTo>
                    <a:pt x="182567" y="153477"/>
                    <a:pt x="191556" y="162044"/>
                    <a:pt x="191556" y="174037"/>
                  </a:cubicBezTo>
                  <a:cubicBezTo>
                    <a:pt x="191556" y="186544"/>
                    <a:pt x="182395" y="195368"/>
                    <a:pt x="169469" y="195368"/>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8" name="Google Shape;1218;p82"/>
            <p:cNvSpPr/>
            <p:nvPr/>
          </p:nvSpPr>
          <p:spPr>
            <a:xfrm>
              <a:off x="7201356" y="2486294"/>
              <a:ext cx="238082" cy="133336"/>
            </a:xfrm>
            <a:custGeom>
              <a:rect b="b" l="l" r="r" t="t"/>
              <a:pathLst>
                <a:path extrusionOk="0" h="195364" w="348838">
                  <a:moveTo>
                    <a:pt x="38438" y="61251"/>
                  </a:moveTo>
                  <a:lnTo>
                    <a:pt x="38438" y="35380"/>
                  </a:lnTo>
                  <a:lnTo>
                    <a:pt x="13355" y="35380"/>
                  </a:lnTo>
                  <a:lnTo>
                    <a:pt x="13355" y="61251"/>
                  </a:lnTo>
                  <a:lnTo>
                    <a:pt x="1370" y="61251"/>
                  </a:lnTo>
                  <a:lnTo>
                    <a:pt x="1370" y="0"/>
                  </a:lnTo>
                  <a:lnTo>
                    <a:pt x="13355" y="0"/>
                  </a:lnTo>
                  <a:lnTo>
                    <a:pt x="13355" y="24329"/>
                  </a:lnTo>
                  <a:lnTo>
                    <a:pt x="38438" y="24329"/>
                  </a:lnTo>
                  <a:lnTo>
                    <a:pt x="38438" y="0"/>
                  </a:lnTo>
                  <a:lnTo>
                    <a:pt x="50424" y="0"/>
                  </a:lnTo>
                  <a:lnTo>
                    <a:pt x="50424" y="61251"/>
                  </a:lnTo>
                  <a:lnTo>
                    <a:pt x="38438" y="61251"/>
                  </a:lnTo>
                  <a:close/>
                  <a:moveTo>
                    <a:pt x="61648" y="61251"/>
                  </a:moveTo>
                  <a:lnTo>
                    <a:pt x="61648" y="0"/>
                  </a:lnTo>
                  <a:lnTo>
                    <a:pt x="105737" y="0"/>
                  </a:lnTo>
                  <a:lnTo>
                    <a:pt x="105737" y="11051"/>
                  </a:lnTo>
                  <a:lnTo>
                    <a:pt x="73633" y="11051"/>
                  </a:lnTo>
                  <a:lnTo>
                    <a:pt x="73633" y="24329"/>
                  </a:lnTo>
                  <a:lnTo>
                    <a:pt x="99573" y="24329"/>
                  </a:lnTo>
                  <a:lnTo>
                    <a:pt x="99573" y="35380"/>
                  </a:lnTo>
                  <a:lnTo>
                    <a:pt x="73633" y="35380"/>
                  </a:lnTo>
                  <a:lnTo>
                    <a:pt x="73633" y="50200"/>
                  </a:lnTo>
                  <a:lnTo>
                    <a:pt x="105737" y="50200"/>
                  </a:lnTo>
                  <a:lnTo>
                    <a:pt x="105737" y="61251"/>
                  </a:lnTo>
                  <a:lnTo>
                    <a:pt x="61648" y="61251"/>
                  </a:lnTo>
                  <a:close/>
                  <a:moveTo>
                    <a:pt x="111140" y="61251"/>
                  </a:moveTo>
                  <a:lnTo>
                    <a:pt x="130231" y="29640"/>
                  </a:lnTo>
                  <a:lnTo>
                    <a:pt x="112510" y="0"/>
                  </a:lnTo>
                  <a:lnTo>
                    <a:pt x="126207" y="0"/>
                  </a:lnTo>
                  <a:lnTo>
                    <a:pt x="138535" y="22359"/>
                  </a:lnTo>
                  <a:lnTo>
                    <a:pt x="150863" y="0"/>
                  </a:lnTo>
                  <a:lnTo>
                    <a:pt x="164560" y="0"/>
                  </a:lnTo>
                  <a:lnTo>
                    <a:pt x="146924" y="29640"/>
                  </a:lnTo>
                  <a:lnTo>
                    <a:pt x="165930" y="61251"/>
                  </a:lnTo>
                  <a:lnTo>
                    <a:pt x="152147" y="61251"/>
                  </a:lnTo>
                  <a:lnTo>
                    <a:pt x="138535" y="37007"/>
                  </a:lnTo>
                  <a:lnTo>
                    <a:pt x="124923" y="61251"/>
                  </a:lnTo>
                  <a:lnTo>
                    <a:pt x="111140" y="61251"/>
                  </a:lnTo>
                  <a:close/>
                  <a:moveTo>
                    <a:pt x="14382" y="194508"/>
                  </a:moveTo>
                  <a:lnTo>
                    <a:pt x="8218" y="194508"/>
                  </a:lnTo>
                  <a:lnTo>
                    <a:pt x="10359" y="178917"/>
                  </a:lnTo>
                  <a:lnTo>
                    <a:pt x="0" y="178917"/>
                  </a:lnTo>
                  <a:lnTo>
                    <a:pt x="0" y="173092"/>
                  </a:lnTo>
                  <a:lnTo>
                    <a:pt x="11214" y="173092"/>
                  </a:lnTo>
                  <a:lnTo>
                    <a:pt x="13783" y="154674"/>
                  </a:lnTo>
                  <a:lnTo>
                    <a:pt x="2654" y="154674"/>
                  </a:lnTo>
                  <a:lnTo>
                    <a:pt x="2654" y="148848"/>
                  </a:lnTo>
                  <a:lnTo>
                    <a:pt x="14639" y="148848"/>
                  </a:lnTo>
                  <a:lnTo>
                    <a:pt x="16779" y="133257"/>
                  </a:lnTo>
                  <a:lnTo>
                    <a:pt x="22943" y="133257"/>
                  </a:lnTo>
                  <a:lnTo>
                    <a:pt x="20803" y="148848"/>
                  </a:lnTo>
                  <a:lnTo>
                    <a:pt x="37925" y="148848"/>
                  </a:lnTo>
                  <a:lnTo>
                    <a:pt x="40065" y="133257"/>
                  </a:lnTo>
                  <a:lnTo>
                    <a:pt x="46229" y="133257"/>
                  </a:lnTo>
                  <a:lnTo>
                    <a:pt x="44089" y="148848"/>
                  </a:lnTo>
                  <a:lnTo>
                    <a:pt x="54448" y="148848"/>
                  </a:lnTo>
                  <a:lnTo>
                    <a:pt x="54448" y="154674"/>
                  </a:lnTo>
                  <a:lnTo>
                    <a:pt x="43233" y="154674"/>
                  </a:lnTo>
                  <a:lnTo>
                    <a:pt x="40664" y="173092"/>
                  </a:lnTo>
                  <a:lnTo>
                    <a:pt x="51794" y="173092"/>
                  </a:lnTo>
                  <a:lnTo>
                    <a:pt x="51794" y="178917"/>
                  </a:lnTo>
                  <a:lnTo>
                    <a:pt x="39808" y="178917"/>
                  </a:lnTo>
                  <a:lnTo>
                    <a:pt x="37668" y="194508"/>
                  </a:lnTo>
                  <a:lnTo>
                    <a:pt x="31504" y="194508"/>
                  </a:lnTo>
                  <a:lnTo>
                    <a:pt x="33644" y="178917"/>
                  </a:lnTo>
                  <a:lnTo>
                    <a:pt x="16523" y="178917"/>
                  </a:lnTo>
                  <a:lnTo>
                    <a:pt x="14382" y="194508"/>
                  </a:lnTo>
                  <a:close/>
                  <a:moveTo>
                    <a:pt x="17378" y="173092"/>
                  </a:moveTo>
                  <a:lnTo>
                    <a:pt x="34500" y="173092"/>
                  </a:lnTo>
                  <a:lnTo>
                    <a:pt x="37069" y="154674"/>
                  </a:lnTo>
                  <a:lnTo>
                    <a:pt x="19947" y="154674"/>
                  </a:lnTo>
                  <a:lnTo>
                    <a:pt x="17378" y="173092"/>
                  </a:lnTo>
                  <a:close/>
                  <a:moveTo>
                    <a:pt x="63931" y="194508"/>
                  </a:moveTo>
                  <a:lnTo>
                    <a:pt x="63931" y="133257"/>
                  </a:lnTo>
                  <a:lnTo>
                    <a:pt x="104681" y="133257"/>
                  </a:lnTo>
                  <a:lnTo>
                    <a:pt x="104681" y="139939"/>
                  </a:lnTo>
                  <a:lnTo>
                    <a:pt x="70951" y="139939"/>
                  </a:lnTo>
                  <a:lnTo>
                    <a:pt x="70951" y="159728"/>
                  </a:lnTo>
                  <a:lnTo>
                    <a:pt x="98431" y="159728"/>
                  </a:lnTo>
                  <a:lnTo>
                    <a:pt x="98431" y="166324"/>
                  </a:lnTo>
                  <a:lnTo>
                    <a:pt x="70951" y="166324"/>
                  </a:lnTo>
                  <a:lnTo>
                    <a:pt x="70951" y="194508"/>
                  </a:lnTo>
                  <a:lnTo>
                    <a:pt x="63931" y="194508"/>
                  </a:lnTo>
                  <a:close/>
                  <a:moveTo>
                    <a:pt x="113756" y="194508"/>
                  </a:moveTo>
                  <a:lnTo>
                    <a:pt x="113756" y="133257"/>
                  </a:lnTo>
                  <a:lnTo>
                    <a:pt x="154506" y="133257"/>
                  </a:lnTo>
                  <a:lnTo>
                    <a:pt x="154506" y="139939"/>
                  </a:lnTo>
                  <a:lnTo>
                    <a:pt x="120775" y="139939"/>
                  </a:lnTo>
                  <a:lnTo>
                    <a:pt x="120775" y="159728"/>
                  </a:lnTo>
                  <a:lnTo>
                    <a:pt x="148256" y="159728"/>
                  </a:lnTo>
                  <a:lnTo>
                    <a:pt x="148256" y="166324"/>
                  </a:lnTo>
                  <a:lnTo>
                    <a:pt x="120775" y="166324"/>
                  </a:lnTo>
                  <a:lnTo>
                    <a:pt x="120775" y="194508"/>
                  </a:lnTo>
                  <a:lnTo>
                    <a:pt x="113756" y="194508"/>
                  </a:lnTo>
                  <a:close/>
                  <a:moveTo>
                    <a:pt x="182671" y="195365"/>
                  </a:moveTo>
                  <a:cubicBezTo>
                    <a:pt x="171114" y="195365"/>
                    <a:pt x="162210" y="188597"/>
                    <a:pt x="160584" y="178403"/>
                  </a:cubicBezTo>
                  <a:lnTo>
                    <a:pt x="167005" y="177032"/>
                  </a:lnTo>
                  <a:cubicBezTo>
                    <a:pt x="168374" y="184742"/>
                    <a:pt x="174025" y="188940"/>
                    <a:pt x="182842" y="188940"/>
                  </a:cubicBezTo>
                  <a:cubicBezTo>
                    <a:pt x="191574" y="188940"/>
                    <a:pt x="197909" y="182601"/>
                    <a:pt x="197909" y="174034"/>
                  </a:cubicBezTo>
                  <a:cubicBezTo>
                    <a:pt x="197909" y="165639"/>
                    <a:pt x="191660" y="159728"/>
                    <a:pt x="182928" y="159728"/>
                  </a:cubicBezTo>
                  <a:cubicBezTo>
                    <a:pt x="177192" y="159728"/>
                    <a:pt x="171970" y="161955"/>
                    <a:pt x="167947" y="166067"/>
                  </a:cubicBezTo>
                  <a:lnTo>
                    <a:pt x="163067" y="163497"/>
                  </a:lnTo>
                  <a:lnTo>
                    <a:pt x="166491" y="133257"/>
                  </a:lnTo>
                  <a:lnTo>
                    <a:pt x="201762" y="133257"/>
                  </a:lnTo>
                  <a:lnTo>
                    <a:pt x="201762" y="139939"/>
                  </a:lnTo>
                  <a:lnTo>
                    <a:pt x="172312" y="139939"/>
                  </a:lnTo>
                  <a:lnTo>
                    <a:pt x="170343" y="157501"/>
                  </a:lnTo>
                  <a:cubicBezTo>
                    <a:pt x="173511" y="155102"/>
                    <a:pt x="178562" y="153474"/>
                    <a:pt x="183185" y="153474"/>
                  </a:cubicBezTo>
                  <a:cubicBezTo>
                    <a:pt x="195769" y="153474"/>
                    <a:pt x="204758" y="162041"/>
                    <a:pt x="204758" y="174034"/>
                  </a:cubicBezTo>
                  <a:cubicBezTo>
                    <a:pt x="204758" y="186541"/>
                    <a:pt x="195598" y="195365"/>
                    <a:pt x="182671" y="195365"/>
                  </a:cubicBezTo>
                  <a:close/>
                  <a:moveTo>
                    <a:pt x="211027" y="188511"/>
                  </a:moveTo>
                  <a:cubicBezTo>
                    <a:pt x="220444" y="180716"/>
                    <a:pt x="226351" y="175833"/>
                    <a:pt x="232772" y="169322"/>
                  </a:cubicBezTo>
                  <a:cubicBezTo>
                    <a:pt x="241332" y="160584"/>
                    <a:pt x="243387" y="156987"/>
                    <a:pt x="243387" y="150990"/>
                  </a:cubicBezTo>
                  <a:cubicBezTo>
                    <a:pt x="243387" y="143794"/>
                    <a:pt x="238079" y="138911"/>
                    <a:pt x="230375" y="138911"/>
                  </a:cubicBezTo>
                  <a:cubicBezTo>
                    <a:pt x="222584" y="138911"/>
                    <a:pt x="217276" y="144394"/>
                    <a:pt x="216934" y="152960"/>
                  </a:cubicBezTo>
                  <a:lnTo>
                    <a:pt x="210428" y="152275"/>
                  </a:lnTo>
                  <a:cubicBezTo>
                    <a:pt x="210598" y="140624"/>
                    <a:pt x="218988" y="132401"/>
                    <a:pt x="230546" y="132401"/>
                  </a:cubicBezTo>
                  <a:cubicBezTo>
                    <a:pt x="242189" y="132401"/>
                    <a:pt x="250321" y="140110"/>
                    <a:pt x="250321" y="151076"/>
                  </a:cubicBezTo>
                  <a:cubicBezTo>
                    <a:pt x="250321" y="158528"/>
                    <a:pt x="246726" y="164953"/>
                    <a:pt x="238251" y="172749"/>
                  </a:cubicBezTo>
                  <a:cubicBezTo>
                    <a:pt x="232087" y="178317"/>
                    <a:pt x="227036" y="182601"/>
                    <a:pt x="220529" y="187655"/>
                  </a:cubicBezTo>
                  <a:lnTo>
                    <a:pt x="251691" y="187826"/>
                  </a:lnTo>
                  <a:lnTo>
                    <a:pt x="251691" y="194508"/>
                  </a:lnTo>
                  <a:lnTo>
                    <a:pt x="211027" y="194508"/>
                  </a:lnTo>
                  <a:lnTo>
                    <a:pt x="211027" y="188511"/>
                  </a:lnTo>
                  <a:close/>
                  <a:moveTo>
                    <a:pt x="279819" y="195365"/>
                  </a:moveTo>
                  <a:cubicBezTo>
                    <a:pt x="268261" y="195365"/>
                    <a:pt x="259358" y="188597"/>
                    <a:pt x="257731" y="178403"/>
                  </a:cubicBezTo>
                  <a:lnTo>
                    <a:pt x="264152" y="177032"/>
                  </a:lnTo>
                  <a:cubicBezTo>
                    <a:pt x="265522" y="184742"/>
                    <a:pt x="271172" y="188940"/>
                    <a:pt x="279990" y="188940"/>
                  </a:cubicBezTo>
                  <a:cubicBezTo>
                    <a:pt x="288722" y="188940"/>
                    <a:pt x="295057" y="182601"/>
                    <a:pt x="295057" y="174034"/>
                  </a:cubicBezTo>
                  <a:cubicBezTo>
                    <a:pt x="295057" y="165639"/>
                    <a:pt x="288808" y="159728"/>
                    <a:pt x="280075" y="159728"/>
                  </a:cubicBezTo>
                  <a:cubicBezTo>
                    <a:pt x="274340" y="159728"/>
                    <a:pt x="269118" y="161955"/>
                    <a:pt x="265094" y="166067"/>
                  </a:cubicBezTo>
                  <a:lnTo>
                    <a:pt x="260214" y="163497"/>
                  </a:lnTo>
                  <a:lnTo>
                    <a:pt x="263639" y="133257"/>
                  </a:lnTo>
                  <a:lnTo>
                    <a:pt x="298909" y="133257"/>
                  </a:lnTo>
                  <a:lnTo>
                    <a:pt x="298909" y="139939"/>
                  </a:lnTo>
                  <a:lnTo>
                    <a:pt x="269460" y="139939"/>
                  </a:lnTo>
                  <a:lnTo>
                    <a:pt x="267491" y="157501"/>
                  </a:lnTo>
                  <a:cubicBezTo>
                    <a:pt x="270658" y="155102"/>
                    <a:pt x="275709" y="153474"/>
                    <a:pt x="280333" y="153474"/>
                  </a:cubicBezTo>
                  <a:cubicBezTo>
                    <a:pt x="292917" y="153474"/>
                    <a:pt x="301906" y="162041"/>
                    <a:pt x="301906" y="174034"/>
                  </a:cubicBezTo>
                  <a:cubicBezTo>
                    <a:pt x="301906" y="186541"/>
                    <a:pt x="292746" y="195365"/>
                    <a:pt x="279819" y="195365"/>
                  </a:cubicBezTo>
                  <a:close/>
                  <a:moveTo>
                    <a:pt x="308175" y="188511"/>
                  </a:moveTo>
                  <a:cubicBezTo>
                    <a:pt x="317592" y="180716"/>
                    <a:pt x="323498" y="175833"/>
                    <a:pt x="329919" y="169322"/>
                  </a:cubicBezTo>
                  <a:cubicBezTo>
                    <a:pt x="338480" y="160584"/>
                    <a:pt x="340535" y="156987"/>
                    <a:pt x="340535" y="150990"/>
                  </a:cubicBezTo>
                  <a:cubicBezTo>
                    <a:pt x="340535" y="143794"/>
                    <a:pt x="335227" y="138911"/>
                    <a:pt x="327522" y="138911"/>
                  </a:cubicBezTo>
                  <a:cubicBezTo>
                    <a:pt x="319732" y="138911"/>
                    <a:pt x="314424" y="144394"/>
                    <a:pt x="314081" y="152960"/>
                  </a:cubicBezTo>
                  <a:lnTo>
                    <a:pt x="307575" y="152275"/>
                  </a:lnTo>
                  <a:cubicBezTo>
                    <a:pt x="307746" y="140624"/>
                    <a:pt x="316136" y="132401"/>
                    <a:pt x="327693" y="132401"/>
                  </a:cubicBezTo>
                  <a:cubicBezTo>
                    <a:pt x="339336" y="132401"/>
                    <a:pt x="347469" y="140110"/>
                    <a:pt x="347469" y="151076"/>
                  </a:cubicBezTo>
                  <a:cubicBezTo>
                    <a:pt x="347469" y="158528"/>
                    <a:pt x="343874" y="164953"/>
                    <a:pt x="335398" y="172749"/>
                  </a:cubicBezTo>
                  <a:cubicBezTo>
                    <a:pt x="329234" y="178317"/>
                    <a:pt x="324183" y="182601"/>
                    <a:pt x="317677" y="187655"/>
                  </a:cubicBezTo>
                  <a:lnTo>
                    <a:pt x="348839" y="187826"/>
                  </a:lnTo>
                  <a:lnTo>
                    <a:pt x="348839" y="194508"/>
                  </a:lnTo>
                  <a:lnTo>
                    <a:pt x="308175" y="194508"/>
                  </a:lnTo>
                  <a:lnTo>
                    <a:pt x="308175" y="188511"/>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19" name="Google Shape;1219;p82"/>
            <p:cNvSpPr/>
            <p:nvPr/>
          </p:nvSpPr>
          <p:spPr>
            <a:xfrm>
              <a:off x="7642939" y="2485708"/>
              <a:ext cx="279398" cy="141580"/>
            </a:xfrm>
            <a:custGeom>
              <a:rect b="b" l="l" r="r" t="t"/>
              <a:pathLst>
                <a:path extrusionOk="0" h="207443" w="409374">
                  <a:moveTo>
                    <a:pt x="1456" y="62107"/>
                  </a:moveTo>
                  <a:lnTo>
                    <a:pt x="1456" y="857"/>
                  </a:lnTo>
                  <a:lnTo>
                    <a:pt x="21660" y="857"/>
                  </a:lnTo>
                  <a:cubicBezTo>
                    <a:pt x="36299" y="857"/>
                    <a:pt x="45630" y="8310"/>
                    <a:pt x="45630" y="20131"/>
                  </a:cubicBezTo>
                  <a:cubicBezTo>
                    <a:pt x="45630" y="27927"/>
                    <a:pt x="41863" y="33752"/>
                    <a:pt x="35357" y="36922"/>
                  </a:cubicBezTo>
                  <a:lnTo>
                    <a:pt x="48969" y="62107"/>
                  </a:lnTo>
                  <a:lnTo>
                    <a:pt x="35699" y="62107"/>
                  </a:lnTo>
                  <a:lnTo>
                    <a:pt x="23971" y="39577"/>
                  </a:lnTo>
                  <a:cubicBezTo>
                    <a:pt x="23286" y="39577"/>
                    <a:pt x="22430" y="39663"/>
                    <a:pt x="21660" y="39663"/>
                  </a:cubicBezTo>
                  <a:lnTo>
                    <a:pt x="13441" y="39663"/>
                  </a:lnTo>
                  <a:lnTo>
                    <a:pt x="13441" y="62107"/>
                  </a:lnTo>
                  <a:lnTo>
                    <a:pt x="1456" y="62107"/>
                  </a:lnTo>
                  <a:close/>
                  <a:moveTo>
                    <a:pt x="21745" y="29041"/>
                  </a:moveTo>
                  <a:cubicBezTo>
                    <a:pt x="29878" y="29041"/>
                    <a:pt x="33644" y="26214"/>
                    <a:pt x="33644" y="20131"/>
                  </a:cubicBezTo>
                  <a:cubicBezTo>
                    <a:pt x="33644" y="14477"/>
                    <a:pt x="29621" y="11650"/>
                    <a:pt x="21660" y="11650"/>
                  </a:cubicBezTo>
                  <a:lnTo>
                    <a:pt x="13441" y="11650"/>
                  </a:lnTo>
                  <a:lnTo>
                    <a:pt x="13441" y="29041"/>
                  </a:lnTo>
                  <a:lnTo>
                    <a:pt x="21745" y="29041"/>
                  </a:lnTo>
                  <a:close/>
                  <a:moveTo>
                    <a:pt x="82452" y="62964"/>
                  </a:moveTo>
                  <a:cubicBezTo>
                    <a:pt x="65843" y="62964"/>
                    <a:pt x="53601" y="49686"/>
                    <a:pt x="53601" y="31525"/>
                  </a:cubicBezTo>
                  <a:cubicBezTo>
                    <a:pt x="53601" y="13278"/>
                    <a:pt x="65843" y="0"/>
                    <a:pt x="82452" y="0"/>
                  </a:cubicBezTo>
                  <a:cubicBezTo>
                    <a:pt x="92040" y="0"/>
                    <a:pt x="100515" y="4540"/>
                    <a:pt x="105823" y="12336"/>
                  </a:cubicBezTo>
                  <a:lnTo>
                    <a:pt x="96406" y="19018"/>
                  </a:lnTo>
                  <a:cubicBezTo>
                    <a:pt x="92896" y="13706"/>
                    <a:pt x="88187" y="11051"/>
                    <a:pt x="82452" y="11051"/>
                  </a:cubicBezTo>
                  <a:cubicBezTo>
                    <a:pt x="72692" y="11051"/>
                    <a:pt x="65586" y="19532"/>
                    <a:pt x="65586" y="31525"/>
                  </a:cubicBezTo>
                  <a:cubicBezTo>
                    <a:pt x="65586" y="43432"/>
                    <a:pt x="72692" y="51913"/>
                    <a:pt x="82452" y="51913"/>
                  </a:cubicBezTo>
                  <a:cubicBezTo>
                    <a:pt x="86903" y="51913"/>
                    <a:pt x="90927" y="50628"/>
                    <a:pt x="94865" y="47801"/>
                  </a:cubicBezTo>
                  <a:lnTo>
                    <a:pt x="94865" y="38035"/>
                  </a:lnTo>
                  <a:lnTo>
                    <a:pt x="79626" y="38035"/>
                  </a:lnTo>
                  <a:lnTo>
                    <a:pt x="79626" y="27413"/>
                  </a:lnTo>
                  <a:lnTo>
                    <a:pt x="106165" y="27413"/>
                  </a:lnTo>
                  <a:lnTo>
                    <a:pt x="106165" y="52599"/>
                  </a:lnTo>
                  <a:cubicBezTo>
                    <a:pt x="100001" y="59109"/>
                    <a:pt x="91183" y="62964"/>
                    <a:pt x="82452" y="62964"/>
                  </a:cubicBezTo>
                  <a:close/>
                  <a:moveTo>
                    <a:pt x="116077" y="62107"/>
                  </a:moveTo>
                  <a:lnTo>
                    <a:pt x="116077" y="857"/>
                  </a:lnTo>
                  <a:lnTo>
                    <a:pt x="137308" y="857"/>
                  </a:lnTo>
                  <a:cubicBezTo>
                    <a:pt x="150577" y="857"/>
                    <a:pt x="158796" y="7025"/>
                    <a:pt x="158796" y="16876"/>
                  </a:cubicBezTo>
                  <a:cubicBezTo>
                    <a:pt x="158796" y="22616"/>
                    <a:pt x="155714" y="27156"/>
                    <a:pt x="150321" y="29897"/>
                  </a:cubicBezTo>
                  <a:cubicBezTo>
                    <a:pt x="157683" y="32467"/>
                    <a:pt x="161878" y="37693"/>
                    <a:pt x="161878" y="45060"/>
                  </a:cubicBezTo>
                  <a:cubicBezTo>
                    <a:pt x="161878" y="55511"/>
                    <a:pt x="153146" y="62107"/>
                    <a:pt x="139277" y="62107"/>
                  </a:cubicBezTo>
                  <a:lnTo>
                    <a:pt x="116077" y="62107"/>
                  </a:lnTo>
                  <a:close/>
                  <a:moveTo>
                    <a:pt x="139106" y="51228"/>
                  </a:moveTo>
                  <a:cubicBezTo>
                    <a:pt x="146468" y="51228"/>
                    <a:pt x="150150" y="48744"/>
                    <a:pt x="150150" y="43861"/>
                  </a:cubicBezTo>
                  <a:cubicBezTo>
                    <a:pt x="150150" y="38207"/>
                    <a:pt x="146725" y="35551"/>
                    <a:pt x="139106" y="35551"/>
                  </a:cubicBezTo>
                  <a:lnTo>
                    <a:pt x="128062" y="35551"/>
                  </a:lnTo>
                  <a:lnTo>
                    <a:pt x="128062" y="51228"/>
                  </a:lnTo>
                  <a:lnTo>
                    <a:pt x="139106" y="51228"/>
                  </a:lnTo>
                  <a:close/>
                  <a:moveTo>
                    <a:pt x="137137" y="25186"/>
                  </a:moveTo>
                  <a:cubicBezTo>
                    <a:pt x="143814" y="25186"/>
                    <a:pt x="147067" y="22958"/>
                    <a:pt x="147067" y="18332"/>
                  </a:cubicBezTo>
                  <a:cubicBezTo>
                    <a:pt x="147067" y="13792"/>
                    <a:pt x="143986" y="11650"/>
                    <a:pt x="137137" y="11650"/>
                  </a:cubicBezTo>
                  <a:lnTo>
                    <a:pt x="128062" y="11650"/>
                  </a:lnTo>
                  <a:lnTo>
                    <a:pt x="128062" y="25186"/>
                  </a:lnTo>
                  <a:lnTo>
                    <a:pt x="137137" y="25186"/>
                  </a:lnTo>
                  <a:close/>
                  <a:moveTo>
                    <a:pt x="599" y="189368"/>
                  </a:moveTo>
                  <a:cubicBezTo>
                    <a:pt x="10017" y="181573"/>
                    <a:pt x="15923" y="176690"/>
                    <a:pt x="22344" y="170179"/>
                  </a:cubicBezTo>
                  <a:cubicBezTo>
                    <a:pt x="30905" y="161441"/>
                    <a:pt x="32960" y="157843"/>
                    <a:pt x="32960" y="151847"/>
                  </a:cubicBezTo>
                  <a:cubicBezTo>
                    <a:pt x="32960" y="144651"/>
                    <a:pt x="27652" y="139768"/>
                    <a:pt x="19947" y="139768"/>
                  </a:cubicBezTo>
                  <a:cubicBezTo>
                    <a:pt x="12157" y="139768"/>
                    <a:pt x="6849" y="145250"/>
                    <a:pt x="6507" y="153817"/>
                  </a:cubicBezTo>
                  <a:lnTo>
                    <a:pt x="0" y="153132"/>
                  </a:lnTo>
                  <a:cubicBezTo>
                    <a:pt x="171" y="141481"/>
                    <a:pt x="8561" y="133257"/>
                    <a:pt x="20118" y="133257"/>
                  </a:cubicBezTo>
                  <a:cubicBezTo>
                    <a:pt x="31761" y="133257"/>
                    <a:pt x="39894" y="140967"/>
                    <a:pt x="39894" y="151932"/>
                  </a:cubicBezTo>
                  <a:cubicBezTo>
                    <a:pt x="39894" y="159385"/>
                    <a:pt x="36299" y="165810"/>
                    <a:pt x="27823" y="173606"/>
                  </a:cubicBezTo>
                  <a:cubicBezTo>
                    <a:pt x="21660" y="179174"/>
                    <a:pt x="16609" y="183457"/>
                    <a:pt x="10102" y="188511"/>
                  </a:cubicBezTo>
                  <a:lnTo>
                    <a:pt x="41264" y="188683"/>
                  </a:lnTo>
                  <a:lnTo>
                    <a:pt x="41264" y="195365"/>
                  </a:lnTo>
                  <a:lnTo>
                    <a:pt x="599" y="195365"/>
                  </a:lnTo>
                  <a:lnTo>
                    <a:pt x="599" y="189368"/>
                  </a:lnTo>
                  <a:close/>
                  <a:moveTo>
                    <a:pt x="69391" y="196221"/>
                  </a:moveTo>
                  <a:cubicBezTo>
                    <a:pt x="57834" y="196221"/>
                    <a:pt x="48931" y="189454"/>
                    <a:pt x="47304" y="179260"/>
                  </a:cubicBezTo>
                  <a:lnTo>
                    <a:pt x="53725" y="177889"/>
                  </a:lnTo>
                  <a:cubicBezTo>
                    <a:pt x="55094" y="185599"/>
                    <a:pt x="60744" y="189796"/>
                    <a:pt x="69562" y="189796"/>
                  </a:cubicBezTo>
                  <a:cubicBezTo>
                    <a:pt x="78295" y="189796"/>
                    <a:pt x="84630" y="183457"/>
                    <a:pt x="84630" y="174891"/>
                  </a:cubicBezTo>
                  <a:cubicBezTo>
                    <a:pt x="84630" y="166495"/>
                    <a:pt x="78380" y="160584"/>
                    <a:pt x="69648" y="160584"/>
                  </a:cubicBezTo>
                  <a:cubicBezTo>
                    <a:pt x="63912" y="160584"/>
                    <a:pt x="58690" y="162812"/>
                    <a:pt x="54666" y="166924"/>
                  </a:cubicBezTo>
                  <a:lnTo>
                    <a:pt x="49787" y="164354"/>
                  </a:lnTo>
                  <a:lnTo>
                    <a:pt x="53211" y="134114"/>
                  </a:lnTo>
                  <a:lnTo>
                    <a:pt x="88482" y="134114"/>
                  </a:lnTo>
                  <a:lnTo>
                    <a:pt x="88482" y="140796"/>
                  </a:lnTo>
                  <a:lnTo>
                    <a:pt x="59032" y="140796"/>
                  </a:lnTo>
                  <a:lnTo>
                    <a:pt x="57064" y="158357"/>
                  </a:lnTo>
                  <a:cubicBezTo>
                    <a:pt x="60231" y="155958"/>
                    <a:pt x="65282" y="154331"/>
                    <a:pt x="69905" y="154331"/>
                  </a:cubicBezTo>
                  <a:cubicBezTo>
                    <a:pt x="82489" y="154331"/>
                    <a:pt x="91478" y="162897"/>
                    <a:pt x="91478" y="174891"/>
                  </a:cubicBezTo>
                  <a:cubicBezTo>
                    <a:pt x="91478" y="187398"/>
                    <a:pt x="82318" y="196221"/>
                    <a:pt x="69391" y="196221"/>
                  </a:cubicBezTo>
                  <a:close/>
                  <a:moveTo>
                    <a:pt x="120138" y="196221"/>
                  </a:moveTo>
                  <a:cubicBezTo>
                    <a:pt x="108582" y="196221"/>
                    <a:pt x="99678" y="189454"/>
                    <a:pt x="98051" y="179260"/>
                  </a:cubicBezTo>
                  <a:lnTo>
                    <a:pt x="104472" y="177889"/>
                  </a:lnTo>
                  <a:cubicBezTo>
                    <a:pt x="105842" y="185599"/>
                    <a:pt x="111492" y="189796"/>
                    <a:pt x="120310" y="189796"/>
                  </a:cubicBezTo>
                  <a:cubicBezTo>
                    <a:pt x="129042" y="189796"/>
                    <a:pt x="135377" y="183457"/>
                    <a:pt x="135377" y="174891"/>
                  </a:cubicBezTo>
                  <a:cubicBezTo>
                    <a:pt x="135377" y="166495"/>
                    <a:pt x="129127" y="160584"/>
                    <a:pt x="120396" y="160584"/>
                  </a:cubicBezTo>
                  <a:cubicBezTo>
                    <a:pt x="114660" y="160584"/>
                    <a:pt x="109437" y="162812"/>
                    <a:pt x="105414" y="166924"/>
                  </a:cubicBezTo>
                  <a:lnTo>
                    <a:pt x="100534" y="164354"/>
                  </a:lnTo>
                  <a:lnTo>
                    <a:pt x="103958" y="134114"/>
                  </a:lnTo>
                  <a:lnTo>
                    <a:pt x="139230" y="134114"/>
                  </a:lnTo>
                  <a:lnTo>
                    <a:pt x="139230" y="140796"/>
                  </a:lnTo>
                  <a:lnTo>
                    <a:pt x="109780" y="140796"/>
                  </a:lnTo>
                  <a:lnTo>
                    <a:pt x="107811" y="158357"/>
                  </a:lnTo>
                  <a:cubicBezTo>
                    <a:pt x="110978" y="155958"/>
                    <a:pt x="116029" y="154331"/>
                    <a:pt x="120652" y="154331"/>
                  </a:cubicBezTo>
                  <a:cubicBezTo>
                    <a:pt x="133237" y="154331"/>
                    <a:pt x="142226" y="162897"/>
                    <a:pt x="142226" y="174891"/>
                  </a:cubicBezTo>
                  <a:cubicBezTo>
                    <a:pt x="142226" y="187398"/>
                    <a:pt x="133066" y="196221"/>
                    <a:pt x="120138" y="196221"/>
                  </a:cubicBezTo>
                  <a:close/>
                  <a:moveTo>
                    <a:pt x="149740" y="203760"/>
                  </a:moveTo>
                  <a:cubicBezTo>
                    <a:pt x="152908" y="202903"/>
                    <a:pt x="153250" y="200761"/>
                    <a:pt x="153250" y="198192"/>
                  </a:cubicBezTo>
                  <a:lnTo>
                    <a:pt x="153250" y="195365"/>
                  </a:lnTo>
                  <a:lnTo>
                    <a:pt x="149740" y="195365"/>
                  </a:lnTo>
                  <a:lnTo>
                    <a:pt x="149740" y="186712"/>
                  </a:lnTo>
                  <a:lnTo>
                    <a:pt x="157531" y="186712"/>
                  </a:lnTo>
                  <a:lnTo>
                    <a:pt x="157531" y="198277"/>
                  </a:lnTo>
                  <a:cubicBezTo>
                    <a:pt x="157531" y="203503"/>
                    <a:pt x="155476" y="206415"/>
                    <a:pt x="149740" y="207443"/>
                  </a:cubicBezTo>
                  <a:lnTo>
                    <a:pt x="149740" y="203760"/>
                  </a:lnTo>
                  <a:close/>
                  <a:moveTo>
                    <a:pt x="204178" y="196221"/>
                  </a:moveTo>
                  <a:cubicBezTo>
                    <a:pt x="190909" y="196221"/>
                    <a:pt x="181920" y="189368"/>
                    <a:pt x="181920" y="179260"/>
                  </a:cubicBezTo>
                  <a:cubicBezTo>
                    <a:pt x="181920" y="171635"/>
                    <a:pt x="186714" y="166153"/>
                    <a:pt x="195189" y="164011"/>
                  </a:cubicBezTo>
                  <a:cubicBezTo>
                    <a:pt x="188512" y="161270"/>
                    <a:pt x="184574" y="155958"/>
                    <a:pt x="184574" y="149362"/>
                  </a:cubicBezTo>
                  <a:cubicBezTo>
                    <a:pt x="184574" y="139939"/>
                    <a:pt x="192792" y="133257"/>
                    <a:pt x="204178" y="133257"/>
                  </a:cubicBezTo>
                  <a:cubicBezTo>
                    <a:pt x="215564" y="133257"/>
                    <a:pt x="223783" y="139939"/>
                    <a:pt x="223783" y="149362"/>
                  </a:cubicBezTo>
                  <a:cubicBezTo>
                    <a:pt x="223783" y="155958"/>
                    <a:pt x="219845" y="161270"/>
                    <a:pt x="213168" y="164011"/>
                  </a:cubicBezTo>
                  <a:cubicBezTo>
                    <a:pt x="221643" y="166153"/>
                    <a:pt x="226437" y="171635"/>
                    <a:pt x="226437" y="179260"/>
                  </a:cubicBezTo>
                  <a:cubicBezTo>
                    <a:pt x="226437" y="189368"/>
                    <a:pt x="217448" y="196221"/>
                    <a:pt x="204178" y="196221"/>
                  </a:cubicBezTo>
                  <a:close/>
                  <a:moveTo>
                    <a:pt x="204178" y="189711"/>
                  </a:moveTo>
                  <a:cubicBezTo>
                    <a:pt x="213681" y="189711"/>
                    <a:pt x="219417" y="185599"/>
                    <a:pt x="219417" y="178746"/>
                  </a:cubicBezTo>
                  <a:cubicBezTo>
                    <a:pt x="219417" y="171892"/>
                    <a:pt x="213595" y="167695"/>
                    <a:pt x="204178" y="167695"/>
                  </a:cubicBezTo>
                  <a:cubicBezTo>
                    <a:pt x="194762" y="167695"/>
                    <a:pt x="188940" y="171892"/>
                    <a:pt x="188940" y="178746"/>
                  </a:cubicBezTo>
                  <a:cubicBezTo>
                    <a:pt x="188940" y="185599"/>
                    <a:pt x="194676" y="189711"/>
                    <a:pt x="204178" y="189711"/>
                  </a:cubicBezTo>
                  <a:close/>
                  <a:moveTo>
                    <a:pt x="204178" y="161184"/>
                  </a:moveTo>
                  <a:cubicBezTo>
                    <a:pt x="211369" y="161184"/>
                    <a:pt x="216934" y="156301"/>
                    <a:pt x="216934" y="150048"/>
                  </a:cubicBezTo>
                  <a:cubicBezTo>
                    <a:pt x="216934" y="143880"/>
                    <a:pt x="211797" y="139768"/>
                    <a:pt x="204178" y="139768"/>
                  </a:cubicBezTo>
                  <a:cubicBezTo>
                    <a:pt x="196559" y="139768"/>
                    <a:pt x="191423" y="143880"/>
                    <a:pt x="191423" y="150048"/>
                  </a:cubicBezTo>
                  <a:cubicBezTo>
                    <a:pt x="191423" y="156301"/>
                    <a:pt x="196987" y="161184"/>
                    <a:pt x="204178" y="161184"/>
                  </a:cubicBezTo>
                  <a:close/>
                  <a:moveTo>
                    <a:pt x="234104" y="189368"/>
                  </a:moveTo>
                  <a:cubicBezTo>
                    <a:pt x="243521" y="181573"/>
                    <a:pt x="249427" y="176690"/>
                    <a:pt x="255849" y="170179"/>
                  </a:cubicBezTo>
                  <a:cubicBezTo>
                    <a:pt x="264409" y="161441"/>
                    <a:pt x="266464" y="157843"/>
                    <a:pt x="266464" y="151847"/>
                  </a:cubicBezTo>
                  <a:cubicBezTo>
                    <a:pt x="266464" y="144651"/>
                    <a:pt x="261156" y="139768"/>
                    <a:pt x="253451" y="139768"/>
                  </a:cubicBezTo>
                  <a:cubicBezTo>
                    <a:pt x="245661" y="139768"/>
                    <a:pt x="240353" y="145250"/>
                    <a:pt x="240010" y="153817"/>
                  </a:cubicBezTo>
                  <a:lnTo>
                    <a:pt x="233504" y="153132"/>
                  </a:lnTo>
                  <a:cubicBezTo>
                    <a:pt x="233676" y="141481"/>
                    <a:pt x="242065" y="133257"/>
                    <a:pt x="253623" y="133257"/>
                  </a:cubicBezTo>
                  <a:cubicBezTo>
                    <a:pt x="265265" y="133257"/>
                    <a:pt x="273398" y="140967"/>
                    <a:pt x="273398" y="151932"/>
                  </a:cubicBezTo>
                  <a:cubicBezTo>
                    <a:pt x="273398" y="159385"/>
                    <a:pt x="269803" y="165810"/>
                    <a:pt x="261327" y="173606"/>
                  </a:cubicBezTo>
                  <a:cubicBezTo>
                    <a:pt x="255163" y="179174"/>
                    <a:pt x="250112" y="183457"/>
                    <a:pt x="243606" y="188511"/>
                  </a:cubicBezTo>
                  <a:lnTo>
                    <a:pt x="274768" y="188683"/>
                  </a:lnTo>
                  <a:lnTo>
                    <a:pt x="274768" y="195365"/>
                  </a:lnTo>
                  <a:lnTo>
                    <a:pt x="234104" y="195365"/>
                  </a:lnTo>
                  <a:lnTo>
                    <a:pt x="234104" y="189368"/>
                  </a:lnTo>
                  <a:close/>
                  <a:moveTo>
                    <a:pt x="284347" y="203760"/>
                  </a:moveTo>
                  <a:cubicBezTo>
                    <a:pt x="287514" y="202903"/>
                    <a:pt x="287857" y="200761"/>
                    <a:pt x="287857" y="198192"/>
                  </a:cubicBezTo>
                  <a:lnTo>
                    <a:pt x="287857" y="195365"/>
                  </a:lnTo>
                  <a:lnTo>
                    <a:pt x="284347" y="195365"/>
                  </a:lnTo>
                  <a:lnTo>
                    <a:pt x="284347" y="186712"/>
                  </a:lnTo>
                  <a:lnTo>
                    <a:pt x="292137" y="186712"/>
                  </a:lnTo>
                  <a:lnTo>
                    <a:pt x="292137" y="198277"/>
                  </a:lnTo>
                  <a:cubicBezTo>
                    <a:pt x="292137" y="203503"/>
                    <a:pt x="290083" y="206415"/>
                    <a:pt x="284347" y="207443"/>
                  </a:cubicBezTo>
                  <a:lnTo>
                    <a:pt x="284347" y="203760"/>
                  </a:lnTo>
                  <a:close/>
                  <a:moveTo>
                    <a:pt x="338785" y="196221"/>
                  </a:moveTo>
                  <a:cubicBezTo>
                    <a:pt x="325515" y="196221"/>
                    <a:pt x="316526" y="189368"/>
                    <a:pt x="316526" y="179260"/>
                  </a:cubicBezTo>
                  <a:cubicBezTo>
                    <a:pt x="316526" y="171635"/>
                    <a:pt x="321321" y="166153"/>
                    <a:pt x="329796" y="164011"/>
                  </a:cubicBezTo>
                  <a:cubicBezTo>
                    <a:pt x="323118" y="161270"/>
                    <a:pt x="319180" y="155958"/>
                    <a:pt x="319180" y="149362"/>
                  </a:cubicBezTo>
                  <a:cubicBezTo>
                    <a:pt x="319180" y="139939"/>
                    <a:pt x="327399" y="133257"/>
                    <a:pt x="338785" y="133257"/>
                  </a:cubicBezTo>
                  <a:cubicBezTo>
                    <a:pt x="350171" y="133257"/>
                    <a:pt x="358389" y="139939"/>
                    <a:pt x="358389" y="149362"/>
                  </a:cubicBezTo>
                  <a:cubicBezTo>
                    <a:pt x="358389" y="155958"/>
                    <a:pt x="354451" y="161270"/>
                    <a:pt x="347774" y="164011"/>
                  </a:cubicBezTo>
                  <a:cubicBezTo>
                    <a:pt x="356249" y="166153"/>
                    <a:pt x="361043" y="171635"/>
                    <a:pt x="361043" y="179260"/>
                  </a:cubicBezTo>
                  <a:cubicBezTo>
                    <a:pt x="361043" y="189368"/>
                    <a:pt x="352054" y="196221"/>
                    <a:pt x="338785" y="196221"/>
                  </a:cubicBezTo>
                  <a:close/>
                  <a:moveTo>
                    <a:pt x="338785" y="189711"/>
                  </a:moveTo>
                  <a:cubicBezTo>
                    <a:pt x="348287" y="189711"/>
                    <a:pt x="354023" y="185599"/>
                    <a:pt x="354023" y="178746"/>
                  </a:cubicBezTo>
                  <a:cubicBezTo>
                    <a:pt x="354023" y="171892"/>
                    <a:pt x="348202" y="167695"/>
                    <a:pt x="338785" y="167695"/>
                  </a:cubicBezTo>
                  <a:cubicBezTo>
                    <a:pt x="329368" y="167695"/>
                    <a:pt x="323547" y="171892"/>
                    <a:pt x="323547" y="178746"/>
                  </a:cubicBezTo>
                  <a:cubicBezTo>
                    <a:pt x="323547" y="185599"/>
                    <a:pt x="329282" y="189711"/>
                    <a:pt x="338785" y="189711"/>
                  </a:cubicBezTo>
                  <a:close/>
                  <a:moveTo>
                    <a:pt x="338785" y="161184"/>
                  </a:moveTo>
                  <a:cubicBezTo>
                    <a:pt x="345976" y="161184"/>
                    <a:pt x="351541" y="156301"/>
                    <a:pt x="351541" y="150048"/>
                  </a:cubicBezTo>
                  <a:cubicBezTo>
                    <a:pt x="351541" y="143880"/>
                    <a:pt x="346404" y="139768"/>
                    <a:pt x="338785" y="139768"/>
                  </a:cubicBezTo>
                  <a:cubicBezTo>
                    <a:pt x="331165" y="139768"/>
                    <a:pt x="326029" y="143880"/>
                    <a:pt x="326029" y="150048"/>
                  </a:cubicBezTo>
                  <a:cubicBezTo>
                    <a:pt x="326029" y="156301"/>
                    <a:pt x="331593" y="161184"/>
                    <a:pt x="338785" y="161184"/>
                  </a:cubicBezTo>
                  <a:close/>
                  <a:moveTo>
                    <a:pt x="368710" y="189368"/>
                  </a:moveTo>
                  <a:cubicBezTo>
                    <a:pt x="378127" y="181573"/>
                    <a:pt x="384034" y="176690"/>
                    <a:pt x="390455" y="170179"/>
                  </a:cubicBezTo>
                  <a:cubicBezTo>
                    <a:pt x="399015" y="161441"/>
                    <a:pt x="401070" y="157843"/>
                    <a:pt x="401070" y="151847"/>
                  </a:cubicBezTo>
                  <a:cubicBezTo>
                    <a:pt x="401070" y="144651"/>
                    <a:pt x="395763" y="139768"/>
                    <a:pt x="388058" y="139768"/>
                  </a:cubicBezTo>
                  <a:cubicBezTo>
                    <a:pt x="380267" y="139768"/>
                    <a:pt x="374959" y="145250"/>
                    <a:pt x="374617" y="153817"/>
                  </a:cubicBezTo>
                  <a:lnTo>
                    <a:pt x="368111" y="153132"/>
                  </a:lnTo>
                  <a:cubicBezTo>
                    <a:pt x="368282" y="141481"/>
                    <a:pt x="376671" y="133257"/>
                    <a:pt x="388229" y="133257"/>
                  </a:cubicBezTo>
                  <a:cubicBezTo>
                    <a:pt x="399872" y="133257"/>
                    <a:pt x="408005" y="140967"/>
                    <a:pt x="408005" y="151932"/>
                  </a:cubicBezTo>
                  <a:cubicBezTo>
                    <a:pt x="408005" y="159385"/>
                    <a:pt x="404409" y="165810"/>
                    <a:pt x="395934" y="173606"/>
                  </a:cubicBezTo>
                  <a:cubicBezTo>
                    <a:pt x="389770" y="179174"/>
                    <a:pt x="384719" y="183457"/>
                    <a:pt x="378212" y="188511"/>
                  </a:cubicBezTo>
                  <a:lnTo>
                    <a:pt x="409374" y="188683"/>
                  </a:lnTo>
                  <a:lnTo>
                    <a:pt x="409374" y="195365"/>
                  </a:lnTo>
                  <a:lnTo>
                    <a:pt x="368710" y="195365"/>
                  </a:lnTo>
                  <a:lnTo>
                    <a:pt x="368710" y="189368"/>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0" name="Google Shape;1220;p82"/>
            <p:cNvSpPr/>
            <p:nvPr/>
          </p:nvSpPr>
          <p:spPr>
            <a:xfrm>
              <a:off x="7201414" y="2713172"/>
              <a:ext cx="279255" cy="141580"/>
            </a:xfrm>
            <a:custGeom>
              <a:rect b="b" l="l" r="r" t="t"/>
              <a:pathLst>
                <a:path extrusionOk="0" h="207443" w="409165">
                  <a:moveTo>
                    <a:pt x="28851" y="62964"/>
                  </a:moveTo>
                  <a:cubicBezTo>
                    <a:pt x="12242" y="62964"/>
                    <a:pt x="0" y="49686"/>
                    <a:pt x="0" y="31525"/>
                  </a:cubicBezTo>
                  <a:cubicBezTo>
                    <a:pt x="0" y="13278"/>
                    <a:pt x="12242" y="0"/>
                    <a:pt x="28851" y="0"/>
                  </a:cubicBezTo>
                  <a:cubicBezTo>
                    <a:pt x="40151" y="0"/>
                    <a:pt x="49654" y="6254"/>
                    <a:pt x="54362" y="16705"/>
                  </a:cubicBezTo>
                  <a:lnTo>
                    <a:pt x="44174" y="22273"/>
                  </a:lnTo>
                  <a:cubicBezTo>
                    <a:pt x="41093" y="14991"/>
                    <a:pt x="35699" y="11051"/>
                    <a:pt x="28851" y="11051"/>
                  </a:cubicBezTo>
                  <a:cubicBezTo>
                    <a:pt x="19091" y="11051"/>
                    <a:pt x="11985" y="19532"/>
                    <a:pt x="11985" y="31525"/>
                  </a:cubicBezTo>
                  <a:cubicBezTo>
                    <a:pt x="11985" y="43432"/>
                    <a:pt x="19091" y="51913"/>
                    <a:pt x="28851" y="51913"/>
                  </a:cubicBezTo>
                  <a:cubicBezTo>
                    <a:pt x="35699" y="51913"/>
                    <a:pt x="41093" y="47973"/>
                    <a:pt x="44174" y="40777"/>
                  </a:cubicBezTo>
                  <a:lnTo>
                    <a:pt x="54362" y="46259"/>
                  </a:lnTo>
                  <a:cubicBezTo>
                    <a:pt x="49654" y="56796"/>
                    <a:pt x="40236" y="62964"/>
                    <a:pt x="28851" y="62964"/>
                  </a:cubicBezTo>
                  <a:close/>
                  <a:moveTo>
                    <a:pt x="89547" y="62107"/>
                  </a:moveTo>
                  <a:lnTo>
                    <a:pt x="74223" y="24243"/>
                  </a:lnTo>
                  <a:lnTo>
                    <a:pt x="74223" y="62107"/>
                  </a:lnTo>
                  <a:lnTo>
                    <a:pt x="62324" y="62107"/>
                  </a:lnTo>
                  <a:lnTo>
                    <a:pt x="62324" y="857"/>
                  </a:lnTo>
                  <a:lnTo>
                    <a:pt x="75765" y="857"/>
                  </a:lnTo>
                  <a:lnTo>
                    <a:pt x="92544" y="42661"/>
                  </a:lnTo>
                  <a:lnTo>
                    <a:pt x="109323" y="857"/>
                  </a:lnTo>
                  <a:lnTo>
                    <a:pt x="122678" y="857"/>
                  </a:lnTo>
                  <a:lnTo>
                    <a:pt x="122678" y="62107"/>
                  </a:lnTo>
                  <a:lnTo>
                    <a:pt x="110950" y="62107"/>
                  </a:lnTo>
                  <a:lnTo>
                    <a:pt x="110950" y="24158"/>
                  </a:lnTo>
                  <a:lnTo>
                    <a:pt x="95625" y="62107"/>
                  </a:lnTo>
                  <a:lnTo>
                    <a:pt x="89547" y="62107"/>
                  </a:lnTo>
                  <a:close/>
                  <a:moveTo>
                    <a:pt x="149103" y="62107"/>
                  </a:moveTo>
                  <a:lnTo>
                    <a:pt x="149103" y="34951"/>
                  </a:lnTo>
                  <a:lnTo>
                    <a:pt x="126673" y="857"/>
                  </a:lnTo>
                  <a:lnTo>
                    <a:pt x="140285" y="857"/>
                  </a:lnTo>
                  <a:lnTo>
                    <a:pt x="155095" y="24586"/>
                  </a:lnTo>
                  <a:lnTo>
                    <a:pt x="169821" y="857"/>
                  </a:lnTo>
                  <a:lnTo>
                    <a:pt x="183432" y="857"/>
                  </a:lnTo>
                  <a:lnTo>
                    <a:pt x="161174" y="34695"/>
                  </a:lnTo>
                  <a:lnTo>
                    <a:pt x="161174" y="62107"/>
                  </a:lnTo>
                  <a:lnTo>
                    <a:pt x="149103" y="62107"/>
                  </a:lnTo>
                  <a:close/>
                  <a:moveTo>
                    <a:pt x="187475" y="62107"/>
                  </a:moveTo>
                  <a:lnTo>
                    <a:pt x="187475" y="857"/>
                  </a:lnTo>
                  <a:lnTo>
                    <a:pt x="199460" y="857"/>
                  </a:lnTo>
                  <a:lnTo>
                    <a:pt x="199460" y="25957"/>
                  </a:lnTo>
                  <a:lnTo>
                    <a:pt x="221205" y="857"/>
                  </a:lnTo>
                  <a:lnTo>
                    <a:pt x="236786" y="857"/>
                  </a:lnTo>
                  <a:lnTo>
                    <a:pt x="213329" y="26471"/>
                  </a:lnTo>
                  <a:lnTo>
                    <a:pt x="237642" y="62107"/>
                  </a:lnTo>
                  <a:lnTo>
                    <a:pt x="223516" y="62107"/>
                  </a:lnTo>
                  <a:lnTo>
                    <a:pt x="205453" y="35123"/>
                  </a:lnTo>
                  <a:lnTo>
                    <a:pt x="199460" y="41633"/>
                  </a:lnTo>
                  <a:lnTo>
                    <a:pt x="199460" y="62107"/>
                  </a:lnTo>
                  <a:lnTo>
                    <a:pt x="187475" y="62107"/>
                  </a:lnTo>
                  <a:close/>
                  <a:moveTo>
                    <a:pt x="25683" y="196221"/>
                  </a:moveTo>
                  <a:cubicBezTo>
                    <a:pt x="11129" y="196221"/>
                    <a:pt x="1113" y="183457"/>
                    <a:pt x="1113" y="164782"/>
                  </a:cubicBezTo>
                  <a:cubicBezTo>
                    <a:pt x="1113" y="146107"/>
                    <a:pt x="11129" y="133257"/>
                    <a:pt x="25683" y="133257"/>
                  </a:cubicBezTo>
                  <a:cubicBezTo>
                    <a:pt x="40322" y="133257"/>
                    <a:pt x="50167" y="145936"/>
                    <a:pt x="50167" y="164782"/>
                  </a:cubicBezTo>
                  <a:cubicBezTo>
                    <a:pt x="50167" y="183543"/>
                    <a:pt x="40236" y="196221"/>
                    <a:pt x="25683" y="196221"/>
                  </a:cubicBezTo>
                  <a:close/>
                  <a:moveTo>
                    <a:pt x="25683" y="189539"/>
                  </a:moveTo>
                  <a:cubicBezTo>
                    <a:pt x="36127" y="189539"/>
                    <a:pt x="43147" y="179602"/>
                    <a:pt x="43147" y="164782"/>
                  </a:cubicBezTo>
                  <a:cubicBezTo>
                    <a:pt x="43147" y="149791"/>
                    <a:pt x="36213" y="139939"/>
                    <a:pt x="25683" y="139939"/>
                  </a:cubicBezTo>
                  <a:cubicBezTo>
                    <a:pt x="15153" y="139939"/>
                    <a:pt x="8133" y="149791"/>
                    <a:pt x="8133" y="164782"/>
                  </a:cubicBezTo>
                  <a:cubicBezTo>
                    <a:pt x="8133" y="179602"/>
                    <a:pt x="15153" y="189539"/>
                    <a:pt x="25683" y="189539"/>
                  </a:cubicBezTo>
                  <a:close/>
                  <a:moveTo>
                    <a:pt x="57101" y="203760"/>
                  </a:moveTo>
                  <a:cubicBezTo>
                    <a:pt x="60269" y="202903"/>
                    <a:pt x="60611" y="200761"/>
                    <a:pt x="60611" y="198192"/>
                  </a:cubicBezTo>
                  <a:lnTo>
                    <a:pt x="60611" y="195365"/>
                  </a:lnTo>
                  <a:lnTo>
                    <a:pt x="57101" y="195365"/>
                  </a:lnTo>
                  <a:lnTo>
                    <a:pt x="57101" y="186712"/>
                  </a:lnTo>
                  <a:lnTo>
                    <a:pt x="64892" y="186712"/>
                  </a:lnTo>
                  <a:lnTo>
                    <a:pt x="64892" y="198277"/>
                  </a:lnTo>
                  <a:cubicBezTo>
                    <a:pt x="64892" y="203503"/>
                    <a:pt x="62837" y="206415"/>
                    <a:pt x="57101" y="207443"/>
                  </a:cubicBezTo>
                  <a:lnTo>
                    <a:pt x="57101" y="203760"/>
                  </a:lnTo>
                  <a:close/>
                  <a:moveTo>
                    <a:pt x="110950" y="133257"/>
                  </a:moveTo>
                  <a:cubicBezTo>
                    <a:pt x="125161" y="133257"/>
                    <a:pt x="134321" y="145764"/>
                    <a:pt x="134321" y="165039"/>
                  </a:cubicBezTo>
                  <a:cubicBezTo>
                    <a:pt x="134321" y="184143"/>
                    <a:pt x="125161" y="196221"/>
                    <a:pt x="110778" y="196221"/>
                  </a:cubicBezTo>
                  <a:cubicBezTo>
                    <a:pt x="101190" y="196221"/>
                    <a:pt x="93400" y="190996"/>
                    <a:pt x="90832" y="182943"/>
                  </a:cubicBezTo>
                  <a:lnTo>
                    <a:pt x="96996" y="180887"/>
                  </a:lnTo>
                  <a:cubicBezTo>
                    <a:pt x="99221" y="186455"/>
                    <a:pt x="104015" y="189625"/>
                    <a:pt x="110436" y="189625"/>
                  </a:cubicBezTo>
                  <a:cubicBezTo>
                    <a:pt x="121566" y="189625"/>
                    <a:pt x="127900" y="180545"/>
                    <a:pt x="127900" y="164525"/>
                  </a:cubicBezTo>
                  <a:lnTo>
                    <a:pt x="127900" y="162812"/>
                  </a:lnTo>
                  <a:cubicBezTo>
                    <a:pt x="124391" y="170093"/>
                    <a:pt x="117627" y="174291"/>
                    <a:pt x="109323" y="174291"/>
                  </a:cubicBezTo>
                  <a:cubicBezTo>
                    <a:pt x="97680" y="174291"/>
                    <a:pt x="89462" y="166067"/>
                    <a:pt x="89462" y="154502"/>
                  </a:cubicBezTo>
                  <a:cubicBezTo>
                    <a:pt x="89462" y="142252"/>
                    <a:pt x="98622" y="133257"/>
                    <a:pt x="110950" y="133257"/>
                  </a:cubicBezTo>
                  <a:close/>
                  <a:moveTo>
                    <a:pt x="110607" y="139854"/>
                  </a:moveTo>
                  <a:cubicBezTo>
                    <a:pt x="102303" y="139854"/>
                    <a:pt x="96482" y="145764"/>
                    <a:pt x="96482" y="154160"/>
                  </a:cubicBezTo>
                  <a:cubicBezTo>
                    <a:pt x="96482" y="162298"/>
                    <a:pt x="101875" y="167609"/>
                    <a:pt x="110094" y="167609"/>
                  </a:cubicBezTo>
                  <a:cubicBezTo>
                    <a:pt x="117542" y="167609"/>
                    <a:pt x="123791" y="163154"/>
                    <a:pt x="125504" y="156472"/>
                  </a:cubicBezTo>
                  <a:cubicBezTo>
                    <a:pt x="126188" y="153817"/>
                    <a:pt x="125846" y="151847"/>
                    <a:pt x="124904" y="149619"/>
                  </a:cubicBezTo>
                  <a:cubicBezTo>
                    <a:pt x="122165" y="143194"/>
                    <a:pt x="116857" y="139854"/>
                    <a:pt x="110607" y="139854"/>
                  </a:cubicBezTo>
                  <a:close/>
                  <a:moveTo>
                    <a:pt x="163038" y="196221"/>
                  </a:moveTo>
                  <a:cubicBezTo>
                    <a:pt x="151481" y="196221"/>
                    <a:pt x="141550" y="188597"/>
                    <a:pt x="140523" y="178917"/>
                  </a:cubicBezTo>
                  <a:lnTo>
                    <a:pt x="147030" y="177632"/>
                  </a:lnTo>
                  <a:cubicBezTo>
                    <a:pt x="148656" y="185085"/>
                    <a:pt x="154563" y="189539"/>
                    <a:pt x="162952" y="189539"/>
                  </a:cubicBezTo>
                  <a:cubicBezTo>
                    <a:pt x="171770" y="189539"/>
                    <a:pt x="177763" y="185256"/>
                    <a:pt x="177763" y="178917"/>
                  </a:cubicBezTo>
                  <a:cubicBezTo>
                    <a:pt x="177763" y="171892"/>
                    <a:pt x="172370" y="167866"/>
                    <a:pt x="162782" y="167866"/>
                  </a:cubicBezTo>
                  <a:lnTo>
                    <a:pt x="157388" y="167866"/>
                  </a:lnTo>
                  <a:lnTo>
                    <a:pt x="157388" y="161784"/>
                  </a:lnTo>
                  <a:lnTo>
                    <a:pt x="161497" y="161784"/>
                  </a:lnTo>
                  <a:cubicBezTo>
                    <a:pt x="169887" y="161784"/>
                    <a:pt x="175879" y="157072"/>
                    <a:pt x="175879" y="150476"/>
                  </a:cubicBezTo>
                  <a:cubicBezTo>
                    <a:pt x="175879" y="144137"/>
                    <a:pt x="170828" y="140025"/>
                    <a:pt x="163124" y="140025"/>
                  </a:cubicBezTo>
                  <a:cubicBezTo>
                    <a:pt x="154648" y="140025"/>
                    <a:pt x="148570" y="145079"/>
                    <a:pt x="148827" y="152018"/>
                  </a:cubicBezTo>
                  <a:lnTo>
                    <a:pt x="142235" y="151418"/>
                  </a:lnTo>
                  <a:cubicBezTo>
                    <a:pt x="142235" y="140710"/>
                    <a:pt x="150710" y="133343"/>
                    <a:pt x="163038" y="133343"/>
                  </a:cubicBezTo>
                  <a:cubicBezTo>
                    <a:pt x="174510" y="133343"/>
                    <a:pt x="182729" y="140196"/>
                    <a:pt x="182729" y="149876"/>
                  </a:cubicBezTo>
                  <a:cubicBezTo>
                    <a:pt x="182729" y="156301"/>
                    <a:pt x="178876" y="161612"/>
                    <a:pt x="172284" y="164354"/>
                  </a:cubicBezTo>
                  <a:cubicBezTo>
                    <a:pt x="180160" y="166581"/>
                    <a:pt x="184697" y="171978"/>
                    <a:pt x="184697" y="179345"/>
                  </a:cubicBezTo>
                  <a:cubicBezTo>
                    <a:pt x="184697" y="189197"/>
                    <a:pt x="175708" y="196221"/>
                    <a:pt x="163038" y="196221"/>
                  </a:cubicBezTo>
                  <a:close/>
                  <a:moveTo>
                    <a:pt x="191955" y="203760"/>
                  </a:moveTo>
                  <a:cubicBezTo>
                    <a:pt x="195123" y="202903"/>
                    <a:pt x="195465" y="200761"/>
                    <a:pt x="195465" y="198192"/>
                  </a:cubicBezTo>
                  <a:lnTo>
                    <a:pt x="195465" y="195365"/>
                  </a:lnTo>
                  <a:lnTo>
                    <a:pt x="191955" y="195365"/>
                  </a:lnTo>
                  <a:lnTo>
                    <a:pt x="191955" y="186712"/>
                  </a:lnTo>
                  <a:lnTo>
                    <a:pt x="199746" y="186712"/>
                  </a:lnTo>
                  <a:lnTo>
                    <a:pt x="199746" y="198277"/>
                  </a:lnTo>
                  <a:cubicBezTo>
                    <a:pt x="199746" y="203503"/>
                    <a:pt x="197691" y="206415"/>
                    <a:pt x="191955" y="207443"/>
                  </a:cubicBezTo>
                  <a:lnTo>
                    <a:pt x="191955" y="203760"/>
                  </a:lnTo>
                  <a:close/>
                  <a:moveTo>
                    <a:pt x="246393" y="196221"/>
                  </a:moveTo>
                  <a:cubicBezTo>
                    <a:pt x="233124" y="196221"/>
                    <a:pt x="224135" y="189368"/>
                    <a:pt x="224135" y="179260"/>
                  </a:cubicBezTo>
                  <a:cubicBezTo>
                    <a:pt x="224135" y="171635"/>
                    <a:pt x="228929" y="166153"/>
                    <a:pt x="237404" y="164011"/>
                  </a:cubicBezTo>
                  <a:cubicBezTo>
                    <a:pt x="230726" y="161270"/>
                    <a:pt x="226788" y="155958"/>
                    <a:pt x="226788" y="149362"/>
                  </a:cubicBezTo>
                  <a:cubicBezTo>
                    <a:pt x="226788" y="139939"/>
                    <a:pt x="235007" y="133257"/>
                    <a:pt x="246393" y="133257"/>
                  </a:cubicBezTo>
                  <a:cubicBezTo>
                    <a:pt x="257780" y="133257"/>
                    <a:pt x="265998" y="139939"/>
                    <a:pt x="265998" y="149362"/>
                  </a:cubicBezTo>
                  <a:cubicBezTo>
                    <a:pt x="265998" y="155958"/>
                    <a:pt x="262060" y="161270"/>
                    <a:pt x="255382" y="164011"/>
                  </a:cubicBezTo>
                  <a:cubicBezTo>
                    <a:pt x="263858" y="166153"/>
                    <a:pt x="268651" y="171635"/>
                    <a:pt x="268651" y="179260"/>
                  </a:cubicBezTo>
                  <a:cubicBezTo>
                    <a:pt x="268651" y="189368"/>
                    <a:pt x="259663" y="196221"/>
                    <a:pt x="246393" y="196221"/>
                  </a:cubicBezTo>
                  <a:close/>
                  <a:moveTo>
                    <a:pt x="246393" y="189711"/>
                  </a:moveTo>
                  <a:cubicBezTo>
                    <a:pt x="255896" y="189711"/>
                    <a:pt x="261632" y="185599"/>
                    <a:pt x="261632" y="178746"/>
                  </a:cubicBezTo>
                  <a:cubicBezTo>
                    <a:pt x="261632" y="171892"/>
                    <a:pt x="255810" y="167695"/>
                    <a:pt x="246393" y="167695"/>
                  </a:cubicBezTo>
                  <a:cubicBezTo>
                    <a:pt x="236976" y="167695"/>
                    <a:pt x="231155" y="171892"/>
                    <a:pt x="231155" y="178746"/>
                  </a:cubicBezTo>
                  <a:cubicBezTo>
                    <a:pt x="231155" y="185599"/>
                    <a:pt x="236890" y="189711"/>
                    <a:pt x="246393" y="189711"/>
                  </a:cubicBezTo>
                  <a:close/>
                  <a:moveTo>
                    <a:pt x="246393" y="161184"/>
                  </a:moveTo>
                  <a:cubicBezTo>
                    <a:pt x="253584" y="161184"/>
                    <a:pt x="259149" y="156301"/>
                    <a:pt x="259149" y="150048"/>
                  </a:cubicBezTo>
                  <a:cubicBezTo>
                    <a:pt x="259149" y="143880"/>
                    <a:pt x="254012" y="139768"/>
                    <a:pt x="246393" y="139768"/>
                  </a:cubicBezTo>
                  <a:cubicBezTo>
                    <a:pt x="238774" y="139768"/>
                    <a:pt x="233637" y="143880"/>
                    <a:pt x="233637" y="150048"/>
                  </a:cubicBezTo>
                  <a:cubicBezTo>
                    <a:pt x="233637" y="156301"/>
                    <a:pt x="239202" y="161184"/>
                    <a:pt x="246393" y="161184"/>
                  </a:cubicBezTo>
                  <a:close/>
                  <a:moveTo>
                    <a:pt x="276318" y="189368"/>
                  </a:moveTo>
                  <a:cubicBezTo>
                    <a:pt x="285735" y="181573"/>
                    <a:pt x="291643" y="176690"/>
                    <a:pt x="298063" y="170179"/>
                  </a:cubicBezTo>
                  <a:cubicBezTo>
                    <a:pt x="306624" y="161441"/>
                    <a:pt x="308679" y="157843"/>
                    <a:pt x="308679" y="151847"/>
                  </a:cubicBezTo>
                  <a:cubicBezTo>
                    <a:pt x="308679" y="144651"/>
                    <a:pt x="303371" y="139768"/>
                    <a:pt x="295666" y="139768"/>
                  </a:cubicBezTo>
                  <a:cubicBezTo>
                    <a:pt x="287876" y="139768"/>
                    <a:pt x="282568" y="145250"/>
                    <a:pt x="282225" y="153817"/>
                  </a:cubicBezTo>
                  <a:lnTo>
                    <a:pt x="275719" y="153132"/>
                  </a:lnTo>
                  <a:cubicBezTo>
                    <a:pt x="275891" y="141481"/>
                    <a:pt x="284280" y="133257"/>
                    <a:pt x="295837" y="133257"/>
                  </a:cubicBezTo>
                  <a:cubicBezTo>
                    <a:pt x="307480" y="133257"/>
                    <a:pt x="315613" y="140967"/>
                    <a:pt x="315613" y="151932"/>
                  </a:cubicBezTo>
                  <a:cubicBezTo>
                    <a:pt x="315613" y="159385"/>
                    <a:pt x="312017" y="165810"/>
                    <a:pt x="303542" y="173606"/>
                  </a:cubicBezTo>
                  <a:cubicBezTo>
                    <a:pt x="297378" y="179174"/>
                    <a:pt x="292327" y="183457"/>
                    <a:pt x="285821" y="188511"/>
                  </a:cubicBezTo>
                  <a:lnTo>
                    <a:pt x="316983" y="188683"/>
                  </a:lnTo>
                  <a:lnTo>
                    <a:pt x="316983" y="195365"/>
                  </a:lnTo>
                  <a:lnTo>
                    <a:pt x="276318" y="195365"/>
                  </a:lnTo>
                  <a:lnTo>
                    <a:pt x="276318" y="189368"/>
                  </a:lnTo>
                  <a:close/>
                  <a:moveTo>
                    <a:pt x="326561" y="203760"/>
                  </a:moveTo>
                  <a:cubicBezTo>
                    <a:pt x="329729" y="202903"/>
                    <a:pt x="330072" y="200761"/>
                    <a:pt x="330072" y="198192"/>
                  </a:cubicBezTo>
                  <a:lnTo>
                    <a:pt x="330072" y="195365"/>
                  </a:lnTo>
                  <a:lnTo>
                    <a:pt x="326561" y="195365"/>
                  </a:lnTo>
                  <a:lnTo>
                    <a:pt x="326561" y="186712"/>
                  </a:lnTo>
                  <a:lnTo>
                    <a:pt x="334352" y="186712"/>
                  </a:lnTo>
                  <a:lnTo>
                    <a:pt x="334352" y="198277"/>
                  </a:lnTo>
                  <a:cubicBezTo>
                    <a:pt x="334352" y="203503"/>
                    <a:pt x="332298" y="206415"/>
                    <a:pt x="326561" y="207443"/>
                  </a:cubicBezTo>
                  <a:lnTo>
                    <a:pt x="326561" y="203760"/>
                  </a:lnTo>
                  <a:close/>
                  <a:moveTo>
                    <a:pt x="384681" y="196221"/>
                  </a:moveTo>
                  <a:cubicBezTo>
                    <a:pt x="370127" y="196221"/>
                    <a:pt x="360111" y="183457"/>
                    <a:pt x="360111" y="164782"/>
                  </a:cubicBezTo>
                  <a:cubicBezTo>
                    <a:pt x="360111" y="146107"/>
                    <a:pt x="370127" y="133257"/>
                    <a:pt x="384681" y="133257"/>
                  </a:cubicBezTo>
                  <a:cubicBezTo>
                    <a:pt x="399320" y="133257"/>
                    <a:pt x="409165" y="145936"/>
                    <a:pt x="409165" y="164782"/>
                  </a:cubicBezTo>
                  <a:cubicBezTo>
                    <a:pt x="409165" y="183543"/>
                    <a:pt x="399234" y="196221"/>
                    <a:pt x="384681" y="196221"/>
                  </a:cubicBezTo>
                  <a:close/>
                  <a:moveTo>
                    <a:pt x="384681" y="189539"/>
                  </a:moveTo>
                  <a:cubicBezTo>
                    <a:pt x="395125" y="189539"/>
                    <a:pt x="402145" y="179602"/>
                    <a:pt x="402145" y="164782"/>
                  </a:cubicBezTo>
                  <a:cubicBezTo>
                    <a:pt x="402145" y="149791"/>
                    <a:pt x="395211" y="139939"/>
                    <a:pt x="384681" y="139939"/>
                  </a:cubicBezTo>
                  <a:cubicBezTo>
                    <a:pt x="374151" y="139939"/>
                    <a:pt x="367131" y="149791"/>
                    <a:pt x="367131" y="164782"/>
                  </a:cubicBezTo>
                  <a:cubicBezTo>
                    <a:pt x="367131" y="179602"/>
                    <a:pt x="374151" y="189539"/>
                    <a:pt x="384681" y="189539"/>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1" name="Google Shape;1221;p82"/>
            <p:cNvSpPr/>
            <p:nvPr/>
          </p:nvSpPr>
          <p:spPr>
            <a:xfrm>
              <a:off x="7648147" y="2713757"/>
              <a:ext cx="218373" cy="133336"/>
            </a:xfrm>
            <a:custGeom>
              <a:rect b="b" l="l" r="r" t="t"/>
              <a:pathLst>
                <a:path extrusionOk="0" h="195364" w="319960">
                  <a:moveTo>
                    <a:pt x="3339" y="61251"/>
                  </a:moveTo>
                  <a:lnTo>
                    <a:pt x="3339" y="0"/>
                  </a:lnTo>
                  <a:lnTo>
                    <a:pt x="22259" y="0"/>
                  </a:lnTo>
                  <a:cubicBezTo>
                    <a:pt x="37154" y="0"/>
                    <a:pt x="46743" y="7967"/>
                    <a:pt x="46743" y="20474"/>
                  </a:cubicBezTo>
                  <a:cubicBezTo>
                    <a:pt x="46743" y="33067"/>
                    <a:pt x="37240" y="41034"/>
                    <a:pt x="22259" y="41034"/>
                  </a:cubicBezTo>
                  <a:lnTo>
                    <a:pt x="15324" y="41034"/>
                  </a:lnTo>
                  <a:lnTo>
                    <a:pt x="15324" y="61251"/>
                  </a:lnTo>
                  <a:lnTo>
                    <a:pt x="3339" y="61251"/>
                  </a:lnTo>
                  <a:close/>
                  <a:moveTo>
                    <a:pt x="22259" y="30240"/>
                  </a:moveTo>
                  <a:cubicBezTo>
                    <a:pt x="30648" y="30240"/>
                    <a:pt x="34757" y="27070"/>
                    <a:pt x="34757" y="20474"/>
                  </a:cubicBezTo>
                  <a:cubicBezTo>
                    <a:pt x="34757" y="14049"/>
                    <a:pt x="30563" y="10794"/>
                    <a:pt x="22259" y="10794"/>
                  </a:cubicBezTo>
                  <a:lnTo>
                    <a:pt x="15324" y="10794"/>
                  </a:lnTo>
                  <a:lnTo>
                    <a:pt x="15324" y="30240"/>
                  </a:lnTo>
                  <a:lnTo>
                    <a:pt x="22259" y="30240"/>
                  </a:lnTo>
                  <a:close/>
                  <a:moveTo>
                    <a:pt x="70124" y="62107"/>
                  </a:moveTo>
                  <a:cubicBezTo>
                    <a:pt x="59251" y="62107"/>
                    <a:pt x="51375" y="52599"/>
                    <a:pt x="51375" y="39406"/>
                  </a:cubicBezTo>
                  <a:cubicBezTo>
                    <a:pt x="51375" y="26385"/>
                    <a:pt x="59251" y="16962"/>
                    <a:pt x="70124" y="16962"/>
                  </a:cubicBezTo>
                  <a:cubicBezTo>
                    <a:pt x="75003" y="16962"/>
                    <a:pt x="79198" y="19103"/>
                    <a:pt x="82366" y="22701"/>
                  </a:cubicBezTo>
                  <a:lnTo>
                    <a:pt x="82366" y="17818"/>
                  </a:lnTo>
                  <a:lnTo>
                    <a:pt x="93837" y="17818"/>
                  </a:lnTo>
                  <a:lnTo>
                    <a:pt x="93837" y="61251"/>
                  </a:lnTo>
                  <a:lnTo>
                    <a:pt x="83479" y="61251"/>
                  </a:lnTo>
                  <a:lnTo>
                    <a:pt x="83051" y="55597"/>
                  </a:lnTo>
                  <a:cubicBezTo>
                    <a:pt x="79798" y="59709"/>
                    <a:pt x="75346" y="62107"/>
                    <a:pt x="70124" y="62107"/>
                  </a:cubicBezTo>
                  <a:close/>
                  <a:moveTo>
                    <a:pt x="72606" y="51828"/>
                  </a:moveTo>
                  <a:cubicBezTo>
                    <a:pt x="78342" y="51828"/>
                    <a:pt x="82366" y="46688"/>
                    <a:pt x="82366" y="39406"/>
                  </a:cubicBezTo>
                  <a:cubicBezTo>
                    <a:pt x="82366" y="32296"/>
                    <a:pt x="78342" y="27242"/>
                    <a:pt x="72606" y="27242"/>
                  </a:cubicBezTo>
                  <a:cubicBezTo>
                    <a:pt x="66871" y="27242"/>
                    <a:pt x="62847" y="32296"/>
                    <a:pt x="62847" y="39406"/>
                  </a:cubicBezTo>
                  <a:cubicBezTo>
                    <a:pt x="62847" y="46688"/>
                    <a:pt x="66871" y="51828"/>
                    <a:pt x="72606" y="51828"/>
                  </a:cubicBezTo>
                  <a:close/>
                  <a:moveTo>
                    <a:pt x="103654" y="61251"/>
                  </a:moveTo>
                  <a:lnTo>
                    <a:pt x="103654" y="17818"/>
                  </a:lnTo>
                  <a:lnTo>
                    <a:pt x="113842" y="17818"/>
                  </a:lnTo>
                  <a:lnTo>
                    <a:pt x="114098" y="24243"/>
                  </a:lnTo>
                  <a:cubicBezTo>
                    <a:pt x="116667" y="19874"/>
                    <a:pt x="121974" y="16962"/>
                    <a:pt x="127539" y="16962"/>
                  </a:cubicBezTo>
                  <a:cubicBezTo>
                    <a:pt x="136785" y="16962"/>
                    <a:pt x="142007" y="23130"/>
                    <a:pt x="142007" y="33924"/>
                  </a:cubicBezTo>
                  <a:lnTo>
                    <a:pt x="142007" y="61251"/>
                  </a:lnTo>
                  <a:lnTo>
                    <a:pt x="130535" y="61251"/>
                  </a:lnTo>
                  <a:lnTo>
                    <a:pt x="130535" y="36322"/>
                  </a:lnTo>
                  <a:cubicBezTo>
                    <a:pt x="130535" y="30497"/>
                    <a:pt x="128138" y="27242"/>
                    <a:pt x="123515" y="27242"/>
                  </a:cubicBezTo>
                  <a:cubicBezTo>
                    <a:pt x="119064" y="27242"/>
                    <a:pt x="116153" y="30583"/>
                    <a:pt x="115468" y="35979"/>
                  </a:cubicBezTo>
                  <a:cubicBezTo>
                    <a:pt x="115211" y="37436"/>
                    <a:pt x="115126" y="39834"/>
                    <a:pt x="115126" y="44546"/>
                  </a:cubicBezTo>
                  <a:lnTo>
                    <a:pt x="115126" y="61251"/>
                  </a:lnTo>
                  <a:lnTo>
                    <a:pt x="103654" y="61251"/>
                  </a:lnTo>
                  <a:close/>
                  <a:moveTo>
                    <a:pt x="169507" y="62193"/>
                  </a:moveTo>
                  <a:cubicBezTo>
                    <a:pt x="159062" y="62193"/>
                    <a:pt x="153669" y="56197"/>
                    <a:pt x="153669" y="44546"/>
                  </a:cubicBezTo>
                  <a:lnTo>
                    <a:pt x="153669" y="28098"/>
                  </a:lnTo>
                  <a:lnTo>
                    <a:pt x="146991" y="28098"/>
                  </a:lnTo>
                  <a:lnTo>
                    <a:pt x="146991" y="17818"/>
                  </a:lnTo>
                  <a:lnTo>
                    <a:pt x="153669" y="17818"/>
                  </a:lnTo>
                  <a:lnTo>
                    <a:pt x="153669" y="4969"/>
                  </a:lnTo>
                  <a:lnTo>
                    <a:pt x="165141" y="4969"/>
                  </a:lnTo>
                  <a:lnTo>
                    <a:pt x="165141" y="17818"/>
                  </a:lnTo>
                  <a:lnTo>
                    <a:pt x="176698" y="17818"/>
                  </a:lnTo>
                  <a:lnTo>
                    <a:pt x="176698" y="28098"/>
                  </a:lnTo>
                  <a:lnTo>
                    <a:pt x="165141" y="28098"/>
                  </a:lnTo>
                  <a:lnTo>
                    <a:pt x="165141" y="44717"/>
                  </a:lnTo>
                  <a:cubicBezTo>
                    <a:pt x="165141" y="49343"/>
                    <a:pt x="167195" y="51828"/>
                    <a:pt x="171047" y="51828"/>
                  </a:cubicBezTo>
                  <a:cubicBezTo>
                    <a:pt x="172759" y="51828"/>
                    <a:pt x="174643" y="51485"/>
                    <a:pt x="176783" y="50628"/>
                  </a:cubicBezTo>
                  <a:lnTo>
                    <a:pt x="178239" y="60737"/>
                  </a:lnTo>
                  <a:cubicBezTo>
                    <a:pt x="175585" y="61679"/>
                    <a:pt x="172674" y="62193"/>
                    <a:pt x="169507" y="62193"/>
                  </a:cubicBezTo>
                  <a:close/>
                  <a:moveTo>
                    <a:pt x="203189" y="62107"/>
                  </a:moveTo>
                  <a:cubicBezTo>
                    <a:pt x="190861" y="62107"/>
                    <a:pt x="181958" y="52684"/>
                    <a:pt x="181958" y="39492"/>
                  </a:cubicBezTo>
                  <a:cubicBezTo>
                    <a:pt x="181958" y="26471"/>
                    <a:pt x="190861" y="16962"/>
                    <a:pt x="203189" y="16962"/>
                  </a:cubicBezTo>
                  <a:cubicBezTo>
                    <a:pt x="215517" y="16962"/>
                    <a:pt x="224420" y="26471"/>
                    <a:pt x="224420" y="39492"/>
                  </a:cubicBezTo>
                  <a:cubicBezTo>
                    <a:pt x="224420" y="52684"/>
                    <a:pt x="215517" y="62107"/>
                    <a:pt x="203189" y="62107"/>
                  </a:cubicBezTo>
                  <a:close/>
                  <a:moveTo>
                    <a:pt x="203189" y="51828"/>
                  </a:moveTo>
                  <a:cubicBezTo>
                    <a:pt x="208925" y="51828"/>
                    <a:pt x="212949" y="46773"/>
                    <a:pt x="212949" y="39492"/>
                  </a:cubicBezTo>
                  <a:cubicBezTo>
                    <a:pt x="212949" y="32210"/>
                    <a:pt x="209011" y="27242"/>
                    <a:pt x="203189" y="27242"/>
                  </a:cubicBezTo>
                  <a:cubicBezTo>
                    <a:pt x="197368" y="27242"/>
                    <a:pt x="193430" y="32210"/>
                    <a:pt x="193430" y="39492"/>
                  </a:cubicBezTo>
                  <a:cubicBezTo>
                    <a:pt x="193430" y="46773"/>
                    <a:pt x="197453" y="51828"/>
                    <a:pt x="203189" y="51828"/>
                  </a:cubicBezTo>
                  <a:close/>
                  <a:moveTo>
                    <a:pt x="232153" y="61251"/>
                  </a:moveTo>
                  <a:lnTo>
                    <a:pt x="232153" y="17818"/>
                  </a:lnTo>
                  <a:lnTo>
                    <a:pt x="242341" y="17818"/>
                  </a:lnTo>
                  <a:lnTo>
                    <a:pt x="242598" y="24243"/>
                  </a:lnTo>
                  <a:cubicBezTo>
                    <a:pt x="245166" y="19874"/>
                    <a:pt x="250474" y="16962"/>
                    <a:pt x="256038" y="16962"/>
                  </a:cubicBezTo>
                  <a:cubicBezTo>
                    <a:pt x="265285" y="16962"/>
                    <a:pt x="270506" y="23130"/>
                    <a:pt x="270506" y="33924"/>
                  </a:cubicBezTo>
                  <a:lnTo>
                    <a:pt x="270506" y="61251"/>
                  </a:lnTo>
                  <a:lnTo>
                    <a:pt x="259035" y="61251"/>
                  </a:lnTo>
                  <a:lnTo>
                    <a:pt x="259035" y="36322"/>
                  </a:lnTo>
                  <a:cubicBezTo>
                    <a:pt x="259035" y="30497"/>
                    <a:pt x="256638" y="27242"/>
                    <a:pt x="252015" y="27242"/>
                  </a:cubicBezTo>
                  <a:cubicBezTo>
                    <a:pt x="247563" y="27242"/>
                    <a:pt x="244653" y="30583"/>
                    <a:pt x="243968" y="35979"/>
                  </a:cubicBezTo>
                  <a:cubicBezTo>
                    <a:pt x="243711" y="37436"/>
                    <a:pt x="243625" y="39834"/>
                    <a:pt x="243625" y="44546"/>
                  </a:cubicBezTo>
                  <a:lnTo>
                    <a:pt x="243625" y="61251"/>
                  </a:lnTo>
                  <a:lnTo>
                    <a:pt x="232153" y="61251"/>
                  </a:lnTo>
                  <a:close/>
                  <a:moveTo>
                    <a:pt x="299500" y="62107"/>
                  </a:moveTo>
                  <a:cubicBezTo>
                    <a:pt x="287258" y="62107"/>
                    <a:pt x="278269" y="52684"/>
                    <a:pt x="278269" y="39492"/>
                  </a:cubicBezTo>
                  <a:cubicBezTo>
                    <a:pt x="278269" y="26299"/>
                    <a:pt x="286915" y="16962"/>
                    <a:pt x="299157" y="16962"/>
                  </a:cubicBezTo>
                  <a:cubicBezTo>
                    <a:pt x="311143" y="16962"/>
                    <a:pt x="319960" y="26042"/>
                    <a:pt x="319960" y="38549"/>
                  </a:cubicBezTo>
                  <a:cubicBezTo>
                    <a:pt x="319960" y="39920"/>
                    <a:pt x="319789" y="41548"/>
                    <a:pt x="319618" y="43004"/>
                  </a:cubicBezTo>
                  <a:lnTo>
                    <a:pt x="289997" y="43004"/>
                  </a:lnTo>
                  <a:cubicBezTo>
                    <a:pt x="290938" y="48829"/>
                    <a:pt x="294449" y="52342"/>
                    <a:pt x="299500" y="52342"/>
                  </a:cubicBezTo>
                  <a:cubicBezTo>
                    <a:pt x="303780" y="52342"/>
                    <a:pt x="306947" y="50543"/>
                    <a:pt x="309602" y="46602"/>
                  </a:cubicBezTo>
                  <a:lnTo>
                    <a:pt x="318590" y="51314"/>
                  </a:lnTo>
                  <a:cubicBezTo>
                    <a:pt x="314738" y="58253"/>
                    <a:pt x="307975" y="62107"/>
                    <a:pt x="299500" y="62107"/>
                  </a:cubicBezTo>
                  <a:close/>
                  <a:moveTo>
                    <a:pt x="307804" y="35465"/>
                  </a:moveTo>
                  <a:cubicBezTo>
                    <a:pt x="307119" y="29983"/>
                    <a:pt x="303866" y="26728"/>
                    <a:pt x="299157" y="26728"/>
                  </a:cubicBezTo>
                  <a:cubicBezTo>
                    <a:pt x="294192" y="26728"/>
                    <a:pt x="290938" y="29897"/>
                    <a:pt x="289997" y="35465"/>
                  </a:cubicBezTo>
                  <a:lnTo>
                    <a:pt x="307804" y="35465"/>
                  </a:lnTo>
                  <a:close/>
                  <a:moveTo>
                    <a:pt x="13355" y="194508"/>
                  </a:moveTo>
                  <a:lnTo>
                    <a:pt x="13355" y="140624"/>
                  </a:lnTo>
                  <a:lnTo>
                    <a:pt x="1284" y="148334"/>
                  </a:lnTo>
                  <a:lnTo>
                    <a:pt x="0" y="141995"/>
                  </a:lnTo>
                  <a:lnTo>
                    <a:pt x="14040" y="133257"/>
                  </a:lnTo>
                  <a:lnTo>
                    <a:pt x="20289" y="133257"/>
                  </a:lnTo>
                  <a:lnTo>
                    <a:pt x="20289" y="194508"/>
                  </a:lnTo>
                  <a:lnTo>
                    <a:pt x="13355" y="194508"/>
                  </a:lnTo>
                  <a:close/>
                  <a:moveTo>
                    <a:pt x="39913" y="194508"/>
                  </a:moveTo>
                  <a:lnTo>
                    <a:pt x="61829" y="139939"/>
                  </a:lnTo>
                  <a:lnTo>
                    <a:pt x="29126" y="139939"/>
                  </a:lnTo>
                  <a:lnTo>
                    <a:pt x="29126" y="133257"/>
                  </a:lnTo>
                  <a:lnTo>
                    <a:pt x="69106" y="133257"/>
                  </a:lnTo>
                  <a:lnTo>
                    <a:pt x="69106" y="139082"/>
                  </a:lnTo>
                  <a:lnTo>
                    <a:pt x="47104" y="194508"/>
                  </a:lnTo>
                  <a:lnTo>
                    <a:pt x="39913" y="194508"/>
                  </a:lnTo>
                  <a:close/>
                  <a:moveTo>
                    <a:pt x="95293" y="195365"/>
                  </a:moveTo>
                  <a:cubicBezTo>
                    <a:pt x="82023" y="195365"/>
                    <a:pt x="73035" y="188511"/>
                    <a:pt x="73035" y="178403"/>
                  </a:cubicBezTo>
                  <a:cubicBezTo>
                    <a:pt x="73035" y="170779"/>
                    <a:pt x="77828" y="165296"/>
                    <a:pt x="86304" y="163154"/>
                  </a:cubicBezTo>
                  <a:cubicBezTo>
                    <a:pt x="79626" y="160413"/>
                    <a:pt x="75688" y="155102"/>
                    <a:pt x="75688" y="148506"/>
                  </a:cubicBezTo>
                  <a:cubicBezTo>
                    <a:pt x="75688" y="139082"/>
                    <a:pt x="83906" y="132401"/>
                    <a:pt x="95293" y="132401"/>
                  </a:cubicBezTo>
                  <a:cubicBezTo>
                    <a:pt x="106679" y="132401"/>
                    <a:pt x="114898" y="139082"/>
                    <a:pt x="114898" y="148506"/>
                  </a:cubicBezTo>
                  <a:cubicBezTo>
                    <a:pt x="114898" y="155102"/>
                    <a:pt x="110960" y="160413"/>
                    <a:pt x="104282" y="163154"/>
                  </a:cubicBezTo>
                  <a:cubicBezTo>
                    <a:pt x="112757" y="165296"/>
                    <a:pt x="117551" y="170779"/>
                    <a:pt x="117551" y="178403"/>
                  </a:cubicBezTo>
                  <a:cubicBezTo>
                    <a:pt x="117551" y="188511"/>
                    <a:pt x="108562" y="195365"/>
                    <a:pt x="95293" y="195365"/>
                  </a:cubicBezTo>
                  <a:close/>
                  <a:moveTo>
                    <a:pt x="95293" y="188854"/>
                  </a:moveTo>
                  <a:cubicBezTo>
                    <a:pt x="104796" y="188854"/>
                    <a:pt x="110531" y="184742"/>
                    <a:pt x="110531" y="177889"/>
                  </a:cubicBezTo>
                  <a:cubicBezTo>
                    <a:pt x="110531" y="171036"/>
                    <a:pt x="104710" y="166838"/>
                    <a:pt x="95293" y="166838"/>
                  </a:cubicBezTo>
                  <a:cubicBezTo>
                    <a:pt x="85876" y="166838"/>
                    <a:pt x="80054" y="171036"/>
                    <a:pt x="80054" y="177889"/>
                  </a:cubicBezTo>
                  <a:cubicBezTo>
                    <a:pt x="80054" y="184742"/>
                    <a:pt x="85790" y="188854"/>
                    <a:pt x="95293" y="188854"/>
                  </a:cubicBezTo>
                  <a:close/>
                  <a:moveTo>
                    <a:pt x="95293" y="160328"/>
                  </a:moveTo>
                  <a:cubicBezTo>
                    <a:pt x="102484" y="160328"/>
                    <a:pt x="108049" y="155445"/>
                    <a:pt x="108049" y="149191"/>
                  </a:cubicBezTo>
                  <a:cubicBezTo>
                    <a:pt x="108049" y="143023"/>
                    <a:pt x="102912" y="138911"/>
                    <a:pt x="95293" y="138911"/>
                  </a:cubicBezTo>
                  <a:cubicBezTo>
                    <a:pt x="87674" y="138911"/>
                    <a:pt x="82537" y="143023"/>
                    <a:pt x="82537" y="149191"/>
                  </a:cubicBezTo>
                  <a:cubicBezTo>
                    <a:pt x="82537" y="155445"/>
                    <a:pt x="88102" y="160328"/>
                    <a:pt x="95293" y="160328"/>
                  </a:cubicBezTo>
                  <a:close/>
                  <a:moveTo>
                    <a:pt x="146792" y="195365"/>
                  </a:moveTo>
                  <a:cubicBezTo>
                    <a:pt x="133522" y="195365"/>
                    <a:pt x="124533" y="188511"/>
                    <a:pt x="124533" y="178403"/>
                  </a:cubicBezTo>
                  <a:cubicBezTo>
                    <a:pt x="124533" y="170779"/>
                    <a:pt x="129327" y="165296"/>
                    <a:pt x="137802" y="163154"/>
                  </a:cubicBezTo>
                  <a:cubicBezTo>
                    <a:pt x="131125" y="160413"/>
                    <a:pt x="127187" y="155102"/>
                    <a:pt x="127187" y="148506"/>
                  </a:cubicBezTo>
                  <a:cubicBezTo>
                    <a:pt x="127187" y="139082"/>
                    <a:pt x="135405" y="132401"/>
                    <a:pt x="146792" y="132401"/>
                  </a:cubicBezTo>
                  <a:cubicBezTo>
                    <a:pt x="158178" y="132401"/>
                    <a:pt x="166396" y="139082"/>
                    <a:pt x="166396" y="148506"/>
                  </a:cubicBezTo>
                  <a:cubicBezTo>
                    <a:pt x="166396" y="155102"/>
                    <a:pt x="162458" y="160413"/>
                    <a:pt x="155781" y="163154"/>
                  </a:cubicBezTo>
                  <a:cubicBezTo>
                    <a:pt x="164256" y="165296"/>
                    <a:pt x="169050" y="170779"/>
                    <a:pt x="169050" y="178403"/>
                  </a:cubicBezTo>
                  <a:cubicBezTo>
                    <a:pt x="169050" y="188511"/>
                    <a:pt x="160061" y="195365"/>
                    <a:pt x="146792" y="195365"/>
                  </a:cubicBezTo>
                  <a:close/>
                  <a:moveTo>
                    <a:pt x="146792" y="188854"/>
                  </a:moveTo>
                  <a:cubicBezTo>
                    <a:pt x="156294" y="188854"/>
                    <a:pt x="162030" y="184742"/>
                    <a:pt x="162030" y="177889"/>
                  </a:cubicBezTo>
                  <a:cubicBezTo>
                    <a:pt x="162030" y="171036"/>
                    <a:pt x="156208" y="166838"/>
                    <a:pt x="146792" y="166838"/>
                  </a:cubicBezTo>
                  <a:cubicBezTo>
                    <a:pt x="137375" y="166838"/>
                    <a:pt x="131553" y="171036"/>
                    <a:pt x="131553" y="177889"/>
                  </a:cubicBezTo>
                  <a:cubicBezTo>
                    <a:pt x="131553" y="184742"/>
                    <a:pt x="137289" y="188854"/>
                    <a:pt x="146792" y="188854"/>
                  </a:cubicBezTo>
                  <a:close/>
                  <a:moveTo>
                    <a:pt x="146792" y="160328"/>
                  </a:moveTo>
                  <a:cubicBezTo>
                    <a:pt x="153983" y="160328"/>
                    <a:pt x="159547" y="155445"/>
                    <a:pt x="159547" y="149191"/>
                  </a:cubicBezTo>
                  <a:cubicBezTo>
                    <a:pt x="159547" y="143023"/>
                    <a:pt x="154411" y="138911"/>
                    <a:pt x="146792" y="138911"/>
                  </a:cubicBezTo>
                  <a:cubicBezTo>
                    <a:pt x="139172" y="138911"/>
                    <a:pt x="134036" y="143023"/>
                    <a:pt x="134036" y="149191"/>
                  </a:cubicBezTo>
                  <a:cubicBezTo>
                    <a:pt x="134036" y="155445"/>
                    <a:pt x="139601" y="160328"/>
                    <a:pt x="146792" y="160328"/>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2" name="Google Shape;1222;p82"/>
            <p:cNvSpPr/>
            <p:nvPr/>
          </p:nvSpPr>
          <p:spPr>
            <a:xfrm>
              <a:off x="7206890" y="2241705"/>
              <a:ext cx="376947" cy="125372"/>
            </a:xfrm>
            <a:custGeom>
              <a:rect b="b" l="l" r="r" t="t"/>
              <a:pathLst>
                <a:path extrusionOk="0" h="183695" w="552303">
                  <a:moveTo>
                    <a:pt x="0" y="142918"/>
                  </a:moveTo>
                  <a:lnTo>
                    <a:pt x="0" y="0"/>
                  </a:lnTo>
                  <a:lnTo>
                    <a:pt x="44146" y="0"/>
                  </a:lnTo>
                  <a:cubicBezTo>
                    <a:pt x="78903" y="0"/>
                    <a:pt x="101276" y="18589"/>
                    <a:pt x="101276" y="47773"/>
                  </a:cubicBezTo>
                  <a:cubicBezTo>
                    <a:pt x="101276" y="77156"/>
                    <a:pt x="79103" y="95745"/>
                    <a:pt x="44146" y="95745"/>
                  </a:cubicBezTo>
                  <a:lnTo>
                    <a:pt x="27966" y="95745"/>
                  </a:lnTo>
                  <a:lnTo>
                    <a:pt x="27966" y="142918"/>
                  </a:lnTo>
                  <a:lnTo>
                    <a:pt x="0" y="142918"/>
                  </a:lnTo>
                  <a:close/>
                  <a:moveTo>
                    <a:pt x="44146" y="70560"/>
                  </a:moveTo>
                  <a:cubicBezTo>
                    <a:pt x="63722" y="70560"/>
                    <a:pt x="73310" y="63164"/>
                    <a:pt x="73310" y="47773"/>
                  </a:cubicBezTo>
                  <a:cubicBezTo>
                    <a:pt x="73310" y="32781"/>
                    <a:pt x="63522" y="25186"/>
                    <a:pt x="44146" y="25186"/>
                  </a:cubicBezTo>
                  <a:lnTo>
                    <a:pt x="27966" y="25186"/>
                  </a:lnTo>
                  <a:lnTo>
                    <a:pt x="27966" y="70560"/>
                  </a:lnTo>
                  <a:lnTo>
                    <a:pt x="44146" y="70560"/>
                  </a:lnTo>
                  <a:close/>
                  <a:moveTo>
                    <a:pt x="161621" y="144917"/>
                  </a:moveTo>
                  <a:cubicBezTo>
                    <a:pt x="132856" y="144917"/>
                    <a:pt x="112082" y="122930"/>
                    <a:pt x="112082" y="92147"/>
                  </a:cubicBezTo>
                  <a:cubicBezTo>
                    <a:pt x="112082" y="61765"/>
                    <a:pt x="132856" y="39577"/>
                    <a:pt x="161621" y="39577"/>
                  </a:cubicBezTo>
                  <a:cubicBezTo>
                    <a:pt x="190386" y="39577"/>
                    <a:pt x="211160" y="61765"/>
                    <a:pt x="211160" y="92147"/>
                  </a:cubicBezTo>
                  <a:cubicBezTo>
                    <a:pt x="211160" y="122930"/>
                    <a:pt x="190386" y="144917"/>
                    <a:pt x="161621" y="144917"/>
                  </a:cubicBezTo>
                  <a:close/>
                  <a:moveTo>
                    <a:pt x="161621" y="120931"/>
                  </a:moveTo>
                  <a:cubicBezTo>
                    <a:pt x="175005" y="120931"/>
                    <a:pt x="184393" y="109138"/>
                    <a:pt x="184393" y="92147"/>
                  </a:cubicBezTo>
                  <a:cubicBezTo>
                    <a:pt x="184393" y="75157"/>
                    <a:pt x="175204" y="63564"/>
                    <a:pt x="161621" y="63564"/>
                  </a:cubicBezTo>
                  <a:cubicBezTo>
                    <a:pt x="148037" y="63564"/>
                    <a:pt x="138849" y="75157"/>
                    <a:pt x="138849" y="92147"/>
                  </a:cubicBezTo>
                  <a:cubicBezTo>
                    <a:pt x="138849" y="109138"/>
                    <a:pt x="148237" y="120931"/>
                    <a:pt x="161621" y="120931"/>
                  </a:cubicBezTo>
                  <a:close/>
                  <a:moveTo>
                    <a:pt x="284727" y="144917"/>
                  </a:moveTo>
                  <a:cubicBezTo>
                    <a:pt x="273141" y="144917"/>
                    <a:pt x="263353" y="139920"/>
                    <a:pt x="255962" y="131525"/>
                  </a:cubicBezTo>
                  <a:lnTo>
                    <a:pt x="255962" y="180497"/>
                  </a:lnTo>
                  <a:lnTo>
                    <a:pt x="229195" y="180497"/>
                  </a:lnTo>
                  <a:lnTo>
                    <a:pt x="229195" y="41576"/>
                  </a:lnTo>
                  <a:lnTo>
                    <a:pt x="253365" y="41576"/>
                  </a:lnTo>
                  <a:lnTo>
                    <a:pt x="254364" y="54769"/>
                  </a:lnTo>
                  <a:cubicBezTo>
                    <a:pt x="261955" y="45174"/>
                    <a:pt x="272542" y="39577"/>
                    <a:pt x="284727" y="39577"/>
                  </a:cubicBezTo>
                  <a:cubicBezTo>
                    <a:pt x="309896" y="39577"/>
                    <a:pt x="328274" y="61765"/>
                    <a:pt x="328274" y="92147"/>
                  </a:cubicBezTo>
                  <a:cubicBezTo>
                    <a:pt x="328274" y="122730"/>
                    <a:pt x="309896" y="144917"/>
                    <a:pt x="284727" y="144917"/>
                  </a:cubicBezTo>
                  <a:close/>
                  <a:moveTo>
                    <a:pt x="278734" y="120931"/>
                  </a:moveTo>
                  <a:cubicBezTo>
                    <a:pt x="292318" y="120931"/>
                    <a:pt x="301506" y="109338"/>
                    <a:pt x="301506" y="92147"/>
                  </a:cubicBezTo>
                  <a:cubicBezTo>
                    <a:pt x="301506" y="75157"/>
                    <a:pt x="292318" y="63564"/>
                    <a:pt x="278734" y="63564"/>
                  </a:cubicBezTo>
                  <a:cubicBezTo>
                    <a:pt x="265151" y="63564"/>
                    <a:pt x="255962" y="75157"/>
                    <a:pt x="255962" y="92147"/>
                  </a:cubicBezTo>
                  <a:cubicBezTo>
                    <a:pt x="255962" y="109138"/>
                    <a:pt x="265351" y="120931"/>
                    <a:pt x="278734" y="120931"/>
                  </a:cubicBezTo>
                  <a:close/>
                  <a:moveTo>
                    <a:pt x="401765" y="144917"/>
                  </a:moveTo>
                  <a:cubicBezTo>
                    <a:pt x="390179" y="144917"/>
                    <a:pt x="380391" y="139920"/>
                    <a:pt x="373000" y="131525"/>
                  </a:cubicBezTo>
                  <a:lnTo>
                    <a:pt x="373000" y="180497"/>
                  </a:lnTo>
                  <a:lnTo>
                    <a:pt x="346232" y="180497"/>
                  </a:lnTo>
                  <a:lnTo>
                    <a:pt x="346232" y="41576"/>
                  </a:lnTo>
                  <a:lnTo>
                    <a:pt x="370403" y="41576"/>
                  </a:lnTo>
                  <a:lnTo>
                    <a:pt x="371402" y="54769"/>
                  </a:lnTo>
                  <a:cubicBezTo>
                    <a:pt x="378993" y="45174"/>
                    <a:pt x="389579" y="39577"/>
                    <a:pt x="401765" y="39577"/>
                  </a:cubicBezTo>
                  <a:cubicBezTo>
                    <a:pt x="426934" y="39577"/>
                    <a:pt x="445311" y="61765"/>
                    <a:pt x="445311" y="92147"/>
                  </a:cubicBezTo>
                  <a:cubicBezTo>
                    <a:pt x="445311" y="122730"/>
                    <a:pt x="426934" y="144917"/>
                    <a:pt x="401765" y="144917"/>
                  </a:cubicBezTo>
                  <a:close/>
                  <a:moveTo>
                    <a:pt x="395772" y="120931"/>
                  </a:moveTo>
                  <a:cubicBezTo>
                    <a:pt x="409355" y="120931"/>
                    <a:pt x="418544" y="109338"/>
                    <a:pt x="418544" y="92147"/>
                  </a:cubicBezTo>
                  <a:cubicBezTo>
                    <a:pt x="418544" y="75157"/>
                    <a:pt x="409355" y="63564"/>
                    <a:pt x="395772" y="63564"/>
                  </a:cubicBezTo>
                  <a:cubicBezTo>
                    <a:pt x="382189" y="63564"/>
                    <a:pt x="373000" y="75157"/>
                    <a:pt x="373000" y="92147"/>
                  </a:cubicBezTo>
                  <a:cubicBezTo>
                    <a:pt x="373000" y="109138"/>
                    <a:pt x="382388" y="120931"/>
                    <a:pt x="395772" y="120931"/>
                  </a:cubicBezTo>
                  <a:close/>
                  <a:moveTo>
                    <a:pt x="473401" y="183695"/>
                  </a:moveTo>
                  <a:cubicBezTo>
                    <a:pt x="465610" y="183695"/>
                    <a:pt x="456421" y="181696"/>
                    <a:pt x="449030" y="178298"/>
                  </a:cubicBezTo>
                  <a:lnTo>
                    <a:pt x="456022" y="155911"/>
                  </a:lnTo>
                  <a:cubicBezTo>
                    <a:pt x="460417" y="158310"/>
                    <a:pt x="465410" y="159909"/>
                    <a:pt x="469805" y="159909"/>
                  </a:cubicBezTo>
                  <a:cubicBezTo>
                    <a:pt x="476996" y="159909"/>
                    <a:pt x="482390" y="154911"/>
                    <a:pt x="486385" y="144517"/>
                  </a:cubicBezTo>
                  <a:lnTo>
                    <a:pt x="489181" y="137122"/>
                  </a:lnTo>
                  <a:lnTo>
                    <a:pt x="448631" y="41576"/>
                  </a:lnTo>
                  <a:lnTo>
                    <a:pt x="476996" y="41576"/>
                  </a:lnTo>
                  <a:lnTo>
                    <a:pt x="502365" y="106139"/>
                  </a:lnTo>
                  <a:lnTo>
                    <a:pt x="524138" y="41576"/>
                  </a:lnTo>
                  <a:lnTo>
                    <a:pt x="552304" y="41576"/>
                  </a:lnTo>
                  <a:lnTo>
                    <a:pt x="509955" y="153113"/>
                  </a:lnTo>
                  <a:cubicBezTo>
                    <a:pt x="502165" y="173901"/>
                    <a:pt x="489780" y="183695"/>
                    <a:pt x="473401" y="183695"/>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3" name="Google Shape;1223;p82"/>
            <p:cNvSpPr/>
            <p:nvPr/>
          </p:nvSpPr>
          <p:spPr>
            <a:xfrm>
              <a:off x="6004198" y="3571983"/>
              <a:ext cx="248158" cy="133336"/>
            </a:xfrm>
            <a:custGeom>
              <a:rect b="b" l="l" r="r" t="t"/>
              <a:pathLst>
                <a:path extrusionOk="0" h="195364" w="363601">
                  <a:moveTo>
                    <a:pt x="38439" y="61251"/>
                  </a:moveTo>
                  <a:lnTo>
                    <a:pt x="38439" y="35380"/>
                  </a:lnTo>
                  <a:lnTo>
                    <a:pt x="13355" y="35380"/>
                  </a:lnTo>
                  <a:lnTo>
                    <a:pt x="13355" y="61251"/>
                  </a:lnTo>
                  <a:lnTo>
                    <a:pt x="1370" y="61251"/>
                  </a:lnTo>
                  <a:lnTo>
                    <a:pt x="1370" y="0"/>
                  </a:lnTo>
                  <a:lnTo>
                    <a:pt x="13355" y="0"/>
                  </a:lnTo>
                  <a:lnTo>
                    <a:pt x="13355" y="24329"/>
                  </a:lnTo>
                  <a:lnTo>
                    <a:pt x="38439" y="24329"/>
                  </a:lnTo>
                  <a:lnTo>
                    <a:pt x="38439" y="0"/>
                  </a:lnTo>
                  <a:lnTo>
                    <a:pt x="50424" y="0"/>
                  </a:lnTo>
                  <a:lnTo>
                    <a:pt x="50424" y="61251"/>
                  </a:lnTo>
                  <a:lnTo>
                    <a:pt x="38439" y="61251"/>
                  </a:lnTo>
                  <a:close/>
                  <a:moveTo>
                    <a:pt x="61648" y="61251"/>
                  </a:moveTo>
                  <a:lnTo>
                    <a:pt x="61648" y="0"/>
                  </a:lnTo>
                  <a:lnTo>
                    <a:pt x="105737" y="0"/>
                  </a:lnTo>
                  <a:lnTo>
                    <a:pt x="105737" y="11051"/>
                  </a:lnTo>
                  <a:lnTo>
                    <a:pt x="73634" y="11051"/>
                  </a:lnTo>
                  <a:lnTo>
                    <a:pt x="73634" y="24329"/>
                  </a:lnTo>
                  <a:lnTo>
                    <a:pt x="99573" y="24329"/>
                  </a:lnTo>
                  <a:lnTo>
                    <a:pt x="99573" y="35380"/>
                  </a:lnTo>
                  <a:lnTo>
                    <a:pt x="73634" y="35380"/>
                  </a:lnTo>
                  <a:lnTo>
                    <a:pt x="73634" y="50200"/>
                  </a:lnTo>
                  <a:lnTo>
                    <a:pt x="105737" y="50200"/>
                  </a:lnTo>
                  <a:lnTo>
                    <a:pt x="105737" y="61251"/>
                  </a:lnTo>
                  <a:lnTo>
                    <a:pt x="61648" y="61251"/>
                  </a:lnTo>
                  <a:close/>
                  <a:moveTo>
                    <a:pt x="111140" y="61251"/>
                  </a:moveTo>
                  <a:lnTo>
                    <a:pt x="130231" y="29640"/>
                  </a:lnTo>
                  <a:lnTo>
                    <a:pt x="112510" y="0"/>
                  </a:lnTo>
                  <a:lnTo>
                    <a:pt x="126207" y="0"/>
                  </a:lnTo>
                  <a:lnTo>
                    <a:pt x="138535" y="22359"/>
                  </a:lnTo>
                  <a:lnTo>
                    <a:pt x="150863" y="0"/>
                  </a:lnTo>
                  <a:lnTo>
                    <a:pt x="164560" y="0"/>
                  </a:lnTo>
                  <a:lnTo>
                    <a:pt x="146925" y="29640"/>
                  </a:lnTo>
                  <a:lnTo>
                    <a:pt x="165930" y="61251"/>
                  </a:lnTo>
                  <a:lnTo>
                    <a:pt x="152147" y="61251"/>
                  </a:lnTo>
                  <a:lnTo>
                    <a:pt x="138535" y="37007"/>
                  </a:lnTo>
                  <a:lnTo>
                    <a:pt x="124923" y="61251"/>
                  </a:lnTo>
                  <a:lnTo>
                    <a:pt x="111140" y="61251"/>
                  </a:lnTo>
                  <a:close/>
                  <a:moveTo>
                    <a:pt x="14383" y="194508"/>
                  </a:moveTo>
                  <a:lnTo>
                    <a:pt x="8219" y="194508"/>
                  </a:lnTo>
                  <a:lnTo>
                    <a:pt x="10359" y="178917"/>
                  </a:lnTo>
                  <a:lnTo>
                    <a:pt x="0" y="178917"/>
                  </a:lnTo>
                  <a:lnTo>
                    <a:pt x="0" y="173092"/>
                  </a:lnTo>
                  <a:lnTo>
                    <a:pt x="11215" y="173092"/>
                  </a:lnTo>
                  <a:lnTo>
                    <a:pt x="13783" y="154674"/>
                  </a:lnTo>
                  <a:lnTo>
                    <a:pt x="2654" y="154674"/>
                  </a:lnTo>
                  <a:lnTo>
                    <a:pt x="2654" y="148848"/>
                  </a:lnTo>
                  <a:lnTo>
                    <a:pt x="14639" y="148848"/>
                  </a:lnTo>
                  <a:lnTo>
                    <a:pt x="16779" y="133257"/>
                  </a:lnTo>
                  <a:lnTo>
                    <a:pt x="22943" y="133257"/>
                  </a:lnTo>
                  <a:lnTo>
                    <a:pt x="20803" y="148848"/>
                  </a:lnTo>
                  <a:lnTo>
                    <a:pt x="37925" y="148848"/>
                  </a:lnTo>
                  <a:lnTo>
                    <a:pt x="40065" y="133257"/>
                  </a:lnTo>
                  <a:lnTo>
                    <a:pt x="46229" y="133257"/>
                  </a:lnTo>
                  <a:lnTo>
                    <a:pt x="44089" y="148848"/>
                  </a:lnTo>
                  <a:lnTo>
                    <a:pt x="54448" y="148848"/>
                  </a:lnTo>
                  <a:lnTo>
                    <a:pt x="54448" y="154674"/>
                  </a:lnTo>
                  <a:lnTo>
                    <a:pt x="43233" y="154674"/>
                  </a:lnTo>
                  <a:lnTo>
                    <a:pt x="40665" y="173092"/>
                  </a:lnTo>
                  <a:lnTo>
                    <a:pt x="51794" y="173092"/>
                  </a:lnTo>
                  <a:lnTo>
                    <a:pt x="51794" y="178917"/>
                  </a:lnTo>
                  <a:lnTo>
                    <a:pt x="39809" y="178917"/>
                  </a:lnTo>
                  <a:lnTo>
                    <a:pt x="37668" y="194508"/>
                  </a:lnTo>
                  <a:lnTo>
                    <a:pt x="31504" y="194508"/>
                  </a:lnTo>
                  <a:lnTo>
                    <a:pt x="33645" y="178917"/>
                  </a:lnTo>
                  <a:lnTo>
                    <a:pt x="16523" y="178917"/>
                  </a:lnTo>
                  <a:lnTo>
                    <a:pt x="14383" y="194508"/>
                  </a:lnTo>
                  <a:close/>
                  <a:moveTo>
                    <a:pt x="17379" y="173092"/>
                  </a:moveTo>
                  <a:lnTo>
                    <a:pt x="34501" y="173092"/>
                  </a:lnTo>
                  <a:lnTo>
                    <a:pt x="37069" y="154674"/>
                  </a:lnTo>
                  <a:lnTo>
                    <a:pt x="19947" y="154674"/>
                  </a:lnTo>
                  <a:lnTo>
                    <a:pt x="17379" y="173092"/>
                  </a:lnTo>
                  <a:close/>
                  <a:moveTo>
                    <a:pt x="63922" y="194508"/>
                  </a:moveTo>
                  <a:lnTo>
                    <a:pt x="63922" y="133257"/>
                  </a:lnTo>
                  <a:lnTo>
                    <a:pt x="104672" y="133257"/>
                  </a:lnTo>
                  <a:lnTo>
                    <a:pt x="104672" y="139939"/>
                  </a:lnTo>
                  <a:lnTo>
                    <a:pt x="70942" y="139939"/>
                  </a:lnTo>
                  <a:lnTo>
                    <a:pt x="70942" y="159728"/>
                  </a:lnTo>
                  <a:lnTo>
                    <a:pt x="98422" y="159728"/>
                  </a:lnTo>
                  <a:lnTo>
                    <a:pt x="98422" y="166324"/>
                  </a:lnTo>
                  <a:lnTo>
                    <a:pt x="70942" y="166324"/>
                  </a:lnTo>
                  <a:lnTo>
                    <a:pt x="70942" y="194508"/>
                  </a:lnTo>
                  <a:lnTo>
                    <a:pt x="63922" y="194508"/>
                  </a:lnTo>
                  <a:close/>
                  <a:moveTo>
                    <a:pt x="133703" y="195365"/>
                  </a:moveTo>
                  <a:cubicBezTo>
                    <a:pt x="120433" y="195365"/>
                    <a:pt x="111444" y="188511"/>
                    <a:pt x="111444" y="178403"/>
                  </a:cubicBezTo>
                  <a:cubicBezTo>
                    <a:pt x="111444" y="170779"/>
                    <a:pt x="116238" y="165296"/>
                    <a:pt x="124714" y="163154"/>
                  </a:cubicBezTo>
                  <a:cubicBezTo>
                    <a:pt x="118036" y="160413"/>
                    <a:pt x="114098" y="155102"/>
                    <a:pt x="114098" y="148506"/>
                  </a:cubicBezTo>
                  <a:cubicBezTo>
                    <a:pt x="114098" y="139082"/>
                    <a:pt x="122317" y="132401"/>
                    <a:pt x="133703" y="132401"/>
                  </a:cubicBezTo>
                  <a:cubicBezTo>
                    <a:pt x="145089" y="132401"/>
                    <a:pt x="153307" y="139082"/>
                    <a:pt x="153307" y="148506"/>
                  </a:cubicBezTo>
                  <a:cubicBezTo>
                    <a:pt x="153307" y="155102"/>
                    <a:pt x="149369" y="160413"/>
                    <a:pt x="142692" y="163154"/>
                  </a:cubicBezTo>
                  <a:cubicBezTo>
                    <a:pt x="151167" y="165296"/>
                    <a:pt x="155961" y="170779"/>
                    <a:pt x="155961" y="178403"/>
                  </a:cubicBezTo>
                  <a:cubicBezTo>
                    <a:pt x="155961" y="188511"/>
                    <a:pt x="146972" y="195365"/>
                    <a:pt x="133703" y="195365"/>
                  </a:cubicBezTo>
                  <a:close/>
                  <a:moveTo>
                    <a:pt x="133703" y="188854"/>
                  </a:moveTo>
                  <a:cubicBezTo>
                    <a:pt x="143206" y="188854"/>
                    <a:pt x="148941" y="184742"/>
                    <a:pt x="148941" y="177889"/>
                  </a:cubicBezTo>
                  <a:cubicBezTo>
                    <a:pt x="148941" y="171036"/>
                    <a:pt x="143120" y="166838"/>
                    <a:pt x="133703" y="166838"/>
                  </a:cubicBezTo>
                  <a:cubicBezTo>
                    <a:pt x="124286" y="166838"/>
                    <a:pt x="118464" y="171036"/>
                    <a:pt x="118464" y="177889"/>
                  </a:cubicBezTo>
                  <a:cubicBezTo>
                    <a:pt x="118464" y="184742"/>
                    <a:pt x="124200" y="188854"/>
                    <a:pt x="133703" y="188854"/>
                  </a:cubicBezTo>
                  <a:close/>
                  <a:moveTo>
                    <a:pt x="133703" y="160327"/>
                  </a:moveTo>
                  <a:cubicBezTo>
                    <a:pt x="140894" y="160327"/>
                    <a:pt x="146459" y="155444"/>
                    <a:pt x="146459" y="149191"/>
                  </a:cubicBezTo>
                  <a:cubicBezTo>
                    <a:pt x="146459" y="143023"/>
                    <a:pt x="141322" y="138911"/>
                    <a:pt x="133703" y="138911"/>
                  </a:cubicBezTo>
                  <a:cubicBezTo>
                    <a:pt x="126084" y="138911"/>
                    <a:pt x="120947" y="143023"/>
                    <a:pt x="120947" y="149191"/>
                  </a:cubicBezTo>
                  <a:cubicBezTo>
                    <a:pt x="120947" y="155444"/>
                    <a:pt x="126512" y="160327"/>
                    <a:pt x="133703" y="160327"/>
                  </a:cubicBezTo>
                  <a:close/>
                  <a:moveTo>
                    <a:pt x="165255" y="194508"/>
                  </a:moveTo>
                  <a:lnTo>
                    <a:pt x="165255" y="133257"/>
                  </a:lnTo>
                  <a:lnTo>
                    <a:pt x="206005" y="133257"/>
                  </a:lnTo>
                  <a:lnTo>
                    <a:pt x="206005" y="139939"/>
                  </a:lnTo>
                  <a:lnTo>
                    <a:pt x="172275" y="139939"/>
                  </a:lnTo>
                  <a:lnTo>
                    <a:pt x="172275" y="159728"/>
                  </a:lnTo>
                  <a:lnTo>
                    <a:pt x="199755" y="159728"/>
                  </a:lnTo>
                  <a:lnTo>
                    <a:pt x="199755" y="166324"/>
                  </a:lnTo>
                  <a:lnTo>
                    <a:pt x="172275" y="166324"/>
                  </a:lnTo>
                  <a:lnTo>
                    <a:pt x="172275" y="194508"/>
                  </a:lnTo>
                  <a:lnTo>
                    <a:pt x="165255" y="194508"/>
                  </a:lnTo>
                  <a:close/>
                  <a:moveTo>
                    <a:pt x="234684" y="195365"/>
                  </a:moveTo>
                  <a:cubicBezTo>
                    <a:pt x="223126" y="195365"/>
                    <a:pt x="213196" y="187740"/>
                    <a:pt x="212169" y="178060"/>
                  </a:cubicBezTo>
                  <a:lnTo>
                    <a:pt x="218675" y="176775"/>
                  </a:lnTo>
                  <a:cubicBezTo>
                    <a:pt x="220301" y="184228"/>
                    <a:pt x="226208" y="188683"/>
                    <a:pt x="234598" y="188683"/>
                  </a:cubicBezTo>
                  <a:cubicBezTo>
                    <a:pt x="243416" y="188683"/>
                    <a:pt x="249408" y="184400"/>
                    <a:pt x="249408" y="178060"/>
                  </a:cubicBezTo>
                  <a:cubicBezTo>
                    <a:pt x="249408" y="171036"/>
                    <a:pt x="244015" y="167010"/>
                    <a:pt x="234427" y="167010"/>
                  </a:cubicBezTo>
                  <a:lnTo>
                    <a:pt x="229033" y="167010"/>
                  </a:lnTo>
                  <a:lnTo>
                    <a:pt x="229033" y="160927"/>
                  </a:lnTo>
                  <a:lnTo>
                    <a:pt x="233143" y="160927"/>
                  </a:lnTo>
                  <a:cubicBezTo>
                    <a:pt x="241532" y="160927"/>
                    <a:pt x="247525" y="156216"/>
                    <a:pt x="247525" y="149619"/>
                  </a:cubicBezTo>
                  <a:cubicBezTo>
                    <a:pt x="247525" y="143280"/>
                    <a:pt x="242474" y="139168"/>
                    <a:pt x="234769" y="139168"/>
                  </a:cubicBezTo>
                  <a:cubicBezTo>
                    <a:pt x="226294" y="139168"/>
                    <a:pt x="220216" y="144222"/>
                    <a:pt x="220473" y="151161"/>
                  </a:cubicBezTo>
                  <a:lnTo>
                    <a:pt x="213881" y="150562"/>
                  </a:lnTo>
                  <a:cubicBezTo>
                    <a:pt x="213881" y="139853"/>
                    <a:pt x="222356" y="132486"/>
                    <a:pt x="234684" y="132486"/>
                  </a:cubicBezTo>
                  <a:cubicBezTo>
                    <a:pt x="246156" y="132486"/>
                    <a:pt x="254374" y="139340"/>
                    <a:pt x="254374" y="149020"/>
                  </a:cubicBezTo>
                  <a:cubicBezTo>
                    <a:pt x="254374" y="155444"/>
                    <a:pt x="250521" y="160756"/>
                    <a:pt x="243930" y="163497"/>
                  </a:cubicBezTo>
                  <a:cubicBezTo>
                    <a:pt x="251806" y="165724"/>
                    <a:pt x="256343" y="171121"/>
                    <a:pt x="256343" y="178489"/>
                  </a:cubicBezTo>
                  <a:cubicBezTo>
                    <a:pt x="256343" y="188340"/>
                    <a:pt x="247354" y="195365"/>
                    <a:pt x="234684" y="195365"/>
                  </a:cubicBezTo>
                  <a:close/>
                  <a:moveTo>
                    <a:pt x="265655" y="194508"/>
                  </a:moveTo>
                  <a:lnTo>
                    <a:pt x="265655" y="133257"/>
                  </a:lnTo>
                  <a:lnTo>
                    <a:pt x="306405" y="133257"/>
                  </a:lnTo>
                  <a:lnTo>
                    <a:pt x="306405" y="139939"/>
                  </a:lnTo>
                  <a:lnTo>
                    <a:pt x="272675" y="139939"/>
                  </a:lnTo>
                  <a:lnTo>
                    <a:pt x="272675" y="159728"/>
                  </a:lnTo>
                  <a:lnTo>
                    <a:pt x="300156" y="159728"/>
                  </a:lnTo>
                  <a:lnTo>
                    <a:pt x="300156" y="166324"/>
                  </a:lnTo>
                  <a:lnTo>
                    <a:pt x="272675" y="166324"/>
                  </a:lnTo>
                  <a:lnTo>
                    <a:pt x="272675" y="194508"/>
                  </a:lnTo>
                  <a:lnTo>
                    <a:pt x="265655" y="194508"/>
                  </a:lnTo>
                  <a:close/>
                  <a:moveTo>
                    <a:pt x="339118" y="195365"/>
                  </a:moveTo>
                  <a:cubicBezTo>
                    <a:pt x="324564" y="195365"/>
                    <a:pt x="314548" y="182600"/>
                    <a:pt x="314548" y="163926"/>
                  </a:cubicBezTo>
                  <a:cubicBezTo>
                    <a:pt x="314548" y="145250"/>
                    <a:pt x="324564" y="132401"/>
                    <a:pt x="339118" y="132401"/>
                  </a:cubicBezTo>
                  <a:cubicBezTo>
                    <a:pt x="353757" y="132401"/>
                    <a:pt x="363602" y="145079"/>
                    <a:pt x="363602" y="163926"/>
                  </a:cubicBezTo>
                  <a:cubicBezTo>
                    <a:pt x="363602" y="182686"/>
                    <a:pt x="353671" y="195365"/>
                    <a:pt x="339118" y="195365"/>
                  </a:cubicBezTo>
                  <a:close/>
                  <a:moveTo>
                    <a:pt x="339118" y="188683"/>
                  </a:moveTo>
                  <a:cubicBezTo>
                    <a:pt x="349562" y="188683"/>
                    <a:pt x="356582" y="178745"/>
                    <a:pt x="356582" y="163926"/>
                  </a:cubicBezTo>
                  <a:cubicBezTo>
                    <a:pt x="356582" y="148934"/>
                    <a:pt x="349648" y="139082"/>
                    <a:pt x="339118" y="139082"/>
                  </a:cubicBezTo>
                  <a:cubicBezTo>
                    <a:pt x="328588" y="139082"/>
                    <a:pt x="321568" y="148934"/>
                    <a:pt x="321568" y="163926"/>
                  </a:cubicBezTo>
                  <a:cubicBezTo>
                    <a:pt x="321568" y="178745"/>
                    <a:pt x="328588" y="188683"/>
                    <a:pt x="339118" y="188683"/>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4" name="Google Shape;1224;p82"/>
            <p:cNvSpPr/>
            <p:nvPr/>
          </p:nvSpPr>
          <p:spPr>
            <a:xfrm>
              <a:off x="6367844" y="3571398"/>
              <a:ext cx="349551" cy="141580"/>
            </a:xfrm>
            <a:custGeom>
              <a:rect b="b" l="l" r="r" t="t"/>
              <a:pathLst>
                <a:path extrusionOk="0" h="207443" w="512162">
                  <a:moveTo>
                    <a:pt x="1455" y="62107"/>
                  </a:moveTo>
                  <a:lnTo>
                    <a:pt x="1455" y="857"/>
                  </a:lnTo>
                  <a:lnTo>
                    <a:pt x="21659" y="857"/>
                  </a:lnTo>
                  <a:cubicBezTo>
                    <a:pt x="36298" y="857"/>
                    <a:pt x="45630" y="8310"/>
                    <a:pt x="45630" y="20131"/>
                  </a:cubicBezTo>
                  <a:cubicBezTo>
                    <a:pt x="45630" y="27927"/>
                    <a:pt x="41863" y="33752"/>
                    <a:pt x="35356" y="36922"/>
                  </a:cubicBezTo>
                  <a:lnTo>
                    <a:pt x="48968" y="62107"/>
                  </a:lnTo>
                  <a:lnTo>
                    <a:pt x="35699" y="62107"/>
                  </a:lnTo>
                  <a:lnTo>
                    <a:pt x="23971" y="39577"/>
                  </a:lnTo>
                  <a:cubicBezTo>
                    <a:pt x="23286" y="39577"/>
                    <a:pt x="22429" y="39663"/>
                    <a:pt x="21659" y="39663"/>
                  </a:cubicBezTo>
                  <a:lnTo>
                    <a:pt x="13441" y="39663"/>
                  </a:lnTo>
                  <a:lnTo>
                    <a:pt x="13441" y="62107"/>
                  </a:lnTo>
                  <a:lnTo>
                    <a:pt x="1455" y="62107"/>
                  </a:lnTo>
                  <a:close/>
                  <a:moveTo>
                    <a:pt x="21745" y="29041"/>
                  </a:moveTo>
                  <a:cubicBezTo>
                    <a:pt x="29878" y="29041"/>
                    <a:pt x="33644" y="26214"/>
                    <a:pt x="33644" y="20131"/>
                  </a:cubicBezTo>
                  <a:cubicBezTo>
                    <a:pt x="33644" y="14477"/>
                    <a:pt x="29621" y="11650"/>
                    <a:pt x="21659" y="11650"/>
                  </a:cubicBezTo>
                  <a:lnTo>
                    <a:pt x="13441" y="11650"/>
                  </a:lnTo>
                  <a:lnTo>
                    <a:pt x="13441" y="29041"/>
                  </a:lnTo>
                  <a:lnTo>
                    <a:pt x="21745" y="29041"/>
                  </a:lnTo>
                  <a:close/>
                  <a:moveTo>
                    <a:pt x="82451" y="62964"/>
                  </a:moveTo>
                  <a:cubicBezTo>
                    <a:pt x="65843" y="62964"/>
                    <a:pt x="53601" y="49686"/>
                    <a:pt x="53601" y="31525"/>
                  </a:cubicBezTo>
                  <a:cubicBezTo>
                    <a:pt x="53601" y="13278"/>
                    <a:pt x="65843" y="0"/>
                    <a:pt x="82451" y="0"/>
                  </a:cubicBezTo>
                  <a:cubicBezTo>
                    <a:pt x="92039" y="0"/>
                    <a:pt x="100515" y="4540"/>
                    <a:pt x="105823" y="12336"/>
                  </a:cubicBezTo>
                  <a:lnTo>
                    <a:pt x="96405" y="19018"/>
                  </a:lnTo>
                  <a:cubicBezTo>
                    <a:pt x="92896" y="13706"/>
                    <a:pt x="88187" y="11051"/>
                    <a:pt x="82451" y="11051"/>
                  </a:cubicBezTo>
                  <a:cubicBezTo>
                    <a:pt x="72692" y="11051"/>
                    <a:pt x="65586" y="19532"/>
                    <a:pt x="65586" y="31525"/>
                  </a:cubicBezTo>
                  <a:cubicBezTo>
                    <a:pt x="65586" y="43432"/>
                    <a:pt x="72692" y="51913"/>
                    <a:pt x="82451" y="51913"/>
                  </a:cubicBezTo>
                  <a:cubicBezTo>
                    <a:pt x="86903" y="51913"/>
                    <a:pt x="90927" y="50628"/>
                    <a:pt x="94865" y="47801"/>
                  </a:cubicBezTo>
                  <a:lnTo>
                    <a:pt x="94865" y="38035"/>
                  </a:lnTo>
                  <a:lnTo>
                    <a:pt x="79626" y="38035"/>
                  </a:lnTo>
                  <a:lnTo>
                    <a:pt x="79626" y="27413"/>
                  </a:lnTo>
                  <a:lnTo>
                    <a:pt x="106165" y="27413"/>
                  </a:lnTo>
                  <a:lnTo>
                    <a:pt x="106165" y="52599"/>
                  </a:lnTo>
                  <a:cubicBezTo>
                    <a:pt x="100001" y="59109"/>
                    <a:pt x="91183" y="62964"/>
                    <a:pt x="82451" y="62964"/>
                  </a:cubicBezTo>
                  <a:close/>
                  <a:moveTo>
                    <a:pt x="116076" y="62107"/>
                  </a:moveTo>
                  <a:lnTo>
                    <a:pt x="116076" y="857"/>
                  </a:lnTo>
                  <a:lnTo>
                    <a:pt x="137308" y="857"/>
                  </a:lnTo>
                  <a:cubicBezTo>
                    <a:pt x="150577" y="857"/>
                    <a:pt x="158796" y="7025"/>
                    <a:pt x="158796" y="16876"/>
                  </a:cubicBezTo>
                  <a:cubicBezTo>
                    <a:pt x="158796" y="22616"/>
                    <a:pt x="155714" y="27156"/>
                    <a:pt x="150320" y="29897"/>
                  </a:cubicBezTo>
                  <a:cubicBezTo>
                    <a:pt x="157683" y="32467"/>
                    <a:pt x="161877" y="37693"/>
                    <a:pt x="161877" y="45060"/>
                  </a:cubicBezTo>
                  <a:cubicBezTo>
                    <a:pt x="161877" y="55511"/>
                    <a:pt x="153145" y="62107"/>
                    <a:pt x="139277" y="62107"/>
                  </a:cubicBezTo>
                  <a:lnTo>
                    <a:pt x="116076" y="62107"/>
                  </a:lnTo>
                  <a:close/>
                  <a:moveTo>
                    <a:pt x="139106" y="51228"/>
                  </a:moveTo>
                  <a:cubicBezTo>
                    <a:pt x="146468" y="51228"/>
                    <a:pt x="150149" y="48744"/>
                    <a:pt x="150149" y="43861"/>
                  </a:cubicBezTo>
                  <a:cubicBezTo>
                    <a:pt x="150149" y="38207"/>
                    <a:pt x="146725" y="35551"/>
                    <a:pt x="139106" y="35551"/>
                  </a:cubicBezTo>
                  <a:lnTo>
                    <a:pt x="128062" y="35551"/>
                  </a:lnTo>
                  <a:lnTo>
                    <a:pt x="128062" y="51228"/>
                  </a:lnTo>
                  <a:lnTo>
                    <a:pt x="139106" y="51228"/>
                  </a:lnTo>
                  <a:close/>
                  <a:moveTo>
                    <a:pt x="137137" y="25186"/>
                  </a:moveTo>
                  <a:cubicBezTo>
                    <a:pt x="143814" y="25186"/>
                    <a:pt x="147067" y="22958"/>
                    <a:pt x="147067" y="18332"/>
                  </a:cubicBezTo>
                  <a:cubicBezTo>
                    <a:pt x="147067" y="13792"/>
                    <a:pt x="143985" y="11650"/>
                    <a:pt x="137137" y="11650"/>
                  </a:cubicBezTo>
                  <a:lnTo>
                    <a:pt x="128062" y="11650"/>
                  </a:lnTo>
                  <a:lnTo>
                    <a:pt x="128062" y="25186"/>
                  </a:lnTo>
                  <a:lnTo>
                    <a:pt x="137137" y="25186"/>
                  </a:lnTo>
                  <a:close/>
                  <a:moveTo>
                    <a:pt x="599" y="189368"/>
                  </a:moveTo>
                  <a:cubicBezTo>
                    <a:pt x="10016" y="181572"/>
                    <a:pt x="15923" y="176689"/>
                    <a:pt x="22344" y="170179"/>
                  </a:cubicBezTo>
                  <a:cubicBezTo>
                    <a:pt x="30905" y="161441"/>
                    <a:pt x="32960" y="157843"/>
                    <a:pt x="32960" y="151847"/>
                  </a:cubicBezTo>
                  <a:cubicBezTo>
                    <a:pt x="32960" y="144651"/>
                    <a:pt x="27652" y="139768"/>
                    <a:pt x="19947" y="139768"/>
                  </a:cubicBezTo>
                  <a:cubicBezTo>
                    <a:pt x="12156" y="139768"/>
                    <a:pt x="6848" y="145250"/>
                    <a:pt x="6506" y="153817"/>
                  </a:cubicBezTo>
                  <a:lnTo>
                    <a:pt x="0" y="153132"/>
                  </a:lnTo>
                  <a:cubicBezTo>
                    <a:pt x="171" y="141481"/>
                    <a:pt x="8561" y="133257"/>
                    <a:pt x="20118" y="133257"/>
                  </a:cubicBezTo>
                  <a:cubicBezTo>
                    <a:pt x="31761" y="133257"/>
                    <a:pt x="39894" y="140967"/>
                    <a:pt x="39894" y="151932"/>
                  </a:cubicBezTo>
                  <a:cubicBezTo>
                    <a:pt x="39894" y="159385"/>
                    <a:pt x="36298" y="165810"/>
                    <a:pt x="27823" y="173606"/>
                  </a:cubicBezTo>
                  <a:cubicBezTo>
                    <a:pt x="21659" y="179174"/>
                    <a:pt x="16608" y="183457"/>
                    <a:pt x="10102" y="188511"/>
                  </a:cubicBezTo>
                  <a:lnTo>
                    <a:pt x="41264" y="188683"/>
                  </a:lnTo>
                  <a:lnTo>
                    <a:pt x="41264" y="195365"/>
                  </a:lnTo>
                  <a:lnTo>
                    <a:pt x="599" y="195365"/>
                  </a:lnTo>
                  <a:lnTo>
                    <a:pt x="599" y="189368"/>
                  </a:lnTo>
                  <a:close/>
                  <a:moveTo>
                    <a:pt x="44621" y="180202"/>
                  </a:moveTo>
                  <a:lnTo>
                    <a:pt x="44621" y="174634"/>
                  </a:lnTo>
                  <a:lnTo>
                    <a:pt x="72958" y="134114"/>
                  </a:lnTo>
                  <a:lnTo>
                    <a:pt x="82803" y="134114"/>
                  </a:lnTo>
                  <a:lnTo>
                    <a:pt x="82803" y="173948"/>
                  </a:lnTo>
                  <a:lnTo>
                    <a:pt x="91963" y="173948"/>
                  </a:lnTo>
                  <a:lnTo>
                    <a:pt x="91963" y="180202"/>
                  </a:lnTo>
                  <a:lnTo>
                    <a:pt x="82803" y="180202"/>
                  </a:lnTo>
                  <a:lnTo>
                    <a:pt x="82803" y="195365"/>
                  </a:lnTo>
                  <a:lnTo>
                    <a:pt x="76040" y="195365"/>
                  </a:lnTo>
                  <a:lnTo>
                    <a:pt x="76040" y="180202"/>
                  </a:lnTo>
                  <a:lnTo>
                    <a:pt x="44621" y="180202"/>
                  </a:lnTo>
                  <a:close/>
                  <a:moveTo>
                    <a:pt x="52840" y="173948"/>
                  </a:moveTo>
                  <a:lnTo>
                    <a:pt x="76040" y="173948"/>
                  </a:lnTo>
                  <a:lnTo>
                    <a:pt x="76040" y="140624"/>
                  </a:lnTo>
                  <a:lnTo>
                    <a:pt x="52840" y="173948"/>
                  </a:lnTo>
                  <a:close/>
                  <a:moveTo>
                    <a:pt x="120576" y="196221"/>
                  </a:moveTo>
                  <a:cubicBezTo>
                    <a:pt x="107306" y="196221"/>
                    <a:pt x="98318" y="189368"/>
                    <a:pt x="98318" y="179260"/>
                  </a:cubicBezTo>
                  <a:cubicBezTo>
                    <a:pt x="98318" y="171635"/>
                    <a:pt x="103112" y="166153"/>
                    <a:pt x="111587" y="164011"/>
                  </a:cubicBezTo>
                  <a:cubicBezTo>
                    <a:pt x="104909" y="161270"/>
                    <a:pt x="100971" y="155959"/>
                    <a:pt x="100971" y="149362"/>
                  </a:cubicBezTo>
                  <a:cubicBezTo>
                    <a:pt x="100971" y="139939"/>
                    <a:pt x="109190" y="133257"/>
                    <a:pt x="120576" y="133257"/>
                  </a:cubicBezTo>
                  <a:cubicBezTo>
                    <a:pt x="131962" y="133257"/>
                    <a:pt x="140180" y="139939"/>
                    <a:pt x="140180" y="149362"/>
                  </a:cubicBezTo>
                  <a:cubicBezTo>
                    <a:pt x="140180" y="155959"/>
                    <a:pt x="136242" y="161270"/>
                    <a:pt x="129565" y="164011"/>
                  </a:cubicBezTo>
                  <a:cubicBezTo>
                    <a:pt x="138040" y="166153"/>
                    <a:pt x="142834" y="171635"/>
                    <a:pt x="142834" y="179260"/>
                  </a:cubicBezTo>
                  <a:cubicBezTo>
                    <a:pt x="142834" y="189368"/>
                    <a:pt x="133845" y="196221"/>
                    <a:pt x="120576" y="196221"/>
                  </a:cubicBezTo>
                  <a:close/>
                  <a:moveTo>
                    <a:pt x="120576" y="189711"/>
                  </a:moveTo>
                  <a:cubicBezTo>
                    <a:pt x="130078" y="189711"/>
                    <a:pt x="135814" y="185599"/>
                    <a:pt x="135814" y="178745"/>
                  </a:cubicBezTo>
                  <a:cubicBezTo>
                    <a:pt x="135814" y="171892"/>
                    <a:pt x="129993" y="167695"/>
                    <a:pt x="120576" y="167695"/>
                  </a:cubicBezTo>
                  <a:cubicBezTo>
                    <a:pt x="111159" y="167695"/>
                    <a:pt x="105337" y="171892"/>
                    <a:pt x="105337" y="178745"/>
                  </a:cubicBezTo>
                  <a:cubicBezTo>
                    <a:pt x="105337" y="185599"/>
                    <a:pt x="111073" y="189711"/>
                    <a:pt x="120576" y="189711"/>
                  </a:cubicBezTo>
                  <a:close/>
                  <a:moveTo>
                    <a:pt x="120576" y="161184"/>
                  </a:moveTo>
                  <a:cubicBezTo>
                    <a:pt x="127767" y="161184"/>
                    <a:pt x="133332" y="156301"/>
                    <a:pt x="133332" y="150048"/>
                  </a:cubicBezTo>
                  <a:cubicBezTo>
                    <a:pt x="133332" y="143880"/>
                    <a:pt x="128195" y="139768"/>
                    <a:pt x="120576" y="139768"/>
                  </a:cubicBezTo>
                  <a:cubicBezTo>
                    <a:pt x="112957" y="139768"/>
                    <a:pt x="107820" y="143880"/>
                    <a:pt x="107820" y="150048"/>
                  </a:cubicBezTo>
                  <a:cubicBezTo>
                    <a:pt x="107820" y="156301"/>
                    <a:pt x="113385" y="161184"/>
                    <a:pt x="120576" y="161184"/>
                  </a:cubicBezTo>
                  <a:close/>
                  <a:moveTo>
                    <a:pt x="150073" y="203760"/>
                  </a:moveTo>
                  <a:cubicBezTo>
                    <a:pt x="153241" y="202903"/>
                    <a:pt x="153583" y="200762"/>
                    <a:pt x="153583" y="198191"/>
                  </a:cubicBezTo>
                  <a:lnTo>
                    <a:pt x="153583" y="195365"/>
                  </a:lnTo>
                  <a:lnTo>
                    <a:pt x="150073" y="195365"/>
                  </a:lnTo>
                  <a:lnTo>
                    <a:pt x="150073" y="186712"/>
                  </a:lnTo>
                  <a:lnTo>
                    <a:pt x="157863" y="186712"/>
                  </a:lnTo>
                  <a:lnTo>
                    <a:pt x="157863" y="198277"/>
                  </a:lnTo>
                  <a:cubicBezTo>
                    <a:pt x="157863" y="203503"/>
                    <a:pt x="155809" y="206415"/>
                    <a:pt x="150073" y="207443"/>
                  </a:cubicBezTo>
                  <a:lnTo>
                    <a:pt x="150073" y="203760"/>
                  </a:lnTo>
                  <a:close/>
                  <a:moveTo>
                    <a:pt x="182938" y="189368"/>
                  </a:moveTo>
                  <a:cubicBezTo>
                    <a:pt x="192354" y="181572"/>
                    <a:pt x="198262" y="176689"/>
                    <a:pt x="204682" y="170179"/>
                  </a:cubicBezTo>
                  <a:cubicBezTo>
                    <a:pt x="213243" y="161441"/>
                    <a:pt x="215298" y="157843"/>
                    <a:pt x="215298" y="151847"/>
                  </a:cubicBezTo>
                  <a:cubicBezTo>
                    <a:pt x="215298" y="144651"/>
                    <a:pt x="209990" y="139768"/>
                    <a:pt x="202285" y="139768"/>
                  </a:cubicBezTo>
                  <a:cubicBezTo>
                    <a:pt x="194495" y="139768"/>
                    <a:pt x="189187" y="145250"/>
                    <a:pt x="188845" y="153817"/>
                  </a:cubicBezTo>
                  <a:lnTo>
                    <a:pt x="182338" y="153132"/>
                  </a:lnTo>
                  <a:cubicBezTo>
                    <a:pt x="182509" y="141481"/>
                    <a:pt x="190899" y="133257"/>
                    <a:pt x="202456" y="133257"/>
                  </a:cubicBezTo>
                  <a:cubicBezTo>
                    <a:pt x="214099" y="133257"/>
                    <a:pt x="222232" y="140967"/>
                    <a:pt x="222232" y="151932"/>
                  </a:cubicBezTo>
                  <a:cubicBezTo>
                    <a:pt x="222232" y="159385"/>
                    <a:pt x="218637" y="165810"/>
                    <a:pt x="210161" y="173606"/>
                  </a:cubicBezTo>
                  <a:cubicBezTo>
                    <a:pt x="203997" y="179174"/>
                    <a:pt x="198946" y="183457"/>
                    <a:pt x="192440" y="188511"/>
                  </a:cubicBezTo>
                  <a:lnTo>
                    <a:pt x="223602" y="188683"/>
                  </a:lnTo>
                  <a:lnTo>
                    <a:pt x="223602" y="195365"/>
                  </a:lnTo>
                  <a:lnTo>
                    <a:pt x="182938" y="195365"/>
                  </a:lnTo>
                  <a:lnTo>
                    <a:pt x="182938" y="189368"/>
                  </a:lnTo>
                  <a:close/>
                  <a:moveTo>
                    <a:pt x="226960" y="180202"/>
                  </a:moveTo>
                  <a:lnTo>
                    <a:pt x="226960" y="174634"/>
                  </a:lnTo>
                  <a:lnTo>
                    <a:pt x="255296" y="134114"/>
                  </a:lnTo>
                  <a:lnTo>
                    <a:pt x="265141" y="134114"/>
                  </a:lnTo>
                  <a:lnTo>
                    <a:pt x="265141" y="173948"/>
                  </a:lnTo>
                  <a:lnTo>
                    <a:pt x="274302" y="173948"/>
                  </a:lnTo>
                  <a:lnTo>
                    <a:pt x="274302" y="180202"/>
                  </a:lnTo>
                  <a:lnTo>
                    <a:pt x="265141" y="180202"/>
                  </a:lnTo>
                  <a:lnTo>
                    <a:pt x="265141" y="195365"/>
                  </a:lnTo>
                  <a:lnTo>
                    <a:pt x="258378" y="195365"/>
                  </a:lnTo>
                  <a:lnTo>
                    <a:pt x="258378" y="180202"/>
                  </a:lnTo>
                  <a:lnTo>
                    <a:pt x="226960" y="180202"/>
                  </a:lnTo>
                  <a:close/>
                  <a:moveTo>
                    <a:pt x="235178" y="173948"/>
                  </a:moveTo>
                  <a:lnTo>
                    <a:pt x="258378" y="173948"/>
                  </a:lnTo>
                  <a:lnTo>
                    <a:pt x="258378" y="140624"/>
                  </a:lnTo>
                  <a:lnTo>
                    <a:pt x="235178" y="173948"/>
                  </a:lnTo>
                  <a:close/>
                  <a:moveTo>
                    <a:pt x="302905" y="196221"/>
                  </a:moveTo>
                  <a:cubicBezTo>
                    <a:pt x="291348" y="196221"/>
                    <a:pt x="281417" y="188597"/>
                    <a:pt x="280389" y="178917"/>
                  </a:cubicBezTo>
                  <a:lnTo>
                    <a:pt x="286896" y="177632"/>
                  </a:lnTo>
                  <a:cubicBezTo>
                    <a:pt x="288522" y="185085"/>
                    <a:pt x="294429" y="189539"/>
                    <a:pt x="302819" y="189539"/>
                  </a:cubicBezTo>
                  <a:cubicBezTo>
                    <a:pt x="311637" y="189539"/>
                    <a:pt x="317630" y="185256"/>
                    <a:pt x="317630" y="178917"/>
                  </a:cubicBezTo>
                  <a:cubicBezTo>
                    <a:pt x="317630" y="171892"/>
                    <a:pt x="312236" y="167866"/>
                    <a:pt x="302648" y="167866"/>
                  </a:cubicBezTo>
                  <a:lnTo>
                    <a:pt x="297255" y="167866"/>
                  </a:lnTo>
                  <a:lnTo>
                    <a:pt x="297255" y="161784"/>
                  </a:lnTo>
                  <a:lnTo>
                    <a:pt x="301364" y="161784"/>
                  </a:lnTo>
                  <a:cubicBezTo>
                    <a:pt x="309753" y="161784"/>
                    <a:pt x="315746" y="157072"/>
                    <a:pt x="315746" y="150476"/>
                  </a:cubicBezTo>
                  <a:cubicBezTo>
                    <a:pt x="315746" y="144137"/>
                    <a:pt x="310695" y="140025"/>
                    <a:pt x="302990" y="140025"/>
                  </a:cubicBezTo>
                  <a:cubicBezTo>
                    <a:pt x="294515" y="140025"/>
                    <a:pt x="288437" y="145079"/>
                    <a:pt x="288693" y="152018"/>
                  </a:cubicBezTo>
                  <a:lnTo>
                    <a:pt x="282102" y="151418"/>
                  </a:lnTo>
                  <a:cubicBezTo>
                    <a:pt x="282102" y="140710"/>
                    <a:pt x="290577" y="133343"/>
                    <a:pt x="302905" y="133343"/>
                  </a:cubicBezTo>
                  <a:cubicBezTo>
                    <a:pt x="314376" y="133343"/>
                    <a:pt x="322595" y="140196"/>
                    <a:pt x="322595" y="149876"/>
                  </a:cubicBezTo>
                  <a:cubicBezTo>
                    <a:pt x="322595" y="156301"/>
                    <a:pt x="318742" y="161612"/>
                    <a:pt x="312150" y="164354"/>
                  </a:cubicBezTo>
                  <a:cubicBezTo>
                    <a:pt x="320026" y="166581"/>
                    <a:pt x="324564" y="171978"/>
                    <a:pt x="324564" y="179345"/>
                  </a:cubicBezTo>
                  <a:cubicBezTo>
                    <a:pt x="324564" y="189197"/>
                    <a:pt x="315575" y="196221"/>
                    <a:pt x="302905" y="196221"/>
                  </a:cubicBezTo>
                  <a:close/>
                  <a:moveTo>
                    <a:pt x="331831" y="203760"/>
                  </a:moveTo>
                  <a:cubicBezTo>
                    <a:pt x="334999" y="202903"/>
                    <a:pt x="335341" y="200762"/>
                    <a:pt x="335341" y="198191"/>
                  </a:cubicBezTo>
                  <a:lnTo>
                    <a:pt x="335341" y="195365"/>
                  </a:lnTo>
                  <a:lnTo>
                    <a:pt x="331831" y="195365"/>
                  </a:lnTo>
                  <a:lnTo>
                    <a:pt x="331831" y="186712"/>
                  </a:lnTo>
                  <a:lnTo>
                    <a:pt x="339621" y="186712"/>
                  </a:lnTo>
                  <a:lnTo>
                    <a:pt x="339621" y="198277"/>
                  </a:lnTo>
                  <a:cubicBezTo>
                    <a:pt x="339621" y="203503"/>
                    <a:pt x="337567" y="206415"/>
                    <a:pt x="331831" y="207443"/>
                  </a:cubicBezTo>
                  <a:lnTo>
                    <a:pt x="331831" y="203760"/>
                  </a:lnTo>
                  <a:close/>
                  <a:moveTo>
                    <a:pt x="364696" y="189368"/>
                  </a:moveTo>
                  <a:cubicBezTo>
                    <a:pt x="374113" y="181572"/>
                    <a:pt x="380020" y="176689"/>
                    <a:pt x="386440" y="170179"/>
                  </a:cubicBezTo>
                  <a:cubicBezTo>
                    <a:pt x="395001" y="161441"/>
                    <a:pt x="397056" y="157843"/>
                    <a:pt x="397056" y="151847"/>
                  </a:cubicBezTo>
                  <a:cubicBezTo>
                    <a:pt x="397056" y="144651"/>
                    <a:pt x="391748" y="139768"/>
                    <a:pt x="384043" y="139768"/>
                  </a:cubicBezTo>
                  <a:cubicBezTo>
                    <a:pt x="376253" y="139768"/>
                    <a:pt x="370945" y="145250"/>
                    <a:pt x="370603" y="153817"/>
                  </a:cubicBezTo>
                  <a:lnTo>
                    <a:pt x="364096" y="153132"/>
                  </a:lnTo>
                  <a:cubicBezTo>
                    <a:pt x="364267" y="141481"/>
                    <a:pt x="372657" y="133257"/>
                    <a:pt x="384215" y="133257"/>
                  </a:cubicBezTo>
                  <a:cubicBezTo>
                    <a:pt x="395857" y="133257"/>
                    <a:pt x="403990" y="140967"/>
                    <a:pt x="403990" y="151932"/>
                  </a:cubicBezTo>
                  <a:cubicBezTo>
                    <a:pt x="403990" y="159385"/>
                    <a:pt x="400395" y="165810"/>
                    <a:pt x="391919" y="173606"/>
                  </a:cubicBezTo>
                  <a:cubicBezTo>
                    <a:pt x="385755" y="179174"/>
                    <a:pt x="380704" y="183457"/>
                    <a:pt x="374198" y="188511"/>
                  </a:cubicBezTo>
                  <a:lnTo>
                    <a:pt x="405360" y="188683"/>
                  </a:lnTo>
                  <a:lnTo>
                    <a:pt x="405360" y="195365"/>
                  </a:lnTo>
                  <a:lnTo>
                    <a:pt x="364696" y="195365"/>
                  </a:lnTo>
                  <a:lnTo>
                    <a:pt x="364696" y="189368"/>
                  </a:lnTo>
                  <a:close/>
                  <a:moveTo>
                    <a:pt x="408718" y="180202"/>
                  </a:moveTo>
                  <a:lnTo>
                    <a:pt x="408718" y="174634"/>
                  </a:lnTo>
                  <a:lnTo>
                    <a:pt x="437054" y="134114"/>
                  </a:lnTo>
                  <a:lnTo>
                    <a:pt x="446900" y="134114"/>
                  </a:lnTo>
                  <a:lnTo>
                    <a:pt x="446900" y="173948"/>
                  </a:lnTo>
                  <a:lnTo>
                    <a:pt x="456060" y="173948"/>
                  </a:lnTo>
                  <a:lnTo>
                    <a:pt x="456060" y="180202"/>
                  </a:lnTo>
                  <a:lnTo>
                    <a:pt x="446900" y="180202"/>
                  </a:lnTo>
                  <a:lnTo>
                    <a:pt x="446900" y="195365"/>
                  </a:lnTo>
                  <a:lnTo>
                    <a:pt x="440136" y="195365"/>
                  </a:lnTo>
                  <a:lnTo>
                    <a:pt x="440136" y="180202"/>
                  </a:lnTo>
                  <a:lnTo>
                    <a:pt x="408718" y="180202"/>
                  </a:lnTo>
                  <a:close/>
                  <a:moveTo>
                    <a:pt x="416936" y="173948"/>
                  </a:moveTo>
                  <a:lnTo>
                    <a:pt x="440136" y="173948"/>
                  </a:lnTo>
                  <a:lnTo>
                    <a:pt x="440136" y="140624"/>
                  </a:lnTo>
                  <a:lnTo>
                    <a:pt x="416936" y="173948"/>
                  </a:lnTo>
                  <a:close/>
                  <a:moveTo>
                    <a:pt x="487678" y="196221"/>
                  </a:moveTo>
                  <a:cubicBezTo>
                    <a:pt x="473124" y="196221"/>
                    <a:pt x="463108" y="183457"/>
                    <a:pt x="463108" y="164782"/>
                  </a:cubicBezTo>
                  <a:cubicBezTo>
                    <a:pt x="463108" y="146107"/>
                    <a:pt x="473124" y="133257"/>
                    <a:pt x="487678" y="133257"/>
                  </a:cubicBezTo>
                  <a:cubicBezTo>
                    <a:pt x="502317" y="133257"/>
                    <a:pt x="512162" y="145936"/>
                    <a:pt x="512162" y="164782"/>
                  </a:cubicBezTo>
                  <a:cubicBezTo>
                    <a:pt x="512162" y="183543"/>
                    <a:pt x="502232" y="196221"/>
                    <a:pt x="487678" y="196221"/>
                  </a:cubicBezTo>
                  <a:close/>
                  <a:moveTo>
                    <a:pt x="487678" y="189539"/>
                  </a:moveTo>
                  <a:cubicBezTo>
                    <a:pt x="498122" y="189539"/>
                    <a:pt x="505142" y="179602"/>
                    <a:pt x="505142" y="164782"/>
                  </a:cubicBezTo>
                  <a:cubicBezTo>
                    <a:pt x="505142" y="149791"/>
                    <a:pt x="498208" y="139939"/>
                    <a:pt x="487678" y="139939"/>
                  </a:cubicBezTo>
                  <a:cubicBezTo>
                    <a:pt x="477148" y="139939"/>
                    <a:pt x="470128" y="149791"/>
                    <a:pt x="470128" y="164782"/>
                  </a:cubicBezTo>
                  <a:cubicBezTo>
                    <a:pt x="470128" y="179602"/>
                    <a:pt x="477148" y="189539"/>
                    <a:pt x="487678" y="189539"/>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5" name="Google Shape;1225;p82"/>
            <p:cNvSpPr/>
            <p:nvPr/>
          </p:nvSpPr>
          <p:spPr>
            <a:xfrm>
              <a:off x="6827682" y="3571398"/>
              <a:ext cx="267816" cy="141580"/>
            </a:xfrm>
            <a:custGeom>
              <a:rect b="b" l="l" r="r" t="t"/>
              <a:pathLst>
                <a:path extrusionOk="0" h="207443" w="392404">
                  <a:moveTo>
                    <a:pt x="30905" y="62964"/>
                  </a:moveTo>
                  <a:cubicBezTo>
                    <a:pt x="14297" y="62964"/>
                    <a:pt x="2055" y="49686"/>
                    <a:pt x="2055" y="31525"/>
                  </a:cubicBezTo>
                  <a:cubicBezTo>
                    <a:pt x="2055" y="13278"/>
                    <a:pt x="14297" y="0"/>
                    <a:pt x="30905" y="0"/>
                  </a:cubicBezTo>
                  <a:cubicBezTo>
                    <a:pt x="42206" y="0"/>
                    <a:pt x="51708" y="6254"/>
                    <a:pt x="56417" y="16705"/>
                  </a:cubicBezTo>
                  <a:lnTo>
                    <a:pt x="46229" y="22273"/>
                  </a:lnTo>
                  <a:cubicBezTo>
                    <a:pt x="43147" y="14992"/>
                    <a:pt x="37754" y="11051"/>
                    <a:pt x="30905" y="11051"/>
                  </a:cubicBezTo>
                  <a:cubicBezTo>
                    <a:pt x="21146" y="11051"/>
                    <a:pt x="14040" y="19532"/>
                    <a:pt x="14040" y="31525"/>
                  </a:cubicBezTo>
                  <a:cubicBezTo>
                    <a:pt x="14040" y="43432"/>
                    <a:pt x="21146" y="51913"/>
                    <a:pt x="30905" y="51913"/>
                  </a:cubicBezTo>
                  <a:cubicBezTo>
                    <a:pt x="37754" y="51913"/>
                    <a:pt x="43147" y="47973"/>
                    <a:pt x="46229" y="40777"/>
                  </a:cubicBezTo>
                  <a:lnTo>
                    <a:pt x="56417" y="46259"/>
                  </a:lnTo>
                  <a:cubicBezTo>
                    <a:pt x="51708" y="56796"/>
                    <a:pt x="42291" y="62964"/>
                    <a:pt x="30905" y="62964"/>
                  </a:cubicBezTo>
                  <a:close/>
                  <a:moveTo>
                    <a:pt x="91593" y="62107"/>
                  </a:moveTo>
                  <a:lnTo>
                    <a:pt x="76268" y="24243"/>
                  </a:lnTo>
                  <a:lnTo>
                    <a:pt x="76268" y="62107"/>
                  </a:lnTo>
                  <a:lnTo>
                    <a:pt x="64369" y="62107"/>
                  </a:lnTo>
                  <a:lnTo>
                    <a:pt x="64369" y="857"/>
                  </a:lnTo>
                  <a:lnTo>
                    <a:pt x="77809" y="857"/>
                  </a:lnTo>
                  <a:lnTo>
                    <a:pt x="94589" y="42661"/>
                  </a:lnTo>
                  <a:lnTo>
                    <a:pt x="111368" y="857"/>
                  </a:lnTo>
                  <a:lnTo>
                    <a:pt x="124723" y="857"/>
                  </a:lnTo>
                  <a:lnTo>
                    <a:pt x="124723" y="62107"/>
                  </a:lnTo>
                  <a:lnTo>
                    <a:pt x="112995" y="62107"/>
                  </a:lnTo>
                  <a:lnTo>
                    <a:pt x="112995" y="24158"/>
                  </a:lnTo>
                  <a:lnTo>
                    <a:pt x="97671" y="62107"/>
                  </a:lnTo>
                  <a:lnTo>
                    <a:pt x="91593" y="62107"/>
                  </a:lnTo>
                  <a:close/>
                  <a:moveTo>
                    <a:pt x="151157" y="62107"/>
                  </a:moveTo>
                  <a:lnTo>
                    <a:pt x="151157" y="34951"/>
                  </a:lnTo>
                  <a:lnTo>
                    <a:pt x="128728" y="857"/>
                  </a:lnTo>
                  <a:lnTo>
                    <a:pt x="142340" y="857"/>
                  </a:lnTo>
                  <a:lnTo>
                    <a:pt x="157150" y="24586"/>
                  </a:lnTo>
                  <a:lnTo>
                    <a:pt x="171875" y="857"/>
                  </a:lnTo>
                  <a:lnTo>
                    <a:pt x="185487" y="857"/>
                  </a:lnTo>
                  <a:lnTo>
                    <a:pt x="163229" y="34694"/>
                  </a:lnTo>
                  <a:lnTo>
                    <a:pt x="163229" y="62107"/>
                  </a:lnTo>
                  <a:lnTo>
                    <a:pt x="151157" y="62107"/>
                  </a:lnTo>
                  <a:close/>
                  <a:moveTo>
                    <a:pt x="189529" y="62107"/>
                  </a:moveTo>
                  <a:lnTo>
                    <a:pt x="189529" y="857"/>
                  </a:lnTo>
                  <a:lnTo>
                    <a:pt x="201515" y="857"/>
                  </a:lnTo>
                  <a:lnTo>
                    <a:pt x="201515" y="25957"/>
                  </a:lnTo>
                  <a:lnTo>
                    <a:pt x="223260" y="857"/>
                  </a:lnTo>
                  <a:lnTo>
                    <a:pt x="238841" y="857"/>
                  </a:lnTo>
                  <a:lnTo>
                    <a:pt x="215384" y="26471"/>
                  </a:lnTo>
                  <a:lnTo>
                    <a:pt x="239697" y="62107"/>
                  </a:lnTo>
                  <a:lnTo>
                    <a:pt x="225571" y="62107"/>
                  </a:lnTo>
                  <a:lnTo>
                    <a:pt x="207507" y="35123"/>
                  </a:lnTo>
                  <a:lnTo>
                    <a:pt x="201515" y="41633"/>
                  </a:lnTo>
                  <a:lnTo>
                    <a:pt x="201515" y="62107"/>
                  </a:lnTo>
                  <a:lnTo>
                    <a:pt x="189529" y="62107"/>
                  </a:lnTo>
                  <a:close/>
                  <a:moveTo>
                    <a:pt x="13355" y="195365"/>
                  </a:moveTo>
                  <a:lnTo>
                    <a:pt x="13355" y="141481"/>
                  </a:lnTo>
                  <a:lnTo>
                    <a:pt x="1284" y="149191"/>
                  </a:lnTo>
                  <a:lnTo>
                    <a:pt x="0" y="142852"/>
                  </a:lnTo>
                  <a:lnTo>
                    <a:pt x="14040" y="134114"/>
                  </a:lnTo>
                  <a:lnTo>
                    <a:pt x="20289" y="134114"/>
                  </a:lnTo>
                  <a:lnTo>
                    <a:pt x="20289" y="195365"/>
                  </a:lnTo>
                  <a:lnTo>
                    <a:pt x="13355" y="195365"/>
                  </a:lnTo>
                  <a:close/>
                  <a:moveTo>
                    <a:pt x="30829" y="189368"/>
                  </a:moveTo>
                  <a:cubicBezTo>
                    <a:pt x="40246" y="181572"/>
                    <a:pt x="46153" y="176689"/>
                    <a:pt x="52574" y="170179"/>
                  </a:cubicBezTo>
                  <a:cubicBezTo>
                    <a:pt x="61135" y="161441"/>
                    <a:pt x="63189" y="157843"/>
                    <a:pt x="63189" y="151847"/>
                  </a:cubicBezTo>
                  <a:cubicBezTo>
                    <a:pt x="63189" y="144651"/>
                    <a:pt x="57882" y="139768"/>
                    <a:pt x="50177" y="139768"/>
                  </a:cubicBezTo>
                  <a:cubicBezTo>
                    <a:pt x="42386" y="139768"/>
                    <a:pt x="37078" y="145250"/>
                    <a:pt x="36736" y="153817"/>
                  </a:cubicBezTo>
                  <a:lnTo>
                    <a:pt x="30230" y="153132"/>
                  </a:lnTo>
                  <a:cubicBezTo>
                    <a:pt x="30401" y="141481"/>
                    <a:pt x="38791" y="133257"/>
                    <a:pt x="50348" y="133257"/>
                  </a:cubicBezTo>
                  <a:cubicBezTo>
                    <a:pt x="61991" y="133257"/>
                    <a:pt x="70124" y="140967"/>
                    <a:pt x="70124" y="151932"/>
                  </a:cubicBezTo>
                  <a:cubicBezTo>
                    <a:pt x="70124" y="159385"/>
                    <a:pt x="66528" y="165810"/>
                    <a:pt x="58053" y="173606"/>
                  </a:cubicBezTo>
                  <a:cubicBezTo>
                    <a:pt x="51889" y="179174"/>
                    <a:pt x="46838" y="183457"/>
                    <a:pt x="40331" y="188511"/>
                  </a:cubicBezTo>
                  <a:lnTo>
                    <a:pt x="71493" y="188683"/>
                  </a:lnTo>
                  <a:lnTo>
                    <a:pt x="71493" y="195365"/>
                  </a:lnTo>
                  <a:lnTo>
                    <a:pt x="30829" y="195365"/>
                  </a:lnTo>
                  <a:lnTo>
                    <a:pt x="30829" y="189368"/>
                  </a:lnTo>
                  <a:close/>
                  <a:moveTo>
                    <a:pt x="81063" y="203760"/>
                  </a:moveTo>
                  <a:cubicBezTo>
                    <a:pt x="84230" y="202903"/>
                    <a:pt x="84572" y="200762"/>
                    <a:pt x="84572" y="198191"/>
                  </a:cubicBezTo>
                  <a:lnTo>
                    <a:pt x="84572" y="195365"/>
                  </a:lnTo>
                  <a:lnTo>
                    <a:pt x="81063" y="195365"/>
                  </a:lnTo>
                  <a:lnTo>
                    <a:pt x="81063" y="186712"/>
                  </a:lnTo>
                  <a:lnTo>
                    <a:pt x="88853" y="186712"/>
                  </a:lnTo>
                  <a:lnTo>
                    <a:pt x="88853" y="198277"/>
                  </a:lnTo>
                  <a:cubicBezTo>
                    <a:pt x="88853" y="203503"/>
                    <a:pt x="86798" y="206415"/>
                    <a:pt x="81063" y="207443"/>
                  </a:cubicBezTo>
                  <a:lnTo>
                    <a:pt x="81063" y="203760"/>
                  </a:lnTo>
                  <a:close/>
                  <a:moveTo>
                    <a:pt x="123963" y="195365"/>
                  </a:moveTo>
                  <a:lnTo>
                    <a:pt x="123963" y="141481"/>
                  </a:lnTo>
                  <a:lnTo>
                    <a:pt x="111891" y="149191"/>
                  </a:lnTo>
                  <a:lnTo>
                    <a:pt x="110607" y="142852"/>
                  </a:lnTo>
                  <a:lnTo>
                    <a:pt x="124647" y="134114"/>
                  </a:lnTo>
                  <a:lnTo>
                    <a:pt x="130897" y="134114"/>
                  </a:lnTo>
                  <a:lnTo>
                    <a:pt x="130897" y="195365"/>
                  </a:lnTo>
                  <a:lnTo>
                    <a:pt x="123963" y="195365"/>
                  </a:lnTo>
                  <a:close/>
                  <a:moveTo>
                    <a:pt x="166187" y="196221"/>
                  </a:moveTo>
                  <a:cubicBezTo>
                    <a:pt x="151634" y="196221"/>
                    <a:pt x="141617" y="183457"/>
                    <a:pt x="141617" y="164782"/>
                  </a:cubicBezTo>
                  <a:cubicBezTo>
                    <a:pt x="141617" y="146107"/>
                    <a:pt x="151634" y="133257"/>
                    <a:pt x="166187" y="133257"/>
                  </a:cubicBezTo>
                  <a:cubicBezTo>
                    <a:pt x="180826" y="133257"/>
                    <a:pt x="190671" y="145936"/>
                    <a:pt x="190671" y="164782"/>
                  </a:cubicBezTo>
                  <a:cubicBezTo>
                    <a:pt x="190671" y="183543"/>
                    <a:pt x="180741" y="196221"/>
                    <a:pt x="166187" y="196221"/>
                  </a:cubicBezTo>
                  <a:close/>
                  <a:moveTo>
                    <a:pt x="166187" y="189539"/>
                  </a:moveTo>
                  <a:cubicBezTo>
                    <a:pt x="176631" y="189539"/>
                    <a:pt x="183651" y="179602"/>
                    <a:pt x="183651" y="164782"/>
                  </a:cubicBezTo>
                  <a:cubicBezTo>
                    <a:pt x="183651" y="149791"/>
                    <a:pt x="176717" y="139939"/>
                    <a:pt x="166187" y="139939"/>
                  </a:cubicBezTo>
                  <a:cubicBezTo>
                    <a:pt x="155657" y="139939"/>
                    <a:pt x="148637" y="149791"/>
                    <a:pt x="148637" y="164782"/>
                  </a:cubicBezTo>
                  <a:cubicBezTo>
                    <a:pt x="148637" y="179602"/>
                    <a:pt x="155657" y="189539"/>
                    <a:pt x="166187" y="189539"/>
                  </a:cubicBezTo>
                  <a:close/>
                  <a:moveTo>
                    <a:pt x="197605" y="203760"/>
                  </a:moveTo>
                  <a:cubicBezTo>
                    <a:pt x="200773" y="202903"/>
                    <a:pt x="201115" y="200762"/>
                    <a:pt x="201115" y="198191"/>
                  </a:cubicBezTo>
                  <a:lnTo>
                    <a:pt x="201115" y="195365"/>
                  </a:lnTo>
                  <a:lnTo>
                    <a:pt x="197605" y="195365"/>
                  </a:lnTo>
                  <a:lnTo>
                    <a:pt x="197605" y="186712"/>
                  </a:lnTo>
                  <a:lnTo>
                    <a:pt x="205396" y="186712"/>
                  </a:lnTo>
                  <a:lnTo>
                    <a:pt x="205396" y="198277"/>
                  </a:lnTo>
                  <a:cubicBezTo>
                    <a:pt x="205396" y="203503"/>
                    <a:pt x="203341" y="206415"/>
                    <a:pt x="197605" y="207443"/>
                  </a:cubicBezTo>
                  <a:lnTo>
                    <a:pt x="197605" y="203760"/>
                  </a:lnTo>
                  <a:close/>
                  <a:moveTo>
                    <a:pt x="240505" y="195365"/>
                  </a:moveTo>
                  <a:lnTo>
                    <a:pt x="240505" y="141481"/>
                  </a:lnTo>
                  <a:lnTo>
                    <a:pt x="228434" y="149191"/>
                  </a:lnTo>
                  <a:lnTo>
                    <a:pt x="227150" y="142852"/>
                  </a:lnTo>
                  <a:lnTo>
                    <a:pt x="241190" y="134114"/>
                  </a:lnTo>
                  <a:lnTo>
                    <a:pt x="247439" y="134114"/>
                  </a:lnTo>
                  <a:lnTo>
                    <a:pt x="247439" y="195365"/>
                  </a:lnTo>
                  <a:lnTo>
                    <a:pt x="240505" y="195365"/>
                  </a:lnTo>
                  <a:close/>
                  <a:moveTo>
                    <a:pt x="255849" y="180202"/>
                  </a:moveTo>
                  <a:lnTo>
                    <a:pt x="255849" y="174634"/>
                  </a:lnTo>
                  <a:lnTo>
                    <a:pt x="284185" y="134114"/>
                  </a:lnTo>
                  <a:lnTo>
                    <a:pt x="294030" y="134114"/>
                  </a:lnTo>
                  <a:lnTo>
                    <a:pt x="294030" y="173948"/>
                  </a:lnTo>
                  <a:lnTo>
                    <a:pt x="303190" y="173948"/>
                  </a:lnTo>
                  <a:lnTo>
                    <a:pt x="303190" y="180202"/>
                  </a:lnTo>
                  <a:lnTo>
                    <a:pt x="294030" y="180202"/>
                  </a:lnTo>
                  <a:lnTo>
                    <a:pt x="294030" y="195365"/>
                  </a:lnTo>
                  <a:lnTo>
                    <a:pt x="287267" y="195365"/>
                  </a:lnTo>
                  <a:lnTo>
                    <a:pt x="287267" y="180202"/>
                  </a:lnTo>
                  <a:lnTo>
                    <a:pt x="255849" y="180202"/>
                  </a:lnTo>
                  <a:close/>
                  <a:moveTo>
                    <a:pt x="264067" y="173948"/>
                  </a:moveTo>
                  <a:lnTo>
                    <a:pt x="287267" y="173948"/>
                  </a:lnTo>
                  <a:lnTo>
                    <a:pt x="287267" y="140624"/>
                  </a:lnTo>
                  <a:lnTo>
                    <a:pt x="264067" y="173948"/>
                  </a:lnTo>
                  <a:close/>
                  <a:moveTo>
                    <a:pt x="309801" y="203760"/>
                  </a:moveTo>
                  <a:cubicBezTo>
                    <a:pt x="312969" y="202903"/>
                    <a:pt x="313311" y="200762"/>
                    <a:pt x="313311" y="198191"/>
                  </a:cubicBezTo>
                  <a:lnTo>
                    <a:pt x="313311" y="195365"/>
                  </a:lnTo>
                  <a:lnTo>
                    <a:pt x="309801" y="195365"/>
                  </a:lnTo>
                  <a:lnTo>
                    <a:pt x="309801" y="186712"/>
                  </a:lnTo>
                  <a:lnTo>
                    <a:pt x="317592" y="186712"/>
                  </a:lnTo>
                  <a:lnTo>
                    <a:pt x="317592" y="198277"/>
                  </a:lnTo>
                  <a:cubicBezTo>
                    <a:pt x="317592" y="203503"/>
                    <a:pt x="315537" y="206415"/>
                    <a:pt x="309801" y="207443"/>
                  </a:cubicBezTo>
                  <a:lnTo>
                    <a:pt x="309801" y="203760"/>
                  </a:lnTo>
                  <a:close/>
                  <a:moveTo>
                    <a:pt x="367920" y="196221"/>
                  </a:moveTo>
                  <a:cubicBezTo>
                    <a:pt x="353367" y="196221"/>
                    <a:pt x="343351" y="183457"/>
                    <a:pt x="343351" y="164782"/>
                  </a:cubicBezTo>
                  <a:cubicBezTo>
                    <a:pt x="343351" y="146107"/>
                    <a:pt x="353367" y="133257"/>
                    <a:pt x="367920" y="133257"/>
                  </a:cubicBezTo>
                  <a:cubicBezTo>
                    <a:pt x="382560" y="133257"/>
                    <a:pt x="392404" y="145936"/>
                    <a:pt x="392404" y="164782"/>
                  </a:cubicBezTo>
                  <a:cubicBezTo>
                    <a:pt x="392404" y="183543"/>
                    <a:pt x="382474" y="196221"/>
                    <a:pt x="367920" y="196221"/>
                  </a:cubicBezTo>
                  <a:close/>
                  <a:moveTo>
                    <a:pt x="367920" y="189539"/>
                  </a:moveTo>
                  <a:cubicBezTo>
                    <a:pt x="378365" y="189539"/>
                    <a:pt x="385385" y="179602"/>
                    <a:pt x="385385" y="164782"/>
                  </a:cubicBezTo>
                  <a:cubicBezTo>
                    <a:pt x="385385" y="149791"/>
                    <a:pt x="378450" y="139939"/>
                    <a:pt x="367920" y="139939"/>
                  </a:cubicBezTo>
                  <a:cubicBezTo>
                    <a:pt x="357391" y="139939"/>
                    <a:pt x="350370" y="149791"/>
                    <a:pt x="350370" y="164782"/>
                  </a:cubicBezTo>
                  <a:cubicBezTo>
                    <a:pt x="350370" y="179602"/>
                    <a:pt x="357391" y="189539"/>
                    <a:pt x="367920" y="189539"/>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6" name="Google Shape;1226;p82"/>
            <p:cNvSpPr/>
            <p:nvPr/>
          </p:nvSpPr>
          <p:spPr>
            <a:xfrm>
              <a:off x="7205253" y="3571983"/>
              <a:ext cx="217496" cy="133336"/>
            </a:xfrm>
            <a:custGeom>
              <a:rect b="b" l="l" r="r" t="t"/>
              <a:pathLst>
                <a:path extrusionOk="0" h="195364" w="318676">
                  <a:moveTo>
                    <a:pt x="2055" y="61251"/>
                  </a:moveTo>
                  <a:lnTo>
                    <a:pt x="2055" y="0"/>
                  </a:lnTo>
                  <a:lnTo>
                    <a:pt x="20974" y="0"/>
                  </a:lnTo>
                  <a:cubicBezTo>
                    <a:pt x="35870" y="0"/>
                    <a:pt x="45458" y="7967"/>
                    <a:pt x="45458" y="20474"/>
                  </a:cubicBezTo>
                  <a:cubicBezTo>
                    <a:pt x="45458" y="33067"/>
                    <a:pt x="35956" y="41034"/>
                    <a:pt x="20974" y="41034"/>
                  </a:cubicBezTo>
                  <a:lnTo>
                    <a:pt x="14040" y="41034"/>
                  </a:lnTo>
                  <a:lnTo>
                    <a:pt x="14040" y="61251"/>
                  </a:lnTo>
                  <a:lnTo>
                    <a:pt x="2055" y="61251"/>
                  </a:lnTo>
                  <a:close/>
                  <a:moveTo>
                    <a:pt x="20974" y="30240"/>
                  </a:moveTo>
                  <a:cubicBezTo>
                    <a:pt x="29364" y="30240"/>
                    <a:pt x="33473" y="27070"/>
                    <a:pt x="33473" y="20474"/>
                  </a:cubicBezTo>
                  <a:cubicBezTo>
                    <a:pt x="33473" y="14049"/>
                    <a:pt x="29278" y="10794"/>
                    <a:pt x="20974" y="10794"/>
                  </a:cubicBezTo>
                  <a:lnTo>
                    <a:pt x="14040" y="10794"/>
                  </a:lnTo>
                  <a:lnTo>
                    <a:pt x="14040" y="30240"/>
                  </a:lnTo>
                  <a:lnTo>
                    <a:pt x="20974" y="30240"/>
                  </a:lnTo>
                  <a:close/>
                  <a:moveTo>
                    <a:pt x="68839" y="62107"/>
                  </a:moveTo>
                  <a:cubicBezTo>
                    <a:pt x="57967" y="62107"/>
                    <a:pt x="50091" y="52599"/>
                    <a:pt x="50091" y="39406"/>
                  </a:cubicBezTo>
                  <a:cubicBezTo>
                    <a:pt x="50091" y="26385"/>
                    <a:pt x="57967" y="16962"/>
                    <a:pt x="68839" y="16962"/>
                  </a:cubicBezTo>
                  <a:cubicBezTo>
                    <a:pt x="73719" y="16962"/>
                    <a:pt x="77914" y="19104"/>
                    <a:pt x="81081" y="22701"/>
                  </a:cubicBezTo>
                  <a:lnTo>
                    <a:pt x="81081" y="17818"/>
                  </a:lnTo>
                  <a:lnTo>
                    <a:pt x="92553" y="17818"/>
                  </a:lnTo>
                  <a:lnTo>
                    <a:pt x="92553" y="61251"/>
                  </a:lnTo>
                  <a:lnTo>
                    <a:pt x="82194" y="61251"/>
                  </a:lnTo>
                  <a:lnTo>
                    <a:pt x="81766" y="55597"/>
                  </a:lnTo>
                  <a:cubicBezTo>
                    <a:pt x="78514" y="59709"/>
                    <a:pt x="74062" y="62107"/>
                    <a:pt x="68839" y="62107"/>
                  </a:cubicBezTo>
                  <a:close/>
                  <a:moveTo>
                    <a:pt x="71322" y="51828"/>
                  </a:moveTo>
                  <a:cubicBezTo>
                    <a:pt x="77058" y="51828"/>
                    <a:pt x="81081" y="46688"/>
                    <a:pt x="81081" y="39406"/>
                  </a:cubicBezTo>
                  <a:cubicBezTo>
                    <a:pt x="81081" y="32296"/>
                    <a:pt x="77058" y="27242"/>
                    <a:pt x="71322" y="27242"/>
                  </a:cubicBezTo>
                  <a:cubicBezTo>
                    <a:pt x="65586" y="27242"/>
                    <a:pt x="61562" y="32296"/>
                    <a:pt x="61562" y="39406"/>
                  </a:cubicBezTo>
                  <a:cubicBezTo>
                    <a:pt x="61562" y="46688"/>
                    <a:pt x="65586" y="51828"/>
                    <a:pt x="71322" y="51828"/>
                  </a:cubicBezTo>
                  <a:close/>
                  <a:moveTo>
                    <a:pt x="102370" y="61251"/>
                  </a:moveTo>
                  <a:lnTo>
                    <a:pt x="102370" y="17818"/>
                  </a:lnTo>
                  <a:lnTo>
                    <a:pt x="112557" y="17818"/>
                  </a:lnTo>
                  <a:lnTo>
                    <a:pt x="112814" y="24243"/>
                  </a:lnTo>
                  <a:cubicBezTo>
                    <a:pt x="115382" y="19874"/>
                    <a:pt x="120690" y="16962"/>
                    <a:pt x="126255" y="16962"/>
                  </a:cubicBezTo>
                  <a:cubicBezTo>
                    <a:pt x="135500" y="16962"/>
                    <a:pt x="140723" y="23130"/>
                    <a:pt x="140723" y="33923"/>
                  </a:cubicBezTo>
                  <a:lnTo>
                    <a:pt x="140723" y="61251"/>
                  </a:lnTo>
                  <a:lnTo>
                    <a:pt x="129251" y="61251"/>
                  </a:lnTo>
                  <a:lnTo>
                    <a:pt x="129251" y="36322"/>
                  </a:lnTo>
                  <a:cubicBezTo>
                    <a:pt x="129251" y="30497"/>
                    <a:pt x="126854" y="27242"/>
                    <a:pt x="122231" y="27242"/>
                  </a:cubicBezTo>
                  <a:cubicBezTo>
                    <a:pt x="117780" y="27242"/>
                    <a:pt x="114869" y="30583"/>
                    <a:pt x="114184" y="35979"/>
                  </a:cubicBezTo>
                  <a:cubicBezTo>
                    <a:pt x="113927" y="37436"/>
                    <a:pt x="113842" y="39834"/>
                    <a:pt x="113842" y="44546"/>
                  </a:cubicBezTo>
                  <a:lnTo>
                    <a:pt x="113842" y="61251"/>
                  </a:lnTo>
                  <a:lnTo>
                    <a:pt x="102370" y="61251"/>
                  </a:lnTo>
                  <a:close/>
                  <a:moveTo>
                    <a:pt x="168222" y="62193"/>
                  </a:moveTo>
                  <a:cubicBezTo>
                    <a:pt x="157778" y="62193"/>
                    <a:pt x="152385" y="56196"/>
                    <a:pt x="152385" y="44546"/>
                  </a:cubicBezTo>
                  <a:lnTo>
                    <a:pt x="152385" y="28098"/>
                  </a:lnTo>
                  <a:lnTo>
                    <a:pt x="145707" y="28098"/>
                  </a:lnTo>
                  <a:lnTo>
                    <a:pt x="145707" y="17818"/>
                  </a:lnTo>
                  <a:lnTo>
                    <a:pt x="152385" y="17818"/>
                  </a:lnTo>
                  <a:lnTo>
                    <a:pt x="152385" y="4969"/>
                  </a:lnTo>
                  <a:lnTo>
                    <a:pt x="163856" y="4969"/>
                  </a:lnTo>
                  <a:lnTo>
                    <a:pt x="163856" y="17818"/>
                  </a:lnTo>
                  <a:lnTo>
                    <a:pt x="175413" y="17818"/>
                  </a:lnTo>
                  <a:lnTo>
                    <a:pt x="175413" y="28098"/>
                  </a:lnTo>
                  <a:lnTo>
                    <a:pt x="163856" y="28098"/>
                  </a:lnTo>
                  <a:lnTo>
                    <a:pt x="163856" y="44717"/>
                  </a:lnTo>
                  <a:cubicBezTo>
                    <a:pt x="163856" y="49343"/>
                    <a:pt x="165911" y="51828"/>
                    <a:pt x="169763" y="51828"/>
                  </a:cubicBezTo>
                  <a:cubicBezTo>
                    <a:pt x="171475" y="51828"/>
                    <a:pt x="173359" y="51485"/>
                    <a:pt x="175499" y="50628"/>
                  </a:cubicBezTo>
                  <a:lnTo>
                    <a:pt x="176955" y="60737"/>
                  </a:lnTo>
                  <a:cubicBezTo>
                    <a:pt x="174300" y="61679"/>
                    <a:pt x="171390" y="62193"/>
                    <a:pt x="168222" y="62193"/>
                  </a:cubicBezTo>
                  <a:close/>
                  <a:moveTo>
                    <a:pt x="201905" y="62107"/>
                  </a:moveTo>
                  <a:cubicBezTo>
                    <a:pt x="189577" y="62107"/>
                    <a:pt x="180674" y="52684"/>
                    <a:pt x="180674" y="39492"/>
                  </a:cubicBezTo>
                  <a:cubicBezTo>
                    <a:pt x="180674" y="26471"/>
                    <a:pt x="189577" y="16962"/>
                    <a:pt x="201905" y="16962"/>
                  </a:cubicBezTo>
                  <a:cubicBezTo>
                    <a:pt x="214233" y="16962"/>
                    <a:pt x="223136" y="26471"/>
                    <a:pt x="223136" y="39492"/>
                  </a:cubicBezTo>
                  <a:cubicBezTo>
                    <a:pt x="223136" y="52684"/>
                    <a:pt x="214233" y="62107"/>
                    <a:pt x="201905" y="62107"/>
                  </a:cubicBezTo>
                  <a:close/>
                  <a:moveTo>
                    <a:pt x="201905" y="51828"/>
                  </a:moveTo>
                  <a:cubicBezTo>
                    <a:pt x="207640" y="51828"/>
                    <a:pt x="211664" y="46773"/>
                    <a:pt x="211664" y="39492"/>
                  </a:cubicBezTo>
                  <a:cubicBezTo>
                    <a:pt x="211664" y="32210"/>
                    <a:pt x="207726" y="27242"/>
                    <a:pt x="201905" y="27242"/>
                  </a:cubicBezTo>
                  <a:cubicBezTo>
                    <a:pt x="196084" y="27242"/>
                    <a:pt x="192145" y="32210"/>
                    <a:pt x="192145" y="39492"/>
                  </a:cubicBezTo>
                  <a:cubicBezTo>
                    <a:pt x="192145" y="46773"/>
                    <a:pt x="196169" y="51828"/>
                    <a:pt x="201905" y="51828"/>
                  </a:cubicBezTo>
                  <a:close/>
                  <a:moveTo>
                    <a:pt x="230869" y="61251"/>
                  </a:moveTo>
                  <a:lnTo>
                    <a:pt x="230869" y="17818"/>
                  </a:lnTo>
                  <a:lnTo>
                    <a:pt x="241057" y="17818"/>
                  </a:lnTo>
                  <a:lnTo>
                    <a:pt x="241314" y="24243"/>
                  </a:lnTo>
                  <a:cubicBezTo>
                    <a:pt x="243882" y="19874"/>
                    <a:pt x="249190" y="16962"/>
                    <a:pt x="254754" y="16962"/>
                  </a:cubicBezTo>
                  <a:cubicBezTo>
                    <a:pt x="264000" y="16962"/>
                    <a:pt x="269222" y="23130"/>
                    <a:pt x="269222" y="33923"/>
                  </a:cubicBezTo>
                  <a:lnTo>
                    <a:pt x="269222" y="61251"/>
                  </a:lnTo>
                  <a:lnTo>
                    <a:pt x="257750" y="61251"/>
                  </a:lnTo>
                  <a:lnTo>
                    <a:pt x="257750" y="36322"/>
                  </a:lnTo>
                  <a:cubicBezTo>
                    <a:pt x="257750" y="30497"/>
                    <a:pt x="255354" y="27242"/>
                    <a:pt x="250731" y="27242"/>
                  </a:cubicBezTo>
                  <a:cubicBezTo>
                    <a:pt x="246279" y="27242"/>
                    <a:pt x="243368" y="30583"/>
                    <a:pt x="242683" y="35979"/>
                  </a:cubicBezTo>
                  <a:cubicBezTo>
                    <a:pt x="242427" y="37436"/>
                    <a:pt x="242341" y="39834"/>
                    <a:pt x="242341" y="44546"/>
                  </a:cubicBezTo>
                  <a:lnTo>
                    <a:pt x="242341" y="61251"/>
                  </a:lnTo>
                  <a:lnTo>
                    <a:pt x="230869" y="61251"/>
                  </a:lnTo>
                  <a:close/>
                  <a:moveTo>
                    <a:pt x="298215" y="62107"/>
                  </a:moveTo>
                  <a:cubicBezTo>
                    <a:pt x="285973" y="62107"/>
                    <a:pt x="276984" y="52684"/>
                    <a:pt x="276984" y="39492"/>
                  </a:cubicBezTo>
                  <a:cubicBezTo>
                    <a:pt x="276984" y="26299"/>
                    <a:pt x="285631" y="16962"/>
                    <a:pt x="297873" y="16962"/>
                  </a:cubicBezTo>
                  <a:cubicBezTo>
                    <a:pt x="309858" y="16962"/>
                    <a:pt x="318676" y="26042"/>
                    <a:pt x="318676" y="38550"/>
                  </a:cubicBezTo>
                  <a:cubicBezTo>
                    <a:pt x="318676" y="39920"/>
                    <a:pt x="318505" y="41548"/>
                    <a:pt x="318334" y="43004"/>
                  </a:cubicBezTo>
                  <a:lnTo>
                    <a:pt x="288713" y="43004"/>
                  </a:lnTo>
                  <a:cubicBezTo>
                    <a:pt x="289654" y="48829"/>
                    <a:pt x="293164" y="52341"/>
                    <a:pt x="298215" y="52341"/>
                  </a:cubicBezTo>
                  <a:cubicBezTo>
                    <a:pt x="302496" y="52341"/>
                    <a:pt x="305664" y="50543"/>
                    <a:pt x="308317" y="46602"/>
                  </a:cubicBezTo>
                  <a:lnTo>
                    <a:pt x="317306" y="51313"/>
                  </a:lnTo>
                  <a:cubicBezTo>
                    <a:pt x="313454" y="58252"/>
                    <a:pt x="306691" y="62107"/>
                    <a:pt x="298215" y="62107"/>
                  </a:cubicBezTo>
                  <a:close/>
                  <a:moveTo>
                    <a:pt x="306519" y="35466"/>
                  </a:moveTo>
                  <a:cubicBezTo>
                    <a:pt x="305834" y="29983"/>
                    <a:pt x="302581" y="26728"/>
                    <a:pt x="297873" y="26728"/>
                  </a:cubicBezTo>
                  <a:cubicBezTo>
                    <a:pt x="292908" y="26728"/>
                    <a:pt x="289654" y="29897"/>
                    <a:pt x="288713" y="35466"/>
                  </a:cubicBezTo>
                  <a:lnTo>
                    <a:pt x="306519" y="35466"/>
                  </a:lnTo>
                  <a:close/>
                  <a:moveTo>
                    <a:pt x="10787" y="194508"/>
                  </a:moveTo>
                  <a:lnTo>
                    <a:pt x="32703" y="139939"/>
                  </a:lnTo>
                  <a:lnTo>
                    <a:pt x="0" y="139939"/>
                  </a:lnTo>
                  <a:lnTo>
                    <a:pt x="0" y="133257"/>
                  </a:lnTo>
                  <a:lnTo>
                    <a:pt x="39980" y="133257"/>
                  </a:lnTo>
                  <a:lnTo>
                    <a:pt x="39980" y="139082"/>
                  </a:lnTo>
                  <a:lnTo>
                    <a:pt x="17978" y="194508"/>
                  </a:lnTo>
                  <a:lnTo>
                    <a:pt x="10787" y="194508"/>
                  </a:lnTo>
                  <a:close/>
                  <a:moveTo>
                    <a:pt x="66813" y="195365"/>
                  </a:moveTo>
                  <a:cubicBezTo>
                    <a:pt x="55256" y="195365"/>
                    <a:pt x="46353" y="188597"/>
                    <a:pt x="44726" y="178403"/>
                  </a:cubicBezTo>
                  <a:lnTo>
                    <a:pt x="51147" y="177032"/>
                  </a:lnTo>
                  <a:cubicBezTo>
                    <a:pt x="52517" y="184742"/>
                    <a:pt x="58167" y="188940"/>
                    <a:pt x="66984" y="188940"/>
                  </a:cubicBezTo>
                  <a:cubicBezTo>
                    <a:pt x="75717" y="188940"/>
                    <a:pt x="82052" y="182600"/>
                    <a:pt x="82052" y="174034"/>
                  </a:cubicBezTo>
                  <a:cubicBezTo>
                    <a:pt x="82052" y="165639"/>
                    <a:pt x="75802" y="159728"/>
                    <a:pt x="67070" y="159728"/>
                  </a:cubicBezTo>
                  <a:cubicBezTo>
                    <a:pt x="61334" y="159728"/>
                    <a:pt x="56112" y="161955"/>
                    <a:pt x="52089" y="166067"/>
                  </a:cubicBezTo>
                  <a:lnTo>
                    <a:pt x="47209" y="163497"/>
                  </a:lnTo>
                  <a:lnTo>
                    <a:pt x="50633" y="133257"/>
                  </a:lnTo>
                  <a:lnTo>
                    <a:pt x="85904" y="133257"/>
                  </a:lnTo>
                  <a:lnTo>
                    <a:pt x="85904" y="139939"/>
                  </a:lnTo>
                  <a:lnTo>
                    <a:pt x="56455" y="139939"/>
                  </a:lnTo>
                  <a:lnTo>
                    <a:pt x="54486" y="157500"/>
                  </a:lnTo>
                  <a:cubicBezTo>
                    <a:pt x="57653" y="155102"/>
                    <a:pt x="62704" y="153474"/>
                    <a:pt x="67327" y="153474"/>
                  </a:cubicBezTo>
                  <a:cubicBezTo>
                    <a:pt x="79912" y="153474"/>
                    <a:pt x="88901" y="162041"/>
                    <a:pt x="88901" y="174034"/>
                  </a:cubicBezTo>
                  <a:cubicBezTo>
                    <a:pt x="88901" y="186541"/>
                    <a:pt x="79740" y="195365"/>
                    <a:pt x="66813" y="195365"/>
                  </a:cubicBezTo>
                  <a:close/>
                  <a:moveTo>
                    <a:pt x="95169" y="188511"/>
                  </a:moveTo>
                  <a:cubicBezTo>
                    <a:pt x="104586" y="180716"/>
                    <a:pt x="110493" y="175833"/>
                    <a:pt x="116914" y="169322"/>
                  </a:cubicBezTo>
                  <a:cubicBezTo>
                    <a:pt x="125475" y="160584"/>
                    <a:pt x="127529" y="156987"/>
                    <a:pt x="127529" y="150990"/>
                  </a:cubicBezTo>
                  <a:cubicBezTo>
                    <a:pt x="127529" y="143794"/>
                    <a:pt x="122222" y="138911"/>
                    <a:pt x="114517" y="138911"/>
                  </a:cubicBezTo>
                  <a:cubicBezTo>
                    <a:pt x="106727" y="138911"/>
                    <a:pt x="101418" y="144394"/>
                    <a:pt x="101076" y="152960"/>
                  </a:cubicBezTo>
                  <a:lnTo>
                    <a:pt x="94570" y="152275"/>
                  </a:lnTo>
                  <a:cubicBezTo>
                    <a:pt x="94741" y="140625"/>
                    <a:pt x="103130" y="132401"/>
                    <a:pt x="114688" y="132401"/>
                  </a:cubicBezTo>
                  <a:cubicBezTo>
                    <a:pt x="126331" y="132401"/>
                    <a:pt x="134464" y="140110"/>
                    <a:pt x="134464" y="151076"/>
                  </a:cubicBezTo>
                  <a:cubicBezTo>
                    <a:pt x="134464" y="158528"/>
                    <a:pt x="130868" y="164954"/>
                    <a:pt x="122393" y="172749"/>
                  </a:cubicBezTo>
                  <a:cubicBezTo>
                    <a:pt x="116229" y="178317"/>
                    <a:pt x="111178" y="182600"/>
                    <a:pt x="104672" y="187655"/>
                  </a:cubicBezTo>
                  <a:lnTo>
                    <a:pt x="135834" y="187826"/>
                  </a:lnTo>
                  <a:lnTo>
                    <a:pt x="135834" y="194508"/>
                  </a:lnTo>
                  <a:lnTo>
                    <a:pt x="95169" y="194508"/>
                  </a:lnTo>
                  <a:lnTo>
                    <a:pt x="95169" y="188511"/>
                  </a:lnTo>
                  <a:close/>
                  <a:moveTo>
                    <a:pt x="151157" y="194508"/>
                  </a:moveTo>
                  <a:lnTo>
                    <a:pt x="173074" y="139939"/>
                  </a:lnTo>
                  <a:lnTo>
                    <a:pt x="140371" y="139939"/>
                  </a:lnTo>
                  <a:lnTo>
                    <a:pt x="140371" y="133257"/>
                  </a:lnTo>
                  <a:lnTo>
                    <a:pt x="180351" y="133257"/>
                  </a:lnTo>
                  <a:lnTo>
                    <a:pt x="180351" y="139082"/>
                  </a:lnTo>
                  <a:lnTo>
                    <a:pt x="158349" y="194508"/>
                  </a:lnTo>
                  <a:lnTo>
                    <a:pt x="151157" y="194508"/>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7" name="Google Shape;1227;p82"/>
            <p:cNvSpPr/>
            <p:nvPr/>
          </p:nvSpPr>
          <p:spPr>
            <a:xfrm>
              <a:off x="6423522" y="4016622"/>
              <a:ext cx="608129" cy="139826"/>
            </a:xfrm>
            <a:custGeom>
              <a:rect b="b" l="l" r="r" t="t"/>
              <a:pathLst>
                <a:path extrusionOk="0" h="204873" w="891031">
                  <a:moveTo>
                    <a:pt x="18063" y="70760"/>
                  </a:moveTo>
                  <a:lnTo>
                    <a:pt x="18063" y="20560"/>
                  </a:lnTo>
                  <a:lnTo>
                    <a:pt x="0" y="20560"/>
                  </a:lnTo>
                  <a:lnTo>
                    <a:pt x="0" y="9509"/>
                  </a:lnTo>
                  <a:lnTo>
                    <a:pt x="48112" y="9509"/>
                  </a:lnTo>
                  <a:lnTo>
                    <a:pt x="48112" y="20560"/>
                  </a:lnTo>
                  <a:lnTo>
                    <a:pt x="30049" y="20560"/>
                  </a:lnTo>
                  <a:lnTo>
                    <a:pt x="30049" y="70760"/>
                  </a:lnTo>
                  <a:lnTo>
                    <a:pt x="18063" y="70760"/>
                  </a:lnTo>
                  <a:close/>
                  <a:moveTo>
                    <a:pt x="62048" y="71616"/>
                  </a:moveTo>
                  <a:cubicBezTo>
                    <a:pt x="49806" y="71616"/>
                    <a:pt x="40816" y="62193"/>
                    <a:pt x="40816" y="49001"/>
                  </a:cubicBezTo>
                  <a:cubicBezTo>
                    <a:pt x="40816" y="35808"/>
                    <a:pt x="49463" y="26471"/>
                    <a:pt x="61705" y="26471"/>
                  </a:cubicBezTo>
                  <a:cubicBezTo>
                    <a:pt x="73690" y="26471"/>
                    <a:pt x="82508" y="35551"/>
                    <a:pt x="82508" y="48058"/>
                  </a:cubicBezTo>
                  <a:cubicBezTo>
                    <a:pt x="82508" y="49429"/>
                    <a:pt x="82337" y="51057"/>
                    <a:pt x="82166" y="52513"/>
                  </a:cubicBezTo>
                  <a:lnTo>
                    <a:pt x="52545" y="52513"/>
                  </a:lnTo>
                  <a:cubicBezTo>
                    <a:pt x="53487" y="58338"/>
                    <a:pt x="56997" y="61851"/>
                    <a:pt x="62048" y="61851"/>
                  </a:cubicBezTo>
                  <a:cubicBezTo>
                    <a:pt x="66328" y="61851"/>
                    <a:pt x="69496" y="60052"/>
                    <a:pt x="72150" y="56111"/>
                  </a:cubicBezTo>
                  <a:lnTo>
                    <a:pt x="81139" y="60823"/>
                  </a:lnTo>
                  <a:cubicBezTo>
                    <a:pt x="77286" y="67761"/>
                    <a:pt x="70523" y="71616"/>
                    <a:pt x="62048" y="71616"/>
                  </a:cubicBezTo>
                  <a:close/>
                  <a:moveTo>
                    <a:pt x="70352" y="44974"/>
                  </a:moveTo>
                  <a:cubicBezTo>
                    <a:pt x="69667" y="39492"/>
                    <a:pt x="66414" y="36237"/>
                    <a:pt x="61705" y="36237"/>
                  </a:cubicBezTo>
                  <a:cubicBezTo>
                    <a:pt x="56740" y="36237"/>
                    <a:pt x="53487" y="39406"/>
                    <a:pt x="52545" y="44974"/>
                  </a:cubicBezTo>
                  <a:lnTo>
                    <a:pt x="70352" y="44974"/>
                  </a:lnTo>
                  <a:close/>
                  <a:moveTo>
                    <a:pt x="114964" y="70760"/>
                  </a:moveTo>
                  <a:lnTo>
                    <a:pt x="105975" y="55683"/>
                  </a:lnTo>
                  <a:lnTo>
                    <a:pt x="96986" y="70760"/>
                  </a:lnTo>
                  <a:lnTo>
                    <a:pt x="84059" y="70760"/>
                  </a:lnTo>
                  <a:lnTo>
                    <a:pt x="98441" y="49258"/>
                  </a:lnTo>
                  <a:lnTo>
                    <a:pt x="84316" y="27327"/>
                  </a:lnTo>
                  <a:lnTo>
                    <a:pt x="97328" y="27327"/>
                  </a:lnTo>
                  <a:lnTo>
                    <a:pt x="106060" y="42918"/>
                  </a:lnTo>
                  <a:lnTo>
                    <a:pt x="114707" y="27327"/>
                  </a:lnTo>
                  <a:lnTo>
                    <a:pt x="127720" y="27327"/>
                  </a:lnTo>
                  <a:lnTo>
                    <a:pt x="113680" y="49172"/>
                  </a:lnTo>
                  <a:lnTo>
                    <a:pt x="127976" y="70760"/>
                  </a:lnTo>
                  <a:lnTo>
                    <a:pt x="114964" y="70760"/>
                  </a:lnTo>
                  <a:close/>
                  <a:moveTo>
                    <a:pt x="153183" y="71702"/>
                  </a:moveTo>
                  <a:cubicBezTo>
                    <a:pt x="142739" y="71702"/>
                    <a:pt x="137346" y="65705"/>
                    <a:pt x="137346" y="54055"/>
                  </a:cubicBezTo>
                  <a:lnTo>
                    <a:pt x="137346" y="37607"/>
                  </a:lnTo>
                  <a:lnTo>
                    <a:pt x="130668" y="37607"/>
                  </a:lnTo>
                  <a:lnTo>
                    <a:pt x="130668" y="27327"/>
                  </a:lnTo>
                  <a:lnTo>
                    <a:pt x="137346" y="27327"/>
                  </a:lnTo>
                  <a:lnTo>
                    <a:pt x="137346" y="14478"/>
                  </a:lnTo>
                  <a:lnTo>
                    <a:pt x="148817" y="14478"/>
                  </a:lnTo>
                  <a:lnTo>
                    <a:pt x="148817" y="27327"/>
                  </a:lnTo>
                  <a:lnTo>
                    <a:pt x="160375" y="27327"/>
                  </a:lnTo>
                  <a:lnTo>
                    <a:pt x="160375" y="37607"/>
                  </a:lnTo>
                  <a:lnTo>
                    <a:pt x="148817" y="37607"/>
                  </a:lnTo>
                  <a:lnTo>
                    <a:pt x="148817" y="54226"/>
                  </a:lnTo>
                  <a:cubicBezTo>
                    <a:pt x="148817" y="58852"/>
                    <a:pt x="150872" y="61336"/>
                    <a:pt x="154724" y="61336"/>
                  </a:cubicBezTo>
                  <a:cubicBezTo>
                    <a:pt x="156437" y="61336"/>
                    <a:pt x="158320" y="60994"/>
                    <a:pt x="160460" y="60137"/>
                  </a:cubicBezTo>
                  <a:lnTo>
                    <a:pt x="161915" y="70246"/>
                  </a:lnTo>
                  <a:cubicBezTo>
                    <a:pt x="159262" y="71188"/>
                    <a:pt x="156351" y="71702"/>
                    <a:pt x="153183" y="71702"/>
                  </a:cubicBezTo>
                  <a:close/>
                  <a:moveTo>
                    <a:pt x="211693" y="71616"/>
                  </a:moveTo>
                  <a:cubicBezTo>
                    <a:pt x="201591" y="71616"/>
                    <a:pt x="192516" y="67504"/>
                    <a:pt x="186695" y="62193"/>
                  </a:cubicBezTo>
                  <a:lnTo>
                    <a:pt x="193458" y="53455"/>
                  </a:lnTo>
                  <a:cubicBezTo>
                    <a:pt x="197995" y="57396"/>
                    <a:pt x="204245" y="60565"/>
                    <a:pt x="211864" y="60565"/>
                  </a:cubicBezTo>
                  <a:cubicBezTo>
                    <a:pt x="218627" y="60565"/>
                    <a:pt x="222822" y="57824"/>
                    <a:pt x="222822" y="53284"/>
                  </a:cubicBezTo>
                  <a:cubicBezTo>
                    <a:pt x="222822" y="48144"/>
                    <a:pt x="217000" y="46517"/>
                    <a:pt x="210409" y="45146"/>
                  </a:cubicBezTo>
                  <a:cubicBezTo>
                    <a:pt x="203389" y="43604"/>
                    <a:pt x="189092" y="40434"/>
                    <a:pt x="189092" y="26556"/>
                  </a:cubicBezTo>
                  <a:cubicBezTo>
                    <a:pt x="189092" y="15677"/>
                    <a:pt x="197910" y="8652"/>
                    <a:pt x="210494" y="8652"/>
                  </a:cubicBezTo>
                  <a:cubicBezTo>
                    <a:pt x="219911" y="8652"/>
                    <a:pt x="228130" y="12507"/>
                    <a:pt x="233609" y="17904"/>
                  </a:cubicBezTo>
                  <a:lnTo>
                    <a:pt x="226931" y="26385"/>
                  </a:lnTo>
                  <a:cubicBezTo>
                    <a:pt x="222223" y="22616"/>
                    <a:pt x="216144" y="19703"/>
                    <a:pt x="209895" y="19703"/>
                  </a:cubicBezTo>
                  <a:cubicBezTo>
                    <a:pt x="204502" y="19703"/>
                    <a:pt x="200820" y="22016"/>
                    <a:pt x="200820" y="26214"/>
                  </a:cubicBezTo>
                  <a:cubicBezTo>
                    <a:pt x="200820" y="30411"/>
                    <a:pt x="203817" y="32382"/>
                    <a:pt x="212206" y="34009"/>
                  </a:cubicBezTo>
                  <a:cubicBezTo>
                    <a:pt x="219055" y="35294"/>
                    <a:pt x="234550" y="38207"/>
                    <a:pt x="234550" y="52684"/>
                  </a:cubicBezTo>
                  <a:cubicBezTo>
                    <a:pt x="234550" y="63907"/>
                    <a:pt x="225304" y="71616"/>
                    <a:pt x="211693" y="71616"/>
                  </a:cubicBezTo>
                  <a:close/>
                  <a:moveTo>
                    <a:pt x="262611" y="71616"/>
                  </a:moveTo>
                  <a:cubicBezTo>
                    <a:pt x="250369" y="71616"/>
                    <a:pt x="241380" y="62193"/>
                    <a:pt x="241380" y="49001"/>
                  </a:cubicBezTo>
                  <a:cubicBezTo>
                    <a:pt x="241380" y="35808"/>
                    <a:pt x="250027" y="26471"/>
                    <a:pt x="262269" y="26471"/>
                  </a:cubicBezTo>
                  <a:cubicBezTo>
                    <a:pt x="274254" y="26471"/>
                    <a:pt x="283072" y="35551"/>
                    <a:pt x="283072" y="48058"/>
                  </a:cubicBezTo>
                  <a:cubicBezTo>
                    <a:pt x="283072" y="49429"/>
                    <a:pt x="282901" y="51057"/>
                    <a:pt x="282729" y="52513"/>
                  </a:cubicBezTo>
                  <a:lnTo>
                    <a:pt x="253108" y="52513"/>
                  </a:lnTo>
                  <a:cubicBezTo>
                    <a:pt x="254050" y="58338"/>
                    <a:pt x="257560" y="61851"/>
                    <a:pt x="262611" y="61851"/>
                  </a:cubicBezTo>
                  <a:cubicBezTo>
                    <a:pt x="266892" y="61851"/>
                    <a:pt x="270059" y="60052"/>
                    <a:pt x="272713" y="56111"/>
                  </a:cubicBezTo>
                  <a:lnTo>
                    <a:pt x="281702" y="60823"/>
                  </a:lnTo>
                  <a:cubicBezTo>
                    <a:pt x="277850" y="67761"/>
                    <a:pt x="271087" y="71616"/>
                    <a:pt x="262611" y="71616"/>
                  </a:cubicBezTo>
                  <a:close/>
                  <a:moveTo>
                    <a:pt x="270915" y="44974"/>
                  </a:moveTo>
                  <a:cubicBezTo>
                    <a:pt x="270231" y="39492"/>
                    <a:pt x="266977" y="36237"/>
                    <a:pt x="262269" y="36237"/>
                  </a:cubicBezTo>
                  <a:cubicBezTo>
                    <a:pt x="257303" y="36237"/>
                    <a:pt x="254050" y="39406"/>
                    <a:pt x="253108" y="44974"/>
                  </a:cubicBezTo>
                  <a:lnTo>
                    <a:pt x="270915" y="44974"/>
                  </a:lnTo>
                  <a:close/>
                  <a:moveTo>
                    <a:pt x="310590" y="71616"/>
                  </a:moveTo>
                  <a:cubicBezTo>
                    <a:pt x="298776" y="71616"/>
                    <a:pt x="289873" y="61936"/>
                    <a:pt x="289873" y="49001"/>
                  </a:cubicBezTo>
                  <a:cubicBezTo>
                    <a:pt x="289873" y="36151"/>
                    <a:pt x="298776" y="26471"/>
                    <a:pt x="310590" y="26471"/>
                  </a:cubicBezTo>
                  <a:cubicBezTo>
                    <a:pt x="320179" y="26471"/>
                    <a:pt x="327284" y="31354"/>
                    <a:pt x="330366" y="40349"/>
                  </a:cubicBezTo>
                  <a:lnTo>
                    <a:pt x="320179" y="44032"/>
                  </a:lnTo>
                  <a:cubicBezTo>
                    <a:pt x="317867" y="38892"/>
                    <a:pt x="315042" y="36751"/>
                    <a:pt x="310590" y="36751"/>
                  </a:cubicBezTo>
                  <a:cubicBezTo>
                    <a:pt x="305283" y="36751"/>
                    <a:pt x="301345" y="41890"/>
                    <a:pt x="301345" y="49001"/>
                  </a:cubicBezTo>
                  <a:cubicBezTo>
                    <a:pt x="301345" y="56111"/>
                    <a:pt x="305283" y="61336"/>
                    <a:pt x="310590" y="61336"/>
                  </a:cubicBezTo>
                  <a:cubicBezTo>
                    <a:pt x="315042" y="61336"/>
                    <a:pt x="317867" y="59195"/>
                    <a:pt x="320179" y="53969"/>
                  </a:cubicBezTo>
                  <a:lnTo>
                    <a:pt x="330366" y="57653"/>
                  </a:lnTo>
                  <a:cubicBezTo>
                    <a:pt x="327284" y="66733"/>
                    <a:pt x="320179" y="71616"/>
                    <a:pt x="310590" y="71616"/>
                  </a:cubicBezTo>
                  <a:close/>
                  <a:moveTo>
                    <a:pt x="356838" y="71616"/>
                  </a:moveTo>
                  <a:cubicBezTo>
                    <a:pt x="344511" y="71616"/>
                    <a:pt x="335607" y="62193"/>
                    <a:pt x="335607" y="49001"/>
                  </a:cubicBezTo>
                  <a:cubicBezTo>
                    <a:pt x="335607" y="35979"/>
                    <a:pt x="344511" y="26471"/>
                    <a:pt x="356838" y="26471"/>
                  </a:cubicBezTo>
                  <a:cubicBezTo>
                    <a:pt x="369166" y="26471"/>
                    <a:pt x="378070" y="35979"/>
                    <a:pt x="378070" y="49001"/>
                  </a:cubicBezTo>
                  <a:cubicBezTo>
                    <a:pt x="378070" y="62193"/>
                    <a:pt x="369166" y="71616"/>
                    <a:pt x="356838" y="71616"/>
                  </a:cubicBezTo>
                  <a:close/>
                  <a:moveTo>
                    <a:pt x="356838" y="61336"/>
                  </a:moveTo>
                  <a:cubicBezTo>
                    <a:pt x="362574" y="61336"/>
                    <a:pt x="366598" y="56282"/>
                    <a:pt x="366598" y="49001"/>
                  </a:cubicBezTo>
                  <a:cubicBezTo>
                    <a:pt x="366598" y="41719"/>
                    <a:pt x="362660" y="36751"/>
                    <a:pt x="356838" y="36751"/>
                  </a:cubicBezTo>
                  <a:cubicBezTo>
                    <a:pt x="351017" y="36751"/>
                    <a:pt x="347079" y="41719"/>
                    <a:pt x="347079" y="49001"/>
                  </a:cubicBezTo>
                  <a:cubicBezTo>
                    <a:pt x="347079" y="56282"/>
                    <a:pt x="351103" y="61336"/>
                    <a:pt x="356838" y="61336"/>
                  </a:cubicBezTo>
                  <a:close/>
                  <a:moveTo>
                    <a:pt x="385793" y="70760"/>
                  </a:moveTo>
                  <a:lnTo>
                    <a:pt x="385793" y="27327"/>
                  </a:lnTo>
                  <a:lnTo>
                    <a:pt x="395981" y="27327"/>
                  </a:lnTo>
                  <a:lnTo>
                    <a:pt x="396238" y="33752"/>
                  </a:lnTo>
                  <a:cubicBezTo>
                    <a:pt x="398806" y="29383"/>
                    <a:pt x="404114" y="26471"/>
                    <a:pt x="409679" y="26471"/>
                  </a:cubicBezTo>
                  <a:cubicBezTo>
                    <a:pt x="418924" y="26471"/>
                    <a:pt x="424147" y="32639"/>
                    <a:pt x="424147" y="43433"/>
                  </a:cubicBezTo>
                  <a:lnTo>
                    <a:pt x="424147" y="70760"/>
                  </a:lnTo>
                  <a:lnTo>
                    <a:pt x="412675" y="70760"/>
                  </a:lnTo>
                  <a:lnTo>
                    <a:pt x="412675" y="45831"/>
                  </a:lnTo>
                  <a:cubicBezTo>
                    <a:pt x="412675" y="40006"/>
                    <a:pt x="410278" y="36751"/>
                    <a:pt x="405655" y="36751"/>
                  </a:cubicBezTo>
                  <a:cubicBezTo>
                    <a:pt x="401203" y="36751"/>
                    <a:pt x="398292" y="40091"/>
                    <a:pt x="397608" y="45489"/>
                  </a:cubicBezTo>
                  <a:cubicBezTo>
                    <a:pt x="397351" y="46945"/>
                    <a:pt x="397265" y="49343"/>
                    <a:pt x="397265" y="54055"/>
                  </a:cubicBezTo>
                  <a:lnTo>
                    <a:pt x="397265" y="70760"/>
                  </a:lnTo>
                  <a:lnTo>
                    <a:pt x="385793" y="70760"/>
                  </a:lnTo>
                  <a:close/>
                  <a:moveTo>
                    <a:pt x="450666" y="71616"/>
                  </a:moveTo>
                  <a:cubicBezTo>
                    <a:pt x="439880" y="71616"/>
                    <a:pt x="432003" y="62108"/>
                    <a:pt x="432003" y="49001"/>
                  </a:cubicBezTo>
                  <a:cubicBezTo>
                    <a:pt x="432003" y="35979"/>
                    <a:pt x="439880" y="26471"/>
                    <a:pt x="450666" y="26471"/>
                  </a:cubicBezTo>
                  <a:cubicBezTo>
                    <a:pt x="455632" y="26471"/>
                    <a:pt x="459826" y="28612"/>
                    <a:pt x="462994" y="32210"/>
                  </a:cubicBezTo>
                  <a:lnTo>
                    <a:pt x="462994" y="7796"/>
                  </a:lnTo>
                  <a:lnTo>
                    <a:pt x="474466" y="7796"/>
                  </a:lnTo>
                  <a:lnTo>
                    <a:pt x="474466" y="70760"/>
                  </a:lnTo>
                  <a:lnTo>
                    <a:pt x="464107" y="70760"/>
                  </a:lnTo>
                  <a:lnTo>
                    <a:pt x="463679" y="65106"/>
                  </a:lnTo>
                  <a:cubicBezTo>
                    <a:pt x="460426" y="69218"/>
                    <a:pt x="455889" y="71616"/>
                    <a:pt x="450666" y="71616"/>
                  </a:cubicBezTo>
                  <a:close/>
                  <a:moveTo>
                    <a:pt x="453235" y="61336"/>
                  </a:moveTo>
                  <a:cubicBezTo>
                    <a:pt x="459056" y="61336"/>
                    <a:pt x="462994" y="56368"/>
                    <a:pt x="462994" y="49001"/>
                  </a:cubicBezTo>
                  <a:cubicBezTo>
                    <a:pt x="462994" y="41805"/>
                    <a:pt x="458970" y="36751"/>
                    <a:pt x="453235" y="36751"/>
                  </a:cubicBezTo>
                  <a:cubicBezTo>
                    <a:pt x="447413" y="36751"/>
                    <a:pt x="443475" y="41719"/>
                    <a:pt x="443475" y="49001"/>
                  </a:cubicBezTo>
                  <a:cubicBezTo>
                    <a:pt x="443475" y="56368"/>
                    <a:pt x="447413" y="61336"/>
                    <a:pt x="453235" y="61336"/>
                  </a:cubicBezTo>
                  <a:close/>
                  <a:moveTo>
                    <a:pt x="500824" y="71616"/>
                  </a:moveTo>
                  <a:cubicBezTo>
                    <a:pt x="489952" y="71616"/>
                    <a:pt x="482075" y="62108"/>
                    <a:pt x="482075" y="48915"/>
                  </a:cubicBezTo>
                  <a:cubicBezTo>
                    <a:pt x="482075" y="35894"/>
                    <a:pt x="489952" y="26471"/>
                    <a:pt x="500824" y="26471"/>
                  </a:cubicBezTo>
                  <a:cubicBezTo>
                    <a:pt x="505704" y="26471"/>
                    <a:pt x="509898" y="28612"/>
                    <a:pt x="513066" y="32210"/>
                  </a:cubicBezTo>
                  <a:lnTo>
                    <a:pt x="513066" y="27327"/>
                  </a:lnTo>
                  <a:lnTo>
                    <a:pt x="524538" y="27327"/>
                  </a:lnTo>
                  <a:lnTo>
                    <a:pt x="524538" y="70760"/>
                  </a:lnTo>
                  <a:lnTo>
                    <a:pt x="514179" y="70760"/>
                  </a:lnTo>
                  <a:lnTo>
                    <a:pt x="513751" y="65106"/>
                  </a:lnTo>
                  <a:cubicBezTo>
                    <a:pt x="510498" y="69218"/>
                    <a:pt x="506046" y="71616"/>
                    <a:pt x="500824" y="71616"/>
                  </a:cubicBezTo>
                  <a:close/>
                  <a:moveTo>
                    <a:pt x="503307" y="61336"/>
                  </a:moveTo>
                  <a:cubicBezTo>
                    <a:pt x="509042" y="61336"/>
                    <a:pt x="513066" y="56197"/>
                    <a:pt x="513066" y="48915"/>
                  </a:cubicBezTo>
                  <a:cubicBezTo>
                    <a:pt x="513066" y="41805"/>
                    <a:pt x="509042" y="36751"/>
                    <a:pt x="503307" y="36751"/>
                  </a:cubicBezTo>
                  <a:cubicBezTo>
                    <a:pt x="497571" y="36751"/>
                    <a:pt x="493547" y="41805"/>
                    <a:pt x="493547" y="48915"/>
                  </a:cubicBezTo>
                  <a:cubicBezTo>
                    <a:pt x="493547" y="56197"/>
                    <a:pt x="497571" y="61336"/>
                    <a:pt x="503307" y="61336"/>
                  </a:cubicBezTo>
                  <a:close/>
                  <a:moveTo>
                    <a:pt x="534354" y="70760"/>
                  </a:moveTo>
                  <a:lnTo>
                    <a:pt x="534354" y="27327"/>
                  </a:lnTo>
                  <a:lnTo>
                    <a:pt x="544627" y="27327"/>
                  </a:lnTo>
                  <a:lnTo>
                    <a:pt x="545141" y="35209"/>
                  </a:lnTo>
                  <a:lnTo>
                    <a:pt x="545227" y="35209"/>
                  </a:lnTo>
                  <a:cubicBezTo>
                    <a:pt x="546596" y="29812"/>
                    <a:pt x="551134" y="26385"/>
                    <a:pt x="556698" y="26385"/>
                  </a:cubicBezTo>
                  <a:cubicBezTo>
                    <a:pt x="558154" y="26385"/>
                    <a:pt x="559523" y="26471"/>
                    <a:pt x="560893" y="26899"/>
                  </a:cubicBezTo>
                  <a:lnTo>
                    <a:pt x="560294" y="37693"/>
                  </a:lnTo>
                  <a:cubicBezTo>
                    <a:pt x="558325" y="37093"/>
                    <a:pt x="556613" y="36836"/>
                    <a:pt x="554815" y="36836"/>
                  </a:cubicBezTo>
                  <a:cubicBezTo>
                    <a:pt x="549935" y="36836"/>
                    <a:pt x="546939" y="40006"/>
                    <a:pt x="546168" y="46174"/>
                  </a:cubicBezTo>
                  <a:cubicBezTo>
                    <a:pt x="545912" y="47716"/>
                    <a:pt x="545826" y="49857"/>
                    <a:pt x="545826" y="53113"/>
                  </a:cubicBezTo>
                  <a:lnTo>
                    <a:pt x="545826" y="70760"/>
                  </a:lnTo>
                  <a:lnTo>
                    <a:pt x="534354" y="70760"/>
                  </a:lnTo>
                  <a:close/>
                  <a:moveTo>
                    <a:pt x="575313" y="88235"/>
                  </a:moveTo>
                  <a:cubicBezTo>
                    <a:pt x="571975" y="88235"/>
                    <a:pt x="568037" y="87379"/>
                    <a:pt x="564869" y="85922"/>
                  </a:cubicBezTo>
                  <a:lnTo>
                    <a:pt x="567866" y="76328"/>
                  </a:lnTo>
                  <a:cubicBezTo>
                    <a:pt x="569749" y="77356"/>
                    <a:pt x="571889" y="78041"/>
                    <a:pt x="573772" y="78041"/>
                  </a:cubicBezTo>
                  <a:cubicBezTo>
                    <a:pt x="576855" y="78041"/>
                    <a:pt x="579166" y="75899"/>
                    <a:pt x="580878" y="71445"/>
                  </a:cubicBezTo>
                  <a:lnTo>
                    <a:pt x="582076" y="68275"/>
                  </a:lnTo>
                  <a:lnTo>
                    <a:pt x="564698" y="27327"/>
                  </a:lnTo>
                  <a:lnTo>
                    <a:pt x="576855" y="27327"/>
                  </a:lnTo>
                  <a:lnTo>
                    <a:pt x="587727" y="54997"/>
                  </a:lnTo>
                  <a:lnTo>
                    <a:pt x="597058" y="27327"/>
                  </a:lnTo>
                  <a:lnTo>
                    <a:pt x="609129" y="27327"/>
                  </a:lnTo>
                  <a:lnTo>
                    <a:pt x="590980" y="75129"/>
                  </a:lnTo>
                  <a:cubicBezTo>
                    <a:pt x="587641" y="84038"/>
                    <a:pt x="582334" y="88235"/>
                    <a:pt x="575313" y="88235"/>
                  </a:cubicBezTo>
                  <a:close/>
                  <a:moveTo>
                    <a:pt x="655986" y="89263"/>
                  </a:moveTo>
                  <a:cubicBezTo>
                    <a:pt x="640576" y="77442"/>
                    <a:pt x="632272" y="61851"/>
                    <a:pt x="632272" y="44632"/>
                  </a:cubicBezTo>
                  <a:cubicBezTo>
                    <a:pt x="632272" y="27413"/>
                    <a:pt x="640576" y="11822"/>
                    <a:pt x="655986" y="0"/>
                  </a:cubicBezTo>
                  <a:lnTo>
                    <a:pt x="661208" y="6254"/>
                  </a:lnTo>
                  <a:cubicBezTo>
                    <a:pt x="649651" y="17476"/>
                    <a:pt x="643658" y="30583"/>
                    <a:pt x="643658" y="44632"/>
                  </a:cubicBezTo>
                  <a:cubicBezTo>
                    <a:pt x="643658" y="58681"/>
                    <a:pt x="649651" y="71788"/>
                    <a:pt x="661208" y="83010"/>
                  </a:cubicBezTo>
                  <a:lnTo>
                    <a:pt x="655986" y="89263"/>
                  </a:lnTo>
                  <a:close/>
                  <a:moveTo>
                    <a:pt x="667800" y="70760"/>
                  </a:moveTo>
                  <a:lnTo>
                    <a:pt x="667800" y="9509"/>
                  </a:lnTo>
                  <a:lnTo>
                    <a:pt x="679785" y="9509"/>
                  </a:lnTo>
                  <a:lnTo>
                    <a:pt x="679785" y="59709"/>
                  </a:lnTo>
                  <a:lnTo>
                    <a:pt x="708379" y="59709"/>
                  </a:lnTo>
                  <a:lnTo>
                    <a:pt x="708379" y="70760"/>
                  </a:lnTo>
                  <a:lnTo>
                    <a:pt x="667800" y="70760"/>
                  </a:lnTo>
                  <a:close/>
                  <a:moveTo>
                    <a:pt x="715446" y="70760"/>
                  </a:moveTo>
                  <a:lnTo>
                    <a:pt x="715446" y="27327"/>
                  </a:lnTo>
                  <a:lnTo>
                    <a:pt x="726918" y="27327"/>
                  </a:lnTo>
                  <a:lnTo>
                    <a:pt x="726918" y="70760"/>
                  </a:lnTo>
                  <a:lnTo>
                    <a:pt x="715446" y="70760"/>
                  </a:lnTo>
                  <a:close/>
                  <a:moveTo>
                    <a:pt x="715446" y="20303"/>
                  </a:moveTo>
                  <a:lnTo>
                    <a:pt x="715446" y="8224"/>
                  </a:lnTo>
                  <a:lnTo>
                    <a:pt x="727004" y="8224"/>
                  </a:lnTo>
                  <a:lnTo>
                    <a:pt x="727004" y="20303"/>
                  </a:lnTo>
                  <a:lnTo>
                    <a:pt x="715446" y="20303"/>
                  </a:lnTo>
                  <a:close/>
                  <a:moveTo>
                    <a:pt x="753390" y="70845"/>
                  </a:moveTo>
                  <a:cubicBezTo>
                    <a:pt x="742518" y="70845"/>
                    <a:pt x="734642" y="61508"/>
                    <a:pt x="734642" y="48573"/>
                  </a:cubicBezTo>
                  <a:cubicBezTo>
                    <a:pt x="734642" y="35808"/>
                    <a:pt x="742604" y="26471"/>
                    <a:pt x="753390" y="26471"/>
                  </a:cubicBezTo>
                  <a:cubicBezTo>
                    <a:pt x="758613" y="26471"/>
                    <a:pt x="763150" y="28869"/>
                    <a:pt x="766403" y="32981"/>
                  </a:cubicBezTo>
                  <a:lnTo>
                    <a:pt x="766916" y="27327"/>
                  </a:lnTo>
                  <a:lnTo>
                    <a:pt x="777104" y="27327"/>
                  </a:lnTo>
                  <a:lnTo>
                    <a:pt x="777104" y="65277"/>
                  </a:lnTo>
                  <a:cubicBezTo>
                    <a:pt x="777104" y="80011"/>
                    <a:pt x="769228" y="89006"/>
                    <a:pt x="755959" y="89006"/>
                  </a:cubicBezTo>
                  <a:cubicBezTo>
                    <a:pt x="747655" y="89006"/>
                    <a:pt x="739950" y="85922"/>
                    <a:pt x="735241" y="80611"/>
                  </a:cubicBezTo>
                  <a:lnTo>
                    <a:pt x="740892" y="72473"/>
                  </a:lnTo>
                  <a:cubicBezTo>
                    <a:pt x="745172" y="76499"/>
                    <a:pt x="749538" y="78384"/>
                    <a:pt x="754418" y="78384"/>
                  </a:cubicBezTo>
                  <a:cubicBezTo>
                    <a:pt x="761694" y="78384"/>
                    <a:pt x="765632" y="73844"/>
                    <a:pt x="765632" y="65363"/>
                  </a:cubicBezTo>
                  <a:lnTo>
                    <a:pt x="765632" y="65277"/>
                  </a:lnTo>
                  <a:cubicBezTo>
                    <a:pt x="762465" y="68789"/>
                    <a:pt x="758270" y="70845"/>
                    <a:pt x="753390" y="70845"/>
                  </a:cubicBezTo>
                  <a:close/>
                  <a:moveTo>
                    <a:pt x="755873" y="60565"/>
                  </a:moveTo>
                  <a:cubicBezTo>
                    <a:pt x="761694" y="60565"/>
                    <a:pt x="765632" y="55683"/>
                    <a:pt x="765632" y="48573"/>
                  </a:cubicBezTo>
                  <a:cubicBezTo>
                    <a:pt x="765632" y="41634"/>
                    <a:pt x="761609" y="36751"/>
                    <a:pt x="755873" y="36751"/>
                  </a:cubicBezTo>
                  <a:cubicBezTo>
                    <a:pt x="750137" y="36751"/>
                    <a:pt x="746113" y="41634"/>
                    <a:pt x="746113" y="48573"/>
                  </a:cubicBezTo>
                  <a:cubicBezTo>
                    <a:pt x="746113" y="55683"/>
                    <a:pt x="750137" y="60565"/>
                    <a:pt x="755873" y="60565"/>
                  </a:cubicBezTo>
                  <a:close/>
                  <a:moveTo>
                    <a:pt x="786921" y="70760"/>
                  </a:moveTo>
                  <a:lnTo>
                    <a:pt x="786921" y="7796"/>
                  </a:lnTo>
                  <a:lnTo>
                    <a:pt x="798392" y="7796"/>
                  </a:lnTo>
                  <a:lnTo>
                    <a:pt x="798392" y="32296"/>
                  </a:lnTo>
                  <a:cubicBezTo>
                    <a:pt x="801217" y="28784"/>
                    <a:pt x="805841" y="26471"/>
                    <a:pt x="810806" y="26471"/>
                  </a:cubicBezTo>
                  <a:cubicBezTo>
                    <a:pt x="820051" y="26471"/>
                    <a:pt x="825274" y="32639"/>
                    <a:pt x="825274" y="43433"/>
                  </a:cubicBezTo>
                  <a:lnTo>
                    <a:pt x="825274" y="70760"/>
                  </a:lnTo>
                  <a:lnTo>
                    <a:pt x="813802" y="70760"/>
                  </a:lnTo>
                  <a:lnTo>
                    <a:pt x="813802" y="45831"/>
                  </a:lnTo>
                  <a:cubicBezTo>
                    <a:pt x="813802" y="40006"/>
                    <a:pt x="811405" y="36751"/>
                    <a:pt x="806782" y="36751"/>
                  </a:cubicBezTo>
                  <a:cubicBezTo>
                    <a:pt x="802330" y="36751"/>
                    <a:pt x="799419" y="40091"/>
                    <a:pt x="798735" y="45489"/>
                  </a:cubicBezTo>
                  <a:cubicBezTo>
                    <a:pt x="798478" y="46945"/>
                    <a:pt x="798392" y="49343"/>
                    <a:pt x="798392" y="54055"/>
                  </a:cubicBezTo>
                  <a:lnTo>
                    <a:pt x="798392" y="70760"/>
                  </a:lnTo>
                  <a:lnTo>
                    <a:pt x="786921" y="70760"/>
                  </a:lnTo>
                  <a:close/>
                  <a:moveTo>
                    <a:pt x="852773" y="71702"/>
                  </a:moveTo>
                  <a:cubicBezTo>
                    <a:pt x="842329" y="71702"/>
                    <a:pt x="836936" y="65705"/>
                    <a:pt x="836936" y="54055"/>
                  </a:cubicBezTo>
                  <a:lnTo>
                    <a:pt x="836936" y="37607"/>
                  </a:lnTo>
                  <a:lnTo>
                    <a:pt x="830258" y="37607"/>
                  </a:lnTo>
                  <a:lnTo>
                    <a:pt x="830258" y="27327"/>
                  </a:lnTo>
                  <a:lnTo>
                    <a:pt x="836936" y="27327"/>
                  </a:lnTo>
                  <a:lnTo>
                    <a:pt x="836936" y="14478"/>
                  </a:lnTo>
                  <a:lnTo>
                    <a:pt x="848407" y="14478"/>
                  </a:lnTo>
                  <a:lnTo>
                    <a:pt x="848407" y="27327"/>
                  </a:lnTo>
                  <a:lnTo>
                    <a:pt x="859965" y="27327"/>
                  </a:lnTo>
                  <a:lnTo>
                    <a:pt x="859965" y="37607"/>
                  </a:lnTo>
                  <a:lnTo>
                    <a:pt x="848407" y="37607"/>
                  </a:lnTo>
                  <a:lnTo>
                    <a:pt x="848407" y="54226"/>
                  </a:lnTo>
                  <a:cubicBezTo>
                    <a:pt x="848407" y="58852"/>
                    <a:pt x="850462" y="61336"/>
                    <a:pt x="854314" y="61336"/>
                  </a:cubicBezTo>
                  <a:cubicBezTo>
                    <a:pt x="856027" y="61336"/>
                    <a:pt x="857910" y="60994"/>
                    <a:pt x="860050" y="60137"/>
                  </a:cubicBezTo>
                  <a:lnTo>
                    <a:pt x="861506" y="70246"/>
                  </a:lnTo>
                  <a:cubicBezTo>
                    <a:pt x="858852" y="71188"/>
                    <a:pt x="855941" y="71702"/>
                    <a:pt x="852773" y="71702"/>
                  </a:cubicBezTo>
                  <a:close/>
                  <a:moveTo>
                    <a:pt x="862095" y="83010"/>
                  </a:moveTo>
                  <a:cubicBezTo>
                    <a:pt x="873652" y="71788"/>
                    <a:pt x="879645" y="58681"/>
                    <a:pt x="879645" y="44632"/>
                  </a:cubicBezTo>
                  <a:cubicBezTo>
                    <a:pt x="879645" y="30583"/>
                    <a:pt x="873652" y="17476"/>
                    <a:pt x="862095" y="6254"/>
                  </a:cubicBezTo>
                  <a:lnTo>
                    <a:pt x="867317" y="0"/>
                  </a:lnTo>
                  <a:cubicBezTo>
                    <a:pt x="882727" y="11822"/>
                    <a:pt x="891031" y="27413"/>
                    <a:pt x="891031" y="44632"/>
                  </a:cubicBezTo>
                  <a:cubicBezTo>
                    <a:pt x="891031" y="61851"/>
                    <a:pt x="882727" y="77442"/>
                    <a:pt x="867317" y="89263"/>
                  </a:cubicBezTo>
                  <a:lnTo>
                    <a:pt x="862095" y="83010"/>
                  </a:lnTo>
                  <a:close/>
                  <a:moveTo>
                    <a:pt x="15581" y="204017"/>
                  </a:moveTo>
                  <a:lnTo>
                    <a:pt x="9417" y="204017"/>
                  </a:lnTo>
                  <a:lnTo>
                    <a:pt x="11557" y="188426"/>
                  </a:lnTo>
                  <a:lnTo>
                    <a:pt x="1198" y="188426"/>
                  </a:lnTo>
                  <a:lnTo>
                    <a:pt x="1198" y="182601"/>
                  </a:lnTo>
                  <a:lnTo>
                    <a:pt x="12413" y="182601"/>
                  </a:lnTo>
                  <a:lnTo>
                    <a:pt x="14981" y="164183"/>
                  </a:lnTo>
                  <a:lnTo>
                    <a:pt x="3852" y="164183"/>
                  </a:lnTo>
                  <a:lnTo>
                    <a:pt x="3852" y="158357"/>
                  </a:lnTo>
                  <a:lnTo>
                    <a:pt x="15838" y="158357"/>
                  </a:lnTo>
                  <a:lnTo>
                    <a:pt x="17978" y="142766"/>
                  </a:lnTo>
                  <a:lnTo>
                    <a:pt x="24142" y="142766"/>
                  </a:lnTo>
                  <a:lnTo>
                    <a:pt x="22001" y="158357"/>
                  </a:lnTo>
                  <a:lnTo>
                    <a:pt x="39123" y="158357"/>
                  </a:lnTo>
                  <a:lnTo>
                    <a:pt x="41264" y="142766"/>
                  </a:lnTo>
                  <a:lnTo>
                    <a:pt x="47427" y="142766"/>
                  </a:lnTo>
                  <a:lnTo>
                    <a:pt x="45287" y="158357"/>
                  </a:lnTo>
                  <a:lnTo>
                    <a:pt x="55646" y="158357"/>
                  </a:lnTo>
                  <a:lnTo>
                    <a:pt x="55646" y="164183"/>
                  </a:lnTo>
                  <a:lnTo>
                    <a:pt x="44431" y="164183"/>
                  </a:lnTo>
                  <a:lnTo>
                    <a:pt x="41863" y="182601"/>
                  </a:lnTo>
                  <a:lnTo>
                    <a:pt x="52992" y="182601"/>
                  </a:lnTo>
                  <a:lnTo>
                    <a:pt x="52992" y="188426"/>
                  </a:lnTo>
                  <a:lnTo>
                    <a:pt x="41007" y="188426"/>
                  </a:lnTo>
                  <a:lnTo>
                    <a:pt x="38867" y="204017"/>
                  </a:lnTo>
                  <a:lnTo>
                    <a:pt x="32703" y="204017"/>
                  </a:lnTo>
                  <a:lnTo>
                    <a:pt x="34843" y="188426"/>
                  </a:lnTo>
                  <a:lnTo>
                    <a:pt x="17721" y="188426"/>
                  </a:lnTo>
                  <a:lnTo>
                    <a:pt x="15581" y="204017"/>
                  </a:lnTo>
                  <a:close/>
                  <a:moveTo>
                    <a:pt x="18577" y="182601"/>
                  </a:moveTo>
                  <a:lnTo>
                    <a:pt x="35699" y="182601"/>
                  </a:lnTo>
                  <a:lnTo>
                    <a:pt x="38267" y="164183"/>
                  </a:lnTo>
                  <a:lnTo>
                    <a:pt x="21145" y="164183"/>
                  </a:lnTo>
                  <a:lnTo>
                    <a:pt x="18577" y="182601"/>
                  </a:lnTo>
                  <a:close/>
                  <a:moveTo>
                    <a:pt x="65120" y="204017"/>
                  </a:moveTo>
                  <a:lnTo>
                    <a:pt x="65120" y="142766"/>
                  </a:lnTo>
                  <a:lnTo>
                    <a:pt x="105870" y="142766"/>
                  </a:lnTo>
                  <a:lnTo>
                    <a:pt x="105870" y="149448"/>
                  </a:lnTo>
                  <a:lnTo>
                    <a:pt x="72140" y="149448"/>
                  </a:lnTo>
                  <a:lnTo>
                    <a:pt x="72140" y="169237"/>
                  </a:lnTo>
                  <a:lnTo>
                    <a:pt x="99621" y="169237"/>
                  </a:lnTo>
                  <a:lnTo>
                    <a:pt x="99621" y="175833"/>
                  </a:lnTo>
                  <a:lnTo>
                    <a:pt x="72140" y="175833"/>
                  </a:lnTo>
                  <a:lnTo>
                    <a:pt x="72140" y="204017"/>
                  </a:lnTo>
                  <a:lnTo>
                    <a:pt x="65120" y="204017"/>
                  </a:lnTo>
                  <a:close/>
                  <a:moveTo>
                    <a:pt x="114954" y="204017"/>
                  </a:moveTo>
                  <a:lnTo>
                    <a:pt x="114954" y="142766"/>
                  </a:lnTo>
                  <a:lnTo>
                    <a:pt x="155704" y="142766"/>
                  </a:lnTo>
                  <a:lnTo>
                    <a:pt x="155704" y="149448"/>
                  </a:lnTo>
                  <a:lnTo>
                    <a:pt x="121974" y="149448"/>
                  </a:lnTo>
                  <a:lnTo>
                    <a:pt x="121974" y="169237"/>
                  </a:lnTo>
                  <a:lnTo>
                    <a:pt x="149455" y="169237"/>
                  </a:lnTo>
                  <a:lnTo>
                    <a:pt x="149455" y="175833"/>
                  </a:lnTo>
                  <a:lnTo>
                    <a:pt x="121974" y="175833"/>
                  </a:lnTo>
                  <a:lnTo>
                    <a:pt x="121974" y="204017"/>
                  </a:lnTo>
                  <a:lnTo>
                    <a:pt x="114954" y="204017"/>
                  </a:lnTo>
                  <a:close/>
                  <a:moveTo>
                    <a:pt x="164779" y="204017"/>
                  </a:moveTo>
                  <a:lnTo>
                    <a:pt x="164779" y="142766"/>
                  </a:lnTo>
                  <a:lnTo>
                    <a:pt x="205529" y="142766"/>
                  </a:lnTo>
                  <a:lnTo>
                    <a:pt x="205529" y="149448"/>
                  </a:lnTo>
                  <a:lnTo>
                    <a:pt x="171799" y="149448"/>
                  </a:lnTo>
                  <a:lnTo>
                    <a:pt x="171799" y="169237"/>
                  </a:lnTo>
                  <a:lnTo>
                    <a:pt x="199279" y="169237"/>
                  </a:lnTo>
                  <a:lnTo>
                    <a:pt x="199279" y="175833"/>
                  </a:lnTo>
                  <a:lnTo>
                    <a:pt x="171799" y="175833"/>
                  </a:lnTo>
                  <a:lnTo>
                    <a:pt x="171799" y="204017"/>
                  </a:lnTo>
                  <a:lnTo>
                    <a:pt x="164779" y="204017"/>
                  </a:lnTo>
                  <a:close/>
                  <a:moveTo>
                    <a:pt x="214603" y="204017"/>
                  </a:moveTo>
                  <a:lnTo>
                    <a:pt x="214603" y="142766"/>
                  </a:lnTo>
                  <a:lnTo>
                    <a:pt x="255354" y="142766"/>
                  </a:lnTo>
                  <a:lnTo>
                    <a:pt x="255354" y="149448"/>
                  </a:lnTo>
                  <a:lnTo>
                    <a:pt x="221623" y="149448"/>
                  </a:lnTo>
                  <a:lnTo>
                    <a:pt x="221623" y="169237"/>
                  </a:lnTo>
                  <a:lnTo>
                    <a:pt x="249104" y="169237"/>
                  </a:lnTo>
                  <a:lnTo>
                    <a:pt x="249104" y="175833"/>
                  </a:lnTo>
                  <a:lnTo>
                    <a:pt x="221623" y="175833"/>
                  </a:lnTo>
                  <a:lnTo>
                    <a:pt x="221623" y="204017"/>
                  </a:lnTo>
                  <a:lnTo>
                    <a:pt x="214603" y="204017"/>
                  </a:lnTo>
                  <a:close/>
                  <a:moveTo>
                    <a:pt x="264438" y="204017"/>
                  </a:moveTo>
                  <a:lnTo>
                    <a:pt x="264438" y="142766"/>
                  </a:lnTo>
                  <a:lnTo>
                    <a:pt x="305188" y="142766"/>
                  </a:lnTo>
                  <a:lnTo>
                    <a:pt x="305188" y="149448"/>
                  </a:lnTo>
                  <a:lnTo>
                    <a:pt x="271458" y="149448"/>
                  </a:lnTo>
                  <a:lnTo>
                    <a:pt x="271458" y="169237"/>
                  </a:lnTo>
                  <a:lnTo>
                    <a:pt x="298938" y="169237"/>
                  </a:lnTo>
                  <a:lnTo>
                    <a:pt x="298938" y="175833"/>
                  </a:lnTo>
                  <a:lnTo>
                    <a:pt x="271458" y="175833"/>
                  </a:lnTo>
                  <a:lnTo>
                    <a:pt x="271458" y="204017"/>
                  </a:lnTo>
                  <a:lnTo>
                    <a:pt x="264438" y="204017"/>
                  </a:lnTo>
                  <a:close/>
                  <a:moveTo>
                    <a:pt x="314262" y="204017"/>
                  </a:moveTo>
                  <a:lnTo>
                    <a:pt x="314262" y="142766"/>
                  </a:lnTo>
                  <a:lnTo>
                    <a:pt x="355012" y="142766"/>
                  </a:lnTo>
                  <a:lnTo>
                    <a:pt x="355012" y="149448"/>
                  </a:lnTo>
                  <a:lnTo>
                    <a:pt x="321282" y="149448"/>
                  </a:lnTo>
                  <a:lnTo>
                    <a:pt x="321282" y="169237"/>
                  </a:lnTo>
                  <a:lnTo>
                    <a:pt x="348763" y="169237"/>
                  </a:lnTo>
                  <a:lnTo>
                    <a:pt x="348763" y="175833"/>
                  </a:lnTo>
                  <a:lnTo>
                    <a:pt x="321282" y="175833"/>
                  </a:lnTo>
                  <a:lnTo>
                    <a:pt x="321282" y="204017"/>
                  </a:lnTo>
                  <a:lnTo>
                    <a:pt x="314262" y="204017"/>
                  </a:lnTo>
                  <a:close/>
                  <a:moveTo>
                    <a:pt x="399681" y="204874"/>
                  </a:moveTo>
                  <a:cubicBezTo>
                    <a:pt x="388809" y="204874"/>
                    <a:pt x="380847" y="195707"/>
                    <a:pt x="380847" y="183029"/>
                  </a:cubicBezTo>
                  <a:cubicBezTo>
                    <a:pt x="380847" y="170350"/>
                    <a:pt x="388809" y="161099"/>
                    <a:pt x="399681" y="161099"/>
                  </a:cubicBezTo>
                  <a:cubicBezTo>
                    <a:pt x="405931" y="161099"/>
                    <a:pt x="411239" y="164183"/>
                    <a:pt x="414577" y="169237"/>
                  </a:cubicBezTo>
                  <a:lnTo>
                    <a:pt x="414577" y="162041"/>
                  </a:lnTo>
                  <a:lnTo>
                    <a:pt x="421083" y="162041"/>
                  </a:lnTo>
                  <a:lnTo>
                    <a:pt x="421083" y="204017"/>
                  </a:lnTo>
                  <a:lnTo>
                    <a:pt x="415091" y="204017"/>
                  </a:lnTo>
                  <a:lnTo>
                    <a:pt x="414748" y="196478"/>
                  </a:lnTo>
                  <a:cubicBezTo>
                    <a:pt x="411410" y="201704"/>
                    <a:pt x="406102" y="204874"/>
                    <a:pt x="399681" y="204874"/>
                  </a:cubicBezTo>
                  <a:close/>
                  <a:moveTo>
                    <a:pt x="400965" y="198791"/>
                  </a:moveTo>
                  <a:cubicBezTo>
                    <a:pt x="408841" y="198791"/>
                    <a:pt x="414577" y="192195"/>
                    <a:pt x="414577" y="183029"/>
                  </a:cubicBezTo>
                  <a:cubicBezTo>
                    <a:pt x="414577" y="173863"/>
                    <a:pt x="408841" y="167266"/>
                    <a:pt x="400965" y="167266"/>
                  </a:cubicBezTo>
                  <a:cubicBezTo>
                    <a:pt x="393089" y="167266"/>
                    <a:pt x="387353" y="173863"/>
                    <a:pt x="387353" y="183029"/>
                  </a:cubicBezTo>
                  <a:cubicBezTo>
                    <a:pt x="387353" y="192195"/>
                    <a:pt x="393089" y="198791"/>
                    <a:pt x="400965" y="198791"/>
                  </a:cubicBezTo>
                  <a:close/>
                  <a:moveTo>
                    <a:pt x="449953" y="204874"/>
                  </a:moveTo>
                  <a:cubicBezTo>
                    <a:pt x="440279" y="204874"/>
                    <a:pt x="435913" y="199905"/>
                    <a:pt x="435913" y="188854"/>
                  </a:cubicBezTo>
                  <a:lnTo>
                    <a:pt x="435913" y="168123"/>
                  </a:lnTo>
                  <a:lnTo>
                    <a:pt x="428636" y="168123"/>
                  </a:lnTo>
                  <a:lnTo>
                    <a:pt x="428636" y="162041"/>
                  </a:lnTo>
                  <a:lnTo>
                    <a:pt x="435913" y="162041"/>
                  </a:lnTo>
                  <a:lnTo>
                    <a:pt x="435913" y="148506"/>
                  </a:lnTo>
                  <a:lnTo>
                    <a:pt x="442419" y="148506"/>
                  </a:lnTo>
                  <a:lnTo>
                    <a:pt x="442419" y="162041"/>
                  </a:lnTo>
                  <a:lnTo>
                    <a:pt x="455603" y="162041"/>
                  </a:lnTo>
                  <a:lnTo>
                    <a:pt x="455603" y="168123"/>
                  </a:lnTo>
                  <a:lnTo>
                    <a:pt x="442419" y="168123"/>
                  </a:lnTo>
                  <a:lnTo>
                    <a:pt x="442419" y="188854"/>
                  </a:lnTo>
                  <a:cubicBezTo>
                    <a:pt x="442419" y="195622"/>
                    <a:pt x="444987" y="198791"/>
                    <a:pt x="450467" y="198791"/>
                  </a:cubicBezTo>
                  <a:cubicBezTo>
                    <a:pt x="452179" y="198791"/>
                    <a:pt x="454062" y="198449"/>
                    <a:pt x="455860" y="197849"/>
                  </a:cubicBezTo>
                  <a:lnTo>
                    <a:pt x="456716" y="203846"/>
                  </a:lnTo>
                  <a:cubicBezTo>
                    <a:pt x="454576" y="204531"/>
                    <a:pt x="452093" y="204874"/>
                    <a:pt x="449953" y="204874"/>
                  </a:cubicBezTo>
                  <a:close/>
                  <a:moveTo>
                    <a:pt x="505932" y="204874"/>
                  </a:moveTo>
                  <a:cubicBezTo>
                    <a:pt x="492663" y="204874"/>
                    <a:pt x="483674" y="198020"/>
                    <a:pt x="483674" y="187912"/>
                  </a:cubicBezTo>
                  <a:cubicBezTo>
                    <a:pt x="483674" y="180288"/>
                    <a:pt x="488468" y="174805"/>
                    <a:pt x="496943" y="172663"/>
                  </a:cubicBezTo>
                  <a:cubicBezTo>
                    <a:pt x="490265" y="169922"/>
                    <a:pt x="486327" y="164611"/>
                    <a:pt x="486327" y="158015"/>
                  </a:cubicBezTo>
                  <a:cubicBezTo>
                    <a:pt x="486327" y="148592"/>
                    <a:pt x="494546" y="141910"/>
                    <a:pt x="505932" y="141910"/>
                  </a:cubicBezTo>
                  <a:cubicBezTo>
                    <a:pt x="517318" y="141910"/>
                    <a:pt x="525537" y="148592"/>
                    <a:pt x="525537" y="158015"/>
                  </a:cubicBezTo>
                  <a:cubicBezTo>
                    <a:pt x="525537" y="164611"/>
                    <a:pt x="521598" y="169922"/>
                    <a:pt x="514921" y="172663"/>
                  </a:cubicBezTo>
                  <a:cubicBezTo>
                    <a:pt x="523396" y="174805"/>
                    <a:pt x="528190" y="180288"/>
                    <a:pt x="528190" y="187912"/>
                  </a:cubicBezTo>
                  <a:cubicBezTo>
                    <a:pt x="528190" y="198020"/>
                    <a:pt x="519201" y="204874"/>
                    <a:pt x="505932" y="204874"/>
                  </a:cubicBezTo>
                  <a:close/>
                  <a:moveTo>
                    <a:pt x="505932" y="198363"/>
                  </a:moveTo>
                  <a:cubicBezTo>
                    <a:pt x="515434" y="198363"/>
                    <a:pt x="521170" y="194251"/>
                    <a:pt x="521170" y="187398"/>
                  </a:cubicBezTo>
                  <a:cubicBezTo>
                    <a:pt x="521170" y="180545"/>
                    <a:pt x="515349" y="176347"/>
                    <a:pt x="505932" y="176347"/>
                  </a:cubicBezTo>
                  <a:cubicBezTo>
                    <a:pt x="496515" y="176347"/>
                    <a:pt x="490694" y="180545"/>
                    <a:pt x="490694" y="187398"/>
                  </a:cubicBezTo>
                  <a:cubicBezTo>
                    <a:pt x="490694" y="194251"/>
                    <a:pt x="496429" y="198363"/>
                    <a:pt x="505932" y="198363"/>
                  </a:cubicBezTo>
                  <a:close/>
                  <a:moveTo>
                    <a:pt x="505932" y="169836"/>
                  </a:moveTo>
                  <a:cubicBezTo>
                    <a:pt x="513123" y="169836"/>
                    <a:pt x="518688" y="164954"/>
                    <a:pt x="518688" y="158700"/>
                  </a:cubicBezTo>
                  <a:cubicBezTo>
                    <a:pt x="518688" y="152532"/>
                    <a:pt x="513551" y="148420"/>
                    <a:pt x="505932" y="148420"/>
                  </a:cubicBezTo>
                  <a:cubicBezTo>
                    <a:pt x="498313" y="148420"/>
                    <a:pt x="493176" y="152532"/>
                    <a:pt x="493176" y="158700"/>
                  </a:cubicBezTo>
                  <a:cubicBezTo>
                    <a:pt x="493176" y="164954"/>
                    <a:pt x="498741" y="169836"/>
                    <a:pt x="505932" y="169836"/>
                  </a:cubicBezTo>
                  <a:close/>
                  <a:moveTo>
                    <a:pt x="560437" y="204874"/>
                  </a:moveTo>
                  <a:cubicBezTo>
                    <a:pt x="545883" y="204874"/>
                    <a:pt x="535867" y="192109"/>
                    <a:pt x="535867" y="173434"/>
                  </a:cubicBezTo>
                  <a:cubicBezTo>
                    <a:pt x="535867" y="154759"/>
                    <a:pt x="545883" y="141910"/>
                    <a:pt x="560437" y="141910"/>
                  </a:cubicBezTo>
                  <a:cubicBezTo>
                    <a:pt x="575076" y="141910"/>
                    <a:pt x="584921" y="154588"/>
                    <a:pt x="584921" y="173434"/>
                  </a:cubicBezTo>
                  <a:cubicBezTo>
                    <a:pt x="584921" y="192195"/>
                    <a:pt x="574990" y="204874"/>
                    <a:pt x="560437" y="204874"/>
                  </a:cubicBezTo>
                  <a:close/>
                  <a:moveTo>
                    <a:pt x="560437" y="198192"/>
                  </a:moveTo>
                  <a:cubicBezTo>
                    <a:pt x="570881" y="198192"/>
                    <a:pt x="577901" y="188255"/>
                    <a:pt x="577901" y="173434"/>
                  </a:cubicBezTo>
                  <a:cubicBezTo>
                    <a:pt x="577901" y="158443"/>
                    <a:pt x="570967" y="148592"/>
                    <a:pt x="560437" y="148592"/>
                  </a:cubicBezTo>
                  <a:cubicBezTo>
                    <a:pt x="549906" y="148592"/>
                    <a:pt x="542887" y="158443"/>
                    <a:pt x="542887" y="173434"/>
                  </a:cubicBezTo>
                  <a:cubicBezTo>
                    <a:pt x="542887" y="188255"/>
                    <a:pt x="549906" y="198192"/>
                    <a:pt x="560437" y="198192"/>
                  </a:cubicBezTo>
                  <a:close/>
                  <a:moveTo>
                    <a:pt x="607484" y="171978"/>
                  </a:moveTo>
                  <a:cubicBezTo>
                    <a:pt x="599436" y="171978"/>
                    <a:pt x="593443" y="165639"/>
                    <a:pt x="593443" y="156987"/>
                  </a:cubicBezTo>
                  <a:cubicBezTo>
                    <a:pt x="593443" y="148334"/>
                    <a:pt x="599436" y="141910"/>
                    <a:pt x="607484" y="141910"/>
                  </a:cubicBezTo>
                  <a:cubicBezTo>
                    <a:pt x="615531" y="141910"/>
                    <a:pt x="621609" y="148334"/>
                    <a:pt x="621609" y="156987"/>
                  </a:cubicBezTo>
                  <a:cubicBezTo>
                    <a:pt x="621609" y="165553"/>
                    <a:pt x="615616" y="171978"/>
                    <a:pt x="607484" y="171978"/>
                  </a:cubicBezTo>
                  <a:close/>
                  <a:moveTo>
                    <a:pt x="607484" y="166324"/>
                  </a:moveTo>
                  <a:cubicBezTo>
                    <a:pt x="612278" y="166324"/>
                    <a:pt x="615873" y="162384"/>
                    <a:pt x="615873" y="156987"/>
                  </a:cubicBezTo>
                  <a:cubicBezTo>
                    <a:pt x="615873" y="151590"/>
                    <a:pt x="612363" y="147564"/>
                    <a:pt x="607484" y="147564"/>
                  </a:cubicBezTo>
                  <a:cubicBezTo>
                    <a:pt x="602604" y="147564"/>
                    <a:pt x="599094" y="151590"/>
                    <a:pt x="599094" y="156987"/>
                  </a:cubicBezTo>
                  <a:cubicBezTo>
                    <a:pt x="599094" y="162384"/>
                    <a:pt x="602690" y="166324"/>
                    <a:pt x="607484" y="166324"/>
                  </a:cubicBezTo>
                  <a:close/>
                  <a:moveTo>
                    <a:pt x="644381" y="204874"/>
                  </a:moveTo>
                  <a:cubicBezTo>
                    <a:pt x="636334" y="204874"/>
                    <a:pt x="630341" y="198534"/>
                    <a:pt x="630341" y="189882"/>
                  </a:cubicBezTo>
                  <a:cubicBezTo>
                    <a:pt x="630341" y="181230"/>
                    <a:pt x="636334" y="174805"/>
                    <a:pt x="644381" y="174805"/>
                  </a:cubicBezTo>
                  <a:cubicBezTo>
                    <a:pt x="652428" y="174805"/>
                    <a:pt x="658507" y="181230"/>
                    <a:pt x="658507" y="189882"/>
                  </a:cubicBezTo>
                  <a:cubicBezTo>
                    <a:pt x="658507" y="198449"/>
                    <a:pt x="652514" y="204874"/>
                    <a:pt x="644381" y="204874"/>
                  </a:cubicBezTo>
                  <a:close/>
                  <a:moveTo>
                    <a:pt x="644381" y="199220"/>
                  </a:moveTo>
                  <a:cubicBezTo>
                    <a:pt x="649175" y="199220"/>
                    <a:pt x="652771" y="195279"/>
                    <a:pt x="652771" y="189882"/>
                  </a:cubicBezTo>
                  <a:cubicBezTo>
                    <a:pt x="652771" y="184485"/>
                    <a:pt x="649261" y="180459"/>
                    <a:pt x="644381" y="180459"/>
                  </a:cubicBezTo>
                  <a:cubicBezTo>
                    <a:pt x="639502" y="180459"/>
                    <a:pt x="635992" y="184485"/>
                    <a:pt x="635992" y="189882"/>
                  </a:cubicBezTo>
                  <a:cubicBezTo>
                    <a:pt x="635992" y="195279"/>
                    <a:pt x="639587" y="199220"/>
                    <a:pt x="644381" y="199220"/>
                  </a:cubicBezTo>
                  <a:close/>
                  <a:moveTo>
                    <a:pt x="603118" y="204017"/>
                  </a:moveTo>
                  <a:lnTo>
                    <a:pt x="641813" y="142766"/>
                  </a:lnTo>
                  <a:lnTo>
                    <a:pt x="648747" y="142766"/>
                  </a:lnTo>
                  <a:lnTo>
                    <a:pt x="610137" y="204017"/>
                  </a:lnTo>
                  <a:lnTo>
                    <a:pt x="603118" y="20401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8" name="Google Shape;1228;p82"/>
            <p:cNvSpPr/>
            <p:nvPr/>
          </p:nvSpPr>
          <p:spPr>
            <a:xfrm>
              <a:off x="3594442" y="3993148"/>
              <a:ext cx="301193" cy="184748"/>
            </a:xfrm>
            <a:custGeom>
              <a:rect b="b" l="l" r="r" t="t"/>
              <a:pathLst>
                <a:path extrusionOk="0" h="270693" w="441308">
                  <a:moveTo>
                    <a:pt x="207081" y="266952"/>
                  </a:moveTo>
                  <a:lnTo>
                    <a:pt x="182082" y="199001"/>
                  </a:lnTo>
                  <a:lnTo>
                    <a:pt x="65296" y="199001"/>
                  </a:lnTo>
                  <a:lnTo>
                    <a:pt x="40297" y="266952"/>
                  </a:lnTo>
                  <a:lnTo>
                    <a:pt x="0" y="266952"/>
                  </a:lnTo>
                  <a:lnTo>
                    <a:pt x="101115" y="0"/>
                  </a:lnTo>
                  <a:lnTo>
                    <a:pt x="146263" y="0"/>
                  </a:lnTo>
                  <a:lnTo>
                    <a:pt x="247751" y="266952"/>
                  </a:lnTo>
                  <a:lnTo>
                    <a:pt x="207081" y="266952"/>
                  </a:lnTo>
                  <a:close/>
                  <a:moveTo>
                    <a:pt x="78355" y="164278"/>
                  </a:moveTo>
                  <a:lnTo>
                    <a:pt x="169023" y="164278"/>
                  </a:lnTo>
                  <a:lnTo>
                    <a:pt x="123876" y="41443"/>
                  </a:lnTo>
                  <a:lnTo>
                    <a:pt x="78355" y="164278"/>
                  </a:lnTo>
                  <a:close/>
                  <a:moveTo>
                    <a:pt x="343925" y="270693"/>
                  </a:moveTo>
                  <a:cubicBezTo>
                    <a:pt x="296539" y="270693"/>
                    <a:pt x="262212" y="229993"/>
                    <a:pt x="262212" y="173987"/>
                  </a:cubicBezTo>
                  <a:cubicBezTo>
                    <a:pt x="262212" y="118361"/>
                    <a:pt x="296539" y="77661"/>
                    <a:pt x="343925" y="77661"/>
                  </a:cubicBezTo>
                  <a:cubicBezTo>
                    <a:pt x="368551" y="77661"/>
                    <a:pt x="389818" y="89235"/>
                    <a:pt x="404370" y="108652"/>
                  </a:cubicBezTo>
                  <a:lnTo>
                    <a:pt x="404370" y="81392"/>
                  </a:lnTo>
                  <a:lnTo>
                    <a:pt x="441308" y="81392"/>
                  </a:lnTo>
                  <a:lnTo>
                    <a:pt x="441308" y="266952"/>
                  </a:lnTo>
                  <a:lnTo>
                    <a:pt x="407729" y="266952"/>
                  </a:lnTo>
                  <a:lnTo>
                    <a:pt x="405862" y="237464"/>
                  </a:lnTo>
                  <a:cubicBezTo>
                    <a:pt x="391684" y="258367"/>
                    <a:pt x="369671" y="270693"/>
                    <a:pt x="343925" y="270693"/>
                  </a:cubicBezTo>
                  <a:close/>
                  <a:moveTo>
                    <a:pt x="351760" y="237084"/>
                  </a:moveTo>
                  <a:cubicBezTo>
                    <a:pt x="382356" y="237084"/>
                    <a:pt x="404370" y="210956"/>
                    <a:pt x="404370" y="173987"/>
                  </a:cubicBezTo>
                  <a:cubicBezTo>
                    <a:pt x="404370" y="137398"/>
                    <a:pt x="382356" y="111260"/>
                    <a:pt x="351760" y="111260"/>
                  </a:cubicBezTo>
                  <a:cubicBezTo>
                    <a:pt x="320791" y="111260"/>
                    <a:pt x="298777" y="137398"/>
                    <a:pt x="298777" y="173987"/>
                  </a:cubicBezTo>
                  <a:cubicBezTo>
                    <a:pt x="298777" y="210956"/>
                    <a:pt x="320791" y="237084"/>
                    <a:pt x="351760" y="237084"/>
                  </a:cubicBezTo>
                  <a:close/>
                </a:path>
              </a:pathLst>
            </a:custGeom>
            <a:solidFill>
              <a:srgbClr val="130032">
                <a:alpha val="7490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29" name="Google Shape;1229;p82"/>
            <p:cNvSpPr/>
            <p:nvPr/>
          </p:nvSpPr>
          <p:spPr>
            <a:xfrm>
              <a:off x="3598625" y="3103694"/>
              <a:ext cx="363481" cy="101770"/>
            </a:xfrm>
            <a:custGeom>
              <a:rect b="b" l="l" r="r" t="t"/>
              <a:pathLst>
                <a:path extrusionOk="0" h="149114" w="532573">
                  <a:moveTo>
                    <a:pt x="121651" y="146916"/>
                  </a:moveTo>
                  <a:lnTo>
                    <a:pt x="92287" y="44775"/>
                  </a:lnTo>
                  <a:lnTo>
                    <a:pt x="63123" y="146916"/>
                  </a:lnTo>
                  <a:lnTo>
                    <a:pt x="35157" y="146916"/>
                  </a:lnTo>
                  <a:lnTo>
                    <a:pt x="0" y="3998"/>
                  </a:lnTo>
                  <a:lnTo>
                    <a:pt x="28565" y="3998"/>
                  </a:lnTo>
                  <a:lnTo>
                    <a:pt x="51137" y="102741"/>
                  </a:lnTo>
                  <a:lnTo>
                    <a:pt x="79303" y="3998"/>
                  </a:lnTo>
                  <a:lnTo>
                    <a:pt x="105071" y="3998"/>
                  </a:lnTo>
                  <a:lnTo>
                    <a:pt x="133436" y="102542"/>
                  </a:lnTo>
                  <a:lnTo>
                    <a:pt x="156009" y="3998"/>
                  </a:lnTo>
                  <a:lnTo>
                    <a:pt x="184374" y="3998"/>
                  </a:lnTo>
                  <a:lnTo>
                    <a:pt x="149417" y="146916"/>
                  </a:lnTo>
                  <a:lnTo>
                    <a:pt x="121651" y="146916"/>
                  </a:lnTo>
                  <a:close/>
                  <a:moveTo>
                    <a:pt x="199324" y="146916"/>
                  </a:moveTo>
                  <a:lnTo>
                    <a:pt x="199324" y="0"/>
                  </a:lnTo>
                  <a:lnTo>
                    <a:pt x="226091" y="0"/>
                  </a:lnTo>
                  <a:lnTo>
                    <a:pt x="226091" y="57167"/>
                  </a:lnTo>
                  <a:cubicBezTo>
                    <a:pt x="232683" y="48972"/>
                    <a:pt x="243470" y="43575"/>
                    <a:pt x="255056" y="43575"/>
                  </a:cubicBezTo>
                  <a:cubicBezTo>
                    <a:pt x="276629" y="43575"/>
                    <a:pt x="288814" y="57967"/>
                    <a:pt x="288814" y="83152"/>
                  </a:cubicBezTo>
                  <a:lnTo>
                    <a:pt x="288814" y="146916"/>
                  </a:lnTo>
                  <a:lnTo>
                    <a:pt x="262047" y="146916"/>
                  </a:lnTo>
                  <a:lnTo>
                    <a:pt x="262047" y="88749"/>
                  </a:lnTo>
                  <a:cubicBezTo>
                    <a:pt x="262047" y="75157"/>
                    <a:pt x="256454" y="67561"/>
                    <a:pt x="245667" y="67561"/>
                  </a:cubicBezTo>
                  <a:cubicBezTo>
                    <a:pt x="235280" y="67561"/>
                    <a:pt x="228488" y="75357"/>
                    <a:pt x="226890" y="87950"/>
                  </a:cubicBezTo>
                  <a:cubicBezTo>
                    <a:pt x="226291" y="91348"/>
                    <a:pt x="226091" y="96945"/>
                    <a:pt x="226091" y="107938"/>
                  </a:cubicBezTo>
                  <a:lnTo>
                    <a:pt x="226091" y="146916"/>
                  </a:lnTo>
                  <a:lnTo>
                    <a:pt x="199324" y="146916"/>
                  </a:lnTo>
                  <a:close/>
                  <a:moveTo>
                    <a:pt x="310711" y="146916"/>
                  </a:moveTo>
                  <a:lnTo>
                    <a:pt x="310711" y="45574"/>
                  </a:lnTo>
                  <a:lnTo>
                    <a:pt x="337479" y="45574"/>
                  </a:lnTo>
                  <a:lnTo>
                    <a:pt x="337479" y="146916"/>
                  </a:lnTo>
                  <a:lnTo>
                    <a:pt x="310711" y="146916"/>
                  </a:lnTo>
                  <a:close/>
                  <a:moveTo>
                    <a:pt x="310711" y="29183"/>
                  </a:moveTo>
                  <a:lnTo>
                    <a:pt x="310711" y="1000"/>
                  </a:lnTo>
                  <a:lnTo>
                    <a:pt x="337678" y="1000"/>
                  </a:lnTo>
                  <a:lnTo>
                    <a:pt x="337678" y="29183"/>
                  </a:lnTo>
                  <a:lnTo>
                    <a:pt x="310711" y="29183"/>
                  </a:lnTo>
                  <a:close/>
                  <a:moveTo>
                    <a:pt x="406227" y="149115"/>
                  </a:moveTo>
                  <a:cubicBezTo>
                    <a:pt x="381857" y="149115"/>
                    <a:pt x="369272" y="135123"/>
                    <a:pt x="369272" y="107938"/>
                  </a:cubicBezTo>
                  <a:lnTo>
                    <a:pt x="369272" y="69560"/>
                  </a:lnTo>
                  <a:lnTo>
                    <a:pt x="353691" y="69560"/>
                  </a:lnTo>
                  <a:lnTo>
                    <a:pt x="353691" y="45574"/>
                  </a:lnTo>
                  <a:lnTo>
                    <a:pt x="369272" y="45574"/>
                  </a:lnTo>
                  <a:lnTo>
                    <a:pt x="369272" y="15591"/>
                  </a:lnTo>
                  <a:lnTo>
                    <a:pt x="396039" y="15591"/>
                  </a:lnTo>
                  <a:lnTo>
                    <a:pt x="396039" y="45574"/>
                  </a:lnTo>
                  <a:lnTo>
                    <a:pt x="423006" y="45574"/>
                  </a:lnTo>
                  <a:lnTo>
                    <a:pt x="423006" y="69560"/>
                  </a:lnTo>
                  <a:lnTo>
                    <a:pt x="396039" y="69560"/>
                  </a:lnTo>
                  <a:lnTo>
                    <a:pt x="396039" y="108338"/>
                  </a:lnTo>
                  <a:cubicBezTo>
                    <a:pt x="396039" y="119132"/>
                    <a:pt x="400833" y="124929"/>
                    <a:pt x="409822" y="124929"/>
                  </a:cubicBezTo>
                  <a:cubicBezTo>
                    <a:pt x="413817" y="124929"/>
                    <a:pt x="418212" y="124129"/>
                    <a:pt x="423206" y="122130"/>
                  </a:cubicBezTo>
                  <a:lnTo>
                    <a:pt x="426602" y="145717"/>
                  </a:lnTo>
                  <a:cubicBezTo>
                    <a:pt x="420409" y="147916"/>
                    <a:pt x="413618" y="149115"/>
                    <a:pt x="406227" y="149115"/>
                  </a:cubicBezTo>
                  <a:close/>
                  <a:moveTo>
                    <a:pt x="484832" y="148915"/>
                  </a:moveTo>
                  <a:cubicBezTo>
                    <a:pt x="456267" y="148915"/>
                    <a:pt x="435293" y="126927"/>
                    <a:pt x="435293" y="96145"/>
                  </a:cubicBezTo>
                  <a:cubicBezTo>
                    <a:pt x="435293" y="65363"/>
                    <a:pt x="455468" y="43575"/>
                    <a:pt x="484033" y="43575"/>
                  </a:cubicBezTo>
                  <a:cubicBezTo>
                    <a:pt x="511999" y="43575"/>
                    <a:pt x="532574" y="64763"/>
                    <a:pt x="532574" y="93946"/>
                  </a:cubicBezTo>
                  <a:cubicBezTo>
                    <a:pt x="532574" y="97144"/>
                    <a:pt x="532174" y="100942"/>
                    <a:pt x="531775" y="104340"/>
                  </a:cubicBezTo>
                  <a:lnTo>
                    <a:pt x="462659" y="104340"/>
                  </a:lnTo>
                  <a:cubicBezTo>
                    <a:pt x="464857" y="117933"/>
                    <a:pt x="473047" y="126128"/>
                    <a:pt x="484832" y="126128"/>
                  </a:cubicBezTo>
                  <a:cubicBezTo>
                    <a:pt x="494820" y="126128"/>
                    <a:pt x="502211" y="121930"/>
                    <a:pt x="508403" y="112736"/>
                  </a:cubicBezTo>
                  <a:lnTo>
                    <a:pt x="529378" y="123729"/>
                  </a:lnTo>
                  <a:cubicBezTo>
                    <a:pt x="520389" y="139920"/>
                    <a:pt x="504608" y="148915"/>
                    <a:pt x="484832" y="148915"/>
                  </a:cubicBezTo>
                  <a:close/>
                  <a:moveTo>
                    <a:pt x="504208" y="86751"/>
                  </a:moveTo>
                  <a:cubicBezTo>
                    <a:pt x="502610" y="73958"/>
                    <a:pt x="495020" y="66362"/>
                    <a:pt x="484033" y="66362"/>
                  </a:cubicBezTo>
                  <a:cubicBezTo>
                    <a:pt x="472447" y="66362"/>
                    <a:pt x="464857" y="73758"/>
                    <a:pt x="462659" y="86751"/>
                  </a:cubicBezTo>
                  <a:lnTo>
                    <a:pt x="504208" y="86751"/>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0" name="Google Shape;1230;p82"/>
            <p:cNvSpPr/>
            <p:nvPr/>
          </p:nvSpPr>
          <p:spPr>
            <a:xfrm>
              <a:off x="5988980" y="3993148"/>
              <a:ext cx="301191" cy="184748"/>
            </a:xfrm>
            <a:custGeom>
              <a:rect b="b" l="l" r="r" t="t"/>
              <a:pathLst>
                <a:path extrusionOk="0" h="270693" w="441306">
                  <a:moveTo>
                    <a:pt x="207079" y="266952"/>
                  </a:moveTo>
                  <a:lnTo>
                    <a:pt x="182081" y="199001"/>
                  </a:lnTo>
                  <a:lnTo>
                    <a:pt x="65292" y="199001"/>
                  </a:lnTo>
                  <a:lnTo>
                    <a:pt x="40293" y="266952"/>
                  </a:lnTo>
                  <a:lnTo>
                    <a:pt x="0" y="266952"/>
                  </a:lnTo>
                  <a:lnTo>
                    <a:pt x="101114" y="0"/>
                  </a:lnTo>
                  <a:lnTo>
                    <a:pt x="146259" y="0"/>
                  </a:lnTo>
                  <a:lnTo>
                    <a:pt x="247753" y="266952"/>
                  </a:lnTo>
                  <a:lnTo>
                    <a:pt x="207079" y="266952"/>
                  </a:lnTo>
                  <a:close/>
                  <a:moveTo>
                    <a:pt x="78352" y="164278"/>
                  </a:moveTo>
                  <a:lnTo>
                    <a:pt x="169021" y="164278"/>
                  </a:lnTo>
                  <a:lnTo>
                    <a:pt x="123877" y="41443"/>
                  </a:lnTo>
                  <a:lnTo>
                    <a:pt x="78352" y="164278"/>
                  </a:lnTo>
                  <a:close/>
                  <a:moveTo>
                    <a:pt x="343921" y="270693"/>
                  </a:moveTo>
                  <a:cubicBezTo>
                    <a:pt x="296541" y="270693"/>
                    <a:pt x="262212" y="229993"/>
                    <a:pt x="262212" y="173987"/>
                  </a:cubicBezTo>
                  <a:cubicBezTo>
                    <a:pt x="262212" y="118361"/>
                    <a:pt x="296541" y="77661"/>
                    <a:pt x="343921" y="77661"/>
                  </a:cubicBezTo>
                  <a:cubicBezTo>
                    <a:pt x="368548" y="77661"/>
                    <a:pt x="389817" y="89235"/>
                    <a:pt x="404371" y="108652"/>
                  </a:cubicBezTo>
                  <a:lnTo>
                    <a:pt x="404371" y="81392"/>
                  </a:lnTo>
                  <a:lnTo>
                    <a:pt x="441307" y="81392"/>
                  </a:lnTo>
                  <a:lnTo>
                    <a:pt x="441307" y="266952"/>
                  </a:lnTo>
                  <a:lnTo>
                    <a:pt x="407729" y="266952"/>
                  </a:lnTo>
                  <a:lnTo>
                    <a:pt x="405864" y="237464"/>
                  </a:lnTo>
                  <a:cubicBezTo>
                    <a:pt x="391682" y="258367"/>
                    <a:pt x="369671" y="270693"/>
                    <a:pt x="343921" y="270693"/>
                  </a:cubicBezTo>
                  <a:close/>
                  <a:moveTo>
                    <a:pt x="351759" y="237084"/>
                  </a:moveTo>
                  <a:cubicBezTo>
                    <a:pt x="382360" y="237084"/>
                    <a:pt x="404371" y="210956"/>
                    <a:pt x="404371" y="173987"/>
                  </a:cubicBezTo>
                  <a:cubicBezTo>
                    <a:pt x="404371" y="137398"/>
                    <a:pt x="382360" y="111260"/>
                    <a:pt x="351759" y="111260"/>
                  </a:cubicBezTo>
                  <a:cubicBezTo>
                    <a:pt x="320788" y="111260"/>
                    <a:pt x="298777" y="137398"/>
                    <a:pt x="298777" y="173987"/>
                  </a:cubicBezTo>
                  <a:cubicBezTo>
                    <a:pt x="298777" y="210956"/>
                    <a:pt x="320788" y="237084"/>
                    <a:pt x="351759" y="237084"/>
                  </a:cubicBezTo>
                  <a:close/>
                </a:path>
              </a:pathLst>
            </a:custGeom>
            <a:solidFill>
              <a:srgbClr val="D0CCD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1" name="Google Shape;1231;p82"/>
            <p:cNvSpPr/>
            <p:nvPr/>
          </p:nvSpPr>
          <p:spPr>
            <a:xfrm>
              <a:off x="3601762" y="1374251"/>
              <a:ext cx="415698" cy="101770"/>
            </a:xfrm>
            <a:custGeom>
              <a:rect b="b" l="l" r="r" t="t"/>
              <a:pathLst>
                <a:path extrusionOk="0" h="149114" w="609082">
                  <a:moveTo>
                    <a:pt x="67317" y="148915"/>
                  </a:moveTo>
                  <a:cubicBezTo>
                    <a:pt x="28565" y="148915"/>
                    <a:pt x="0" y="117933"/>
                    <a:pt x="0" y="75557"/>
                  </a:cubicBezTo>
                  <a:cubicBezTo>
                    <a:pt x="0" y="32981"/>
                    <a:pt x="28565" y="1999"/>
                    <a:pt x="67317" y="1999"/>
                  </a:cubicBezTo>
                  <a:cubicBezTo>
                    <a:pt x="93685" y="1999"/>
                    <a:pt x="115858" y="16591"/>
                    <a:pt x="126844" y="40977"/>
                  </a:cubicBezTo>
                  <a:lnTo>
                    <a:pt x="103074" y="53969"/>
                  </a:lnTo>
                  <a:cubicBezTo>
                    <a:pt x="95882" y="36979"/>
                    <a:pt x="83298" y="27784"/>
                    <a:pt x="67317" y="27784"/>
                  </a:cubicBezTo>
                  <a:cubicBezTo>
                    <a:pt x="44545" y="27784"/>
                    <a:pt x="27966" y="47573"/>
                    <a:pt x="27966" y="75557"/>
                  </a:cubicBezTo>
                  <a:cubicBezTo>
                    <a:pt x="27966" y="103341"/>
                    <a:pt x="44545" y="123130"/>
                    <a:pt x="67317" y="123130"/>
                  </a:cubicBezTo>
                  <a:cubicBezTo>
                    <a:pt x="83298" y="123130"/>
                    <a:pt x="95882" y="113935"/>
                    <a:pt x="103074" y="97144"/>
                  </a:cubicBezTo>
                  <a:lnTo>
                    <a:pt x="126844" y="109937"/>
                  </a:lnTo>
                  <a:cubicBezTo>
                    <a:pt x="115858" y="134523"/>
                    <a:pt x="93885" y="148915"/>
                    <a:pt x="67317" y="148915"/>
                  </a:cubicBezTo>
                  <a:close/>
                  <a:moveTo>
                    <a:pt x="188798" y="148915"/>
                  </a:moveTo>
                  <a:cubicBezTo>
                    <a:pt x="160033" y="148915"/>
                    <a:pt x="139259" y="126927"/>
                    <a:pt x="139259" y="96145"/>
                  </a:cubicBezTo>
                  <a:cubicBezTo>
                    <a:pt x="139259" y="65762"/>
                    <a:pt x="160033" y="43575"/>
                    <a:pt x="188798" y="43575"/>
                  </a:cubicBezTo>
                  <a:cubicBezTo>
                    <a:pt x="217563" y="43575"/>
                    <a:pt x="238337" y="65762"/>
                    <a:pt x="238337" y="96145"/>
                  </a:cubicBezTo>
                  <a:cubicBezTo>
                    <a:pt x="238337" y="126927"/>
                    <a:pt x="217563" y="148915"/>
                    <a:pt x="188798" y="148915"/>
                  </a:cubicBezTo>
                  <a:close/>
                  <a:moveTo>
                    <a:pt x="188798" y="124929"/>
                  </a:moveTo>
                  <a:cubicBezTo>
                    <a:pt x="202182" y="124929"/>
                    <a:pt x="211570" y="113135"/>
                    <a:pt x="211570" y="96145"/>
                  </a:cubicBezTo>
                  <a:cubicBezTo>
                    <a:pt x="211570" y="79155"/>
                    <a:pt x="202381" y="67561"/>
                    <a:pt x="188798" y="67561"/>
                  </a:cubicBezTo>
                  <a:cubicBezTo>
                    <a:pt x="175215" y="67561"/>
                    <a:pt x="166026" y="79155"/>
                    <a:pt x="166026" y="96145"/>
                  </a:cubicBezTo>
                  <a:cubicBezTo>
                    <a:pt x="166026" y="113135"/>
                    <a:pt x="175414" y="124929"/>
                    <a:pt x="188798" y="124929"/>
                  </a:cubicBezTo>
                  <a:close/>
                  <a:moveTo>
                    <a:pt x="311905" y="148915"/>
                  </a:moveTo>
                  <a:cubicBezTo>
                    <a:pt x="299720" y="148915"/>
                    <a:pt x="289133" y="143318"/>
                    <a:pt x="281542" y="133724"/>
                  </a:cubicBezTo>
                  <a:lnTo>
                    <a:pt x="280544" y="146916"/>
                  </a:lnTo>
                  <a:lnTo>
                    <a:pt x="256373" y="146916"/>
                  </a:lnTo>
                  <a:lnTo>
                    <a:pt x="256373" y="0"/>
                  </a:lnTo>
                  <a:lnTo>
                    <a:pt x="283140" y="0"/>
                  </a:lnTo>
                  <a:lnTo>
                    <a:pt x="283140" y="56967"/>
                  </a:lnTo>
                  <a:cubicBezTo>
                    <a:pt x="290531" y="48572"/>
                    <a:pt x="300319" y="43575"/>
                    <a:pt x="311905" y="43575"/>
                  </a:cubicBezTo>
                  <a:cubicBezTo>
                    <a:pt x="337074" y="43575"/>
                    <a:pt x="355452" y="65762"/>
                    <a:pt x="355452" y="96145"/>
                  </a:cubicBezTo>
                  <a:cubicBezTo>
                    <a:pt x="355452" y="126728"/>
                    <a:pt x="337074" y="148915"/>
                    <a:pt x="311905" y="148915"/>
                  </a:cubicBezTo>
                  <a:close/>
                  <a:moveTo>
                    <a:pt x="305913" y="124929"/>
                  </a:moveTo>
                  <a:cubicBezTo>
                    <a:pt x="319496" y="124929"/>
                    <a:pt x="328685" y="113335"/>
                    <a:pt x="328685" y="96145"/>
                  </a:cubicBezTo>
                  <a:cubicBezTo>
                    <a:pt x="328685" y="79155"/>
                    <a:pt x="319496" y="67561"/>
                    <a:pt x="305913" y="67561"/>
                  </a:cubicBezTo>
                  <a:cubicBezTo>
                    <a:pt x="292529" y="67561"/>
                    <a:pt x="283140" y="79355"/>
                    <a:pt x="283140" y="96145"/>
                  </a:cubicBezTo>
                  <a:cubicBezTo>
                    <a:pt x="283140" y="113335"/>
                    <a:pt x="292329" y="124929"/>
                    <a:pt x="305913" y="124929"/>
                  </a:cubicBezTo>
                  <a:close/>
                  <a:moveTo>
                    <a:pt x="414947" y="148915"/>
                  </a:moveTo>
                  <a:cubicBezTo>
                    <a:pt x="389579" y="148915"/>
                    <a:pt x="371201" y="126728"/>
                    <a:pt x="371201" y="95945"/>
                  </a:cubicBezTo>
                  <a:cubicBezTo>
                    <a:pt x="371201" y="65563"/>
                    <a:pt x="389579" y="43575"/>
                    <a:pt x="414947" y="43575"/>
                  </a:cubicBezTo>
                  <a:cubicBezTo>
                    <a:pt x="426333" y="43575"/>
                    <a:pt x="436121" y="48572"/>
                    <a:pt x="443512" y="56967"/>
                  </a:cubicBezTo>
                  <a:lnTo>
                    <a:pt x="443512" y="45574"/>
                  </a:lnTo>
                  <a:lnTo>
                    <a:pt x="470280" y="45574"/>
                  </a:lnTo>
                  <a:lnTo>
                    <a:pt x="470280" y="146916"/>
                  </a:lnTo>
                  <a:lnTo>
                    <a:pt x="446109" y="146916"/>
                  </a:lnTo>
                  <a:lnTo>
                    <a:pt x="445110" y="133724"/>
                  </a:lnTo>
                  <a:cubicBezTo>
                    <a:pt x="437520" y="143318"/>
                    <a:pt x="427132" y="148915"/>
                    <a:pt x="414947" y="148915"/>
                  </a:cubicBezTo>
                  <a:close/>
                  <a:moveTo>
                    <a:pt x="420740" y="124929"/>
                  </a:moveTo>
                  <a:cubicBezTo>
                    <a:pt x="434124" y="124929"/>
                    <a:pt x="443512" y="112935"/>
                    <a:pt x="443512" y="95945"/>
                  </a:cubicBezTo>
                  <a:cubicBezTo>
                    <a:pt x="443512" y="79355"/>
                    <a:pt x="434124" y="67561"/>
                    <a:pt x="420740" y="67561"/>
                  </a:cubicBezTo>
                  <a:cubicBezTo>
                    <a:pt x="407357" y="67561"/>
                    <a:pt x="397968" y="79355"/>
                    <a:pt x="397968" y="95945"/>
                  </a:cubicBezTo>
                  <a:cubicBezTo>
                    <a:pt x="397968" y="112935"/>
                    <a:pt x="407357" y="124929"/>
                    <a:pt x="420740" y="124929"/>
                  </a:cubicBezTo>
                  <a:close/>
                  <a:moveTo>
                    <a:pt x="493192" y="146916"/>
                  </a:moveTo>
                  <a:lnTo>
                    <a:pt x="493192" y="0"/>
                  </a:lnTo>
                  <a:lnTo>
                    <a:pt x="519960" y="0"/>
                  </a:lnTo>
                  <a:lnTo>
                    <a:pt x="519960" y="146916"/>
                  </a:lnTo>
                  <a:lnTo>
                    <a:pt x="493192" y="146916"/>
                  </a:lnTo>
                  <a:close/>
                  <a:moveTo>
                    <a:pt x="588708" y="149115"/>
                  </a:moveTo>
                  <a:cubicBezTo>
                    <a:pt x="564338" y="149115"/>
                    <a:pt x="551753" y="135123"/>
                    <a:pt x="551753" y="107938"/>
                  </a:cubicBezTo>
                  <a:lnTo>
                    <a:pt x="551753" y="69560"/>
                  </a:lnTo>
                  <a:lnTo>
                    <a:pt x="536172" y="69560"/>
                  </a:lnTo>
                  <a:lnTo>
                    <a:pt x="536172" y="45574"/>
                  </a:lnTo>
                  <a:lnTo>
                    <a:pt x="551753" y="45574"/>
                  </a:lnTo>
                  <a:lnTo>
                    <a:pt x="551753" y="15591"/>
                  </a:lnTo>
                  <a:lnTo>
                    <a:pt x="578520" y="15591"/>
                  </a:lnTo>
                  <a:lnTo>
                    <a:pt x="578520" y="45574"/>
                  </a:lnTo>
                  <a:lnTo>
                    <a:pt x="605487" y="45574"/>
                  </a:lnTo>
                  <a:lnTo>
                    <a:pt x="605487" y="69560"/>
                  </a:lnTo>
                  <a:lnTo>
                    <a:pt x="578520" y="69560"/>
                  </a:lnTo>
                  <a:lnTo>
                    <a:pt x="578520" y="108338"/>
                  </a:lnTo>
                  <a:cubicBezTo>
                    <a:pt x="578520" y="119132"/>
                    <a:pt x="583314" y="124929"/>
                    <a:pt x="592303" y="124929"/>
                  </a:cubicBezTo>
                  <a:cubicBezTo>
                    <a:pt x="596298" y="124929"/>
                    <a:pt x="600693" y="124129"/>
                    <a:pt x="605687" y="122130"/>
                  </a:cubicBezTo>
                  <a:lnTo>
                    <a:pt x="609083" y="145717"/>
                  </a:lnTo>
                  <a:cubicBezTo>
                    <a:pt x="602890" y="147915"/>
                    <a:pt x="596099" y="149115"/>
                    <a:pt x="588708" y="14911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2" name="Google Shape;1232;p82"/>
            <p:cNvSpPr/>
            <p:nvPr/>
          </p:nvSpPr>
          <p:spPr>
            <a:xfrm>
              <a:off x="5402384" y="2238976"/>
              <a:ext cx="710151" cy="125917"/>
            </a:xfrm>
            <a:custGeom>
              <a:rect b="b" l="l" r="r" t="t"/>
              <a:pathLst>
                <a:path extrusionOk="0" h="184494" w="1040514">
                  <a:moveTo>
                    <a:pt x="0" y="146916"/>
                  </a:moveTo>
                  <a:lnTo>
                    <a:pt x="0" y="3998"/>
                  </a:lnTo>
                  <a:lnTo>
                    <a:pt x="52735" y="3998"/>
                  </a:lnTo>
                  <a:cubicBezTo>
                    <a:pt x="92686" y="3998"/>
                    <a:pt x="121251" y="33781"/>
                    <a:pt x="121251" y="75557"/>
                  </a:cubicBezTo>
                  <a:cubicBezTo>
                    <a:pt x="121251" y="117133"/>
                    <a:pt x="92686" y="146916"/>
                    <a:pt x="52735" y="146916"/>
                  </a:cubicBezTo>
                  <a:lnTo>
                    <a:pt x="0" y="146916"/>
                  </a:lnTo>
                  <a:close/>
                  <a:moveTo>
                    <a:pt x="27966" y="121131"/>
                  </a:moveTo>
                  <a:lnTo>
                    <a:pt x="52735" y="121131"/>
                  </a:lnTo>
                  <a:cubicBezTo>
                    <a:pt x="76906" y="121131"/>
                    <a:pt x="93485" y="102741"/>
                    <a:pt x="93485" y="75557"/>
                  </a:cubicBezTo>
                  <a:cubicBezTo>
                    <a:pt x="93485" y="48173"/>
                    <a:pt x="76906" y="29783"/>
                    <a:pt x="52735" y="29783"/>
                  </a:cubicBezTo>
                  <a:lnTo>
                    <a:pt x="27966" y="29783"/>
                  </a:lnTo>
                  <a:lnTo>
                    <a:pt x="27966" y="121131"/>
                  </a:lnTo>
                  <a:close/>
                  <a:moveTo>
                    <a:pt x="187171" y="148915"/>
                  </a:moveTo>
                  <a:cubicBezTo>
                    <a:pt x="158606" y="148915"/>
                    <a:pt x="137631" y="126927"/>
                    <a:pt x="137631" y="96145"/>
                  </a:cubicBezTo>
                  <a:cubicBezTo>
                    <a:pt x="137631" y="65363"/>
                    <a:pt x="157806" y="43575"/>
                    <a:pt x="186371" y="43575"/>
                  </a:cubicBezTo>
                  <a:cubicBezTo>
                    <a:pt x="214337" y="43575"/>
                    <a:pt x="234912" y="64763"/>
                    <a:pt x="234912" y="93946"/>
                  </a:cubicBezTo>
                  <a:cubicBezTo>
                    <a:pt x="234912" y="97144"/>
                    <a:pt x="234512" y="100942"/>
                    <a:pt x="234113" y="104340"/>
                  </a:cubicBezTo>
                  <a:lnTo>
                    <a:pt x="164998" y="104340"/>
                  </a:lnTo>
                  <a:cubicBezTo>
                    <a:pt x="167195" y="117933"/>
                    <a:pt x="175385" y="126128"/>
                    <a:pt x="187171" y="126128"/>
                  </a:cubicBezTo>
                  <a:cubicBezTo>
                    <a:pt x="197158" y="126128"/>
                    <a:pt x="204549" y="121930"/>
                    <a:pt x="210742" y="112736"/>
                  </a:cubicBezTo>
                  <a:lnTo>
                    <a:pt x="231716" y="123729"/>
                  </a:lnTo>
                  <a:cubicBezTo>
                    <a:pt x="222727" y="139920"/>
                    <a:pt x="206946" y="148915"/>
                    <a:pt x="187171" y="148915"/>
                  </a:cubicBezTo>
                  <a:close/>
                  <a:moveTo>
                    <a:pt x="206547" y="86750"/>
                  </a:moveTo>
                  <a:cubicBezTo>
                    <a:pt x="204949" y="73958"/>
                    <a:pt x="197358" y="66362"/>
                    <a:pt x="186371" y="66362"/>
                  </a:cubicBezTo>
                  <a:cubicBezTo>
                    <a:pt x="174786" y="66362"/>
                    <a:pt x="167195" y="73758"/>
                    <a:pt x="164998" y="86750"/>
                  </a:cubicBezTo>
                  <a:lnTo>
                    <a:pt x="206547" y="86750"/>
                  </a:lnTo>
                  <a:close/>
                  <a:moveTo>
                    <a:pt x="300308" y="148915"/>
                  </a:moveTo>
                  <a:cubicBezTo>
                    <a:pt x="271743" y="148915"/>
                    <a:pt x="250769" y="126927"/>
                    <a:pt x="250769" y="96145"/>
                  </a:cubicBezTo>
                  <a:cubicBezTo>
                    <a:pt x="250769" y="65363"/>
                    <a:pt x="270944" y="43575"/>
                    <a:pt x="299509" y="43575"/>
                  </a:cubicBezTo>
                  <a:cubicBezTo>
                    <a:pt x="327475" y="43575"/>
                    <a:pt x="348049" y="64763"/>
                    <a:pt x="348049" y="93946"/>
                  </a:cubicBezTo>
                  <a:cubicBezTo>
                    <a:pt x="348049" y="97144"/>
                    <a:pt x="347650" y="100942"/>
                    <a:pt x="347251" y="104340"/>
                  </a:cubicBezTo>
                  <a:lnTo>
                    <a:pt x="278135" y="104340"/>
                  </a:lnTo>
                  <a:cubicBezTo>
                    <a:pt x="280333" y="117933"/>
                    <a:pt x="288522" y="126128"/>
                    <a:pt x="300308" y="126128"/>
                  </a:cubicBezTo>
                  <a:cubicBezTo>
                    <a:pt x="310296" y="126128"/>
                    <a:pt x="317687" y="121930"/>
                    <a:pt x="323879" y="112736"/>
                  </a:cubicBezTo>
                  <a:lnTo>
                    <a:pt x="344853" y="123729"/>
                  </a:lnTo>
                  <a:cubicBezTo>
                    <a:pt x="335864" y="139920"/>
                    <a:pt x="320084" y="148915"/>
                    <a:pt x="300308" y="148915"/>
                  </a:cubicBezTo>
                  <a:close/>
                  <a:moveTo>
                    <a:pt x="319684" y="86750"/>
                  </a:moveTo>
                  <a:cubicBezTo>
                    <a:pt x="318086" y="73958"/>
                    <a:pt x="310495" y="66362"/>
                    <a:pt x="299509" y="66362"/>
                  </a:cubicBezTo>
                  <a:cubicBezTo>
                    <a:pt x="287923" y="66362"/>
                    <a:pt x="280333" y="73758"/>
                    <a:pt x="278135" y="86750"/>
                  </a:cubicBezTo>
                  <a:lnTo>
                    <a:pt x="319684" y="86750"/>
                  </a:lnTo>
                  <a:close/>
                  <a:moveTo>
                    <a:pt x="421664" y="148915"/>
                  </a:moveTo>
                  <a:cubicBezTo>
                    <a:pt x="410078" y="148915"/>
                    <a:pt x="400290" y="143918"/>
                    <a:pt x="392899" y="135523"/>
                  </a:cubicBezTo>
                  <a:lnTo>
                    <a:pt x="392899" y="184495"/>
                  </a:lnTo>
                  <a:lnTo>
                    <a:pt x="366132" y="184495"/>
                  </a:lnTo>
                  <a:lnTo>
                    <a:pt x="366132" y="45574"/>
                  </a:lnTo>
                  <a:lnTo>
                    <a:pt x="390303" y="45574"/>
                  </a:lnTo>
                  <a:lnTo>
                    <a:pt x="391301" y="58766"/>
                  </a:lnTo>
                  <a:cubicBezTo>
                    <a:pt x="398892" y="49172"/>
                    <a:pt x="409479" y="43575"/>
                    <a:pt x="421664" y="43575"/>
                  </a:cubicBezTo>
                  <a:cubicBezTo>
                    <a:pt x="446833" y="43575"/>
                    <a:pt x="465211" y="65762"/>
                    <a:pt x="465211" y="96145"/>
                  </a:cubicBezTo>
                  <a:cubicBezTo>
                    <a:pt x="465211" y="126728"/>
                    <a:pt x="446833" y="148915"/>
                    <a:pt x="421664" y="148915"/>
                  </a:cubicBezTo>
                  <a:close/>
                  <a:moveTo>
                    <a:pt x="415671" y="124929"/>
                  </a:moveTo>
                  <a:cubicBezTo>
                    <a:pt x="429255" y="124929"/>
                    <a:pt x="438443" y="113335"/>
                    <a:pt x="438443" y="96145"/>
                  </a:cubicBezTo>
                  <a:cubicBezTo>
                    <a:pt x="438443" y="79155"/>
                    <a:pt x="429255" y="67561"/>
                    <a:pt x="415671" y="67561"/>
                  </a:cubicBezTo>
                  <a:cubicBezTo>
                    <a:pt x="402088" y="67561"/>
                    <a:pt x="392899" y="79155"/>
                    <a:pt x="392899" y="96145"/>
                  </a:cubicBezTo>
                  <a:cubicBezTo>
                    <a:pt x="392899" y="113135"/>
                    <a:pt x="402288" y="124929"/>
                    <a:pt x="415671" y="124929"/>
                  </a:cubicBezTo>
                  <a:close/>
                  <a:moveTo>
                    <a:pt x="565783" y="146916"/>
                  </a:moveTo>
                  <a:lnTo>
                    <a:pt x="512248" y="3998"/>
                  </a:lnTo>
                  <a:lnTo>
                    <a:pt x="541612" y="3998"/>
                  </a:lnTo>
                  <a:lnTo>
                    <a:pt x="579965" y="111136"/>
                  </a:lnTo>
                  <a:lnTo>
                    <a:pt x="618118" y="3998"/>
                  </a:lnTo>
                  <a:lnTo>
                    <a:pt x="647283" y="3998"/>
                  </a:lnTo>
                  <a:lnTo>
                    <a:pt x="594148" y="146916"/>
                  </a:lnTo>
                  <a:lnTo>
                    <a:pt x="565783" y="146916"/>
                  </a:lnTo>
                  <a:close/>
                  <a:moveTo>
                    <a:pt x="656405" y="146916"/>
                  </a:moveTo>
                  <a:lnTo>
                    <a:pt x="656405" y="45574"/>
                  </a:lnTo>
                  <a:lnTo>
                    <a:pt x="683172" y="45574"/>
                  </a:lnTo>
                  <a:lnTo>
                    <a:pt x="683172" y="146916"/>
                  </a:lnTo>
                  <a:lnTo>
                    <a:pt x="656405" y="146916"/>
                  </a:lnTo>
                  <a:close/>
                  <a:moveTo>
                    <a:pt x="656405" y="29183"/>
                  </a:moveTo>
                  <a:lnTo>
                    <a:pt x="656405" y="999"/>
                  </a:lnTo>
                  <a:lnTo>
                    <a:pt x="683372" y="999"/>
                  </a:lnTo>
                  <a:lnTo>
                    <a:pt x="683372" y="29183"/>
                  </a:lnTo>
                  <a:lnTo>
                    <a:pt x="656405" y="29183"/>
                  </a:lnTo>
                  <a:close/>
                  <a:moveTo>
                    <a:pt x="750737" y="148915"/>
                  </a:moveTo>
                  <a:cubicBezTo>
                    <a:pt x="721972" y="148915"/>
                    <a:pt x="701197" y="126927"/>
                    <a:pt x="701197" y="96145"/>
                  </a:cubicBezTo>
                  <a:cubicBezTo>
                    <a:pt x="701197" y="65762"/>
                    <a:pt x="721972" y="43575"/>
                    <a:pt x="750737" y="43575"/>
                  </a:cubicBezTo>
                  <a:cubicBezTo>
                    <a:pt x="779501" y="43575"/>
                    <a:pt x="800276" y="65762"/>
                    <a:pt x="800276" y="96145"/>
                  </a:cubicBezTo>
                  <a:cubicBezTo>
                    <a:pt x="800276" y="126927"/>
                    <a:pt x="779501" y="148915"/>
                    <a:pt x="750737" y="148915"/>
                  </a:cubicBezTo>
                  <a:close/>
                  <a:moveTo>
                    <a:pt x="750737" y="124929"/>
                  </a:moveTo>
                  <a:cubicBezTo>
                    <a:pt x="764120" y="124929"/>
                    <a:pt x="773509" y="113135"/>
                    <a:pt x="773509" y="96145"/>
                  </a:cubicBezTo>
                  <a:cubicBezTo>
                    <a:pt x="773509" y="79155"/>
                    <a:pt x="764320" y="67561"/>
                    <a:pt x="750737" y="67561"/>
                  </a:cubicBezTo>
                  <a:cubicBezTo>
                    <a:pt x="737153" y="67561"/>
                    <a:pt x="727965" y="79155"/>
                    <a:pt x="727965" y="96145"/>
                  </a:cubicBezTo>
                  <a:cubicBezTo>
                    <a:pt x="727965" y="113135"/>
                    <a:pt x="737353" y="124929"/>
                    <a:pt x="750737" y="124929"/>
                  </a:cubicBezTo>
                  <a:close/>
                  <a:moveTo>
                    <a:pt x="818311" y="146916"/>
                  </a:moveTo>
                  <a:lnTo>
                    <a:pt x="818311" y="0"/>
                  </a:lnTo>
                  <a:lnTo>
                    <a:pt x="845078" y="0"/>
                  </a:lnTo>
                  <a:lnTo>
                    <a:pt x="845078" y="146916"/>
                  </a:lnTo>
                  <a:lnTo>
                    <a:pt x="818311" y="146916"/>
                  </a:lnTo>
                  <a:close/>
                  <a:moveTo>
                    <a:pt x="912643" y="148915"/>
                  </a:moveTo>
                  <a:cubicBezTo>
                    <a:pt x="884078" y="148915"/>
                    <a:pt x="863104" y="126927"/>
                    <a:pt x="863104" y="96145"/>
                  </a:cubicBezTo>
                  <a:cubicBezTo>
                    <a:pt x="863104" y="65363"/>
                    <a:pt x="883279" y="43575"/>
                    <a:pt x="911844" y="43575"/>
                  </a:cubicBezTo>
                  <a:cubicBezTo>
                    <a:pt x="939809" y="43575"/>
                    <a:pt x="960384" y="64763"/>
                    <a:pt x="960384" y="93946"/>
                  </a:cubicBezTo>
                  <a:cubicBezTo>
                    <a:pt x="960384" y="97144"/>
                    <a:pt x="959985" y="100942"/>
                    <a:pt x="959585" y="104340"/>
                  </a:cubicBezTo>
                  <a:lnTo>
                    <a:pt x="890470" y="104340"/>
                  </a:lnTo>
                  <a:cubicBezTo>
                    <a:pt x="892667" y="117933"/>
                    <a:pt x="900857" y="126128"/>
                    <a:pt x="912643" y="126128"/>
                  </a:cubicBezTo>
                  <a:cubicBezTo>
                    <a:pt x="922631" y="126128"/>
                    <a:pt x="930022" y="121930"/>
                    <a:pt x="936214" y="112736"/>
                  </a:cubicBezTo>
                  <a:lnTo>
                    <a:pt x="957188" y="123729"/>
                  </a:lnTo>
                  <a:cubicBezTo>
                    <a:pt x="948199" y="139920"/>
                    <a:pt x="932418" y="148915"/>
                    <a:pt x="912643" y="148915"/>
                  </a:cubicBezTo>
                  <a:close/>
                  <a:moveTo>
                    <a:pt x="932019" y="86750"/>
                  </a:moveTo>
                  <a:cubicBezTo>
                    <a:pt x="930421" y="73958"/>
                    <a:pt x="922830" y="66362"/>
                    <a:pt x="911844" y="66362"/>
                  </a:cubicBezTo>
                  <a:cubicBezTo>
                    <a:pt x="900258" y="66362"/>
                    <a:pt x="892667" y="73758"/>
                    <a:pt x="890470" y="86750"/>
                  </a:cubicBezTo>
                  <a:lnTo>
                    <a:pt x="932019" y="86750"/>
                  </a:lnTo>
                  <a:close/>
                  <a:moveTo>
                    <a:pt x="1020140" y="149115"/>
                  </a:moveTo>
                  <a:cubicBezTo>
                    <a:pt x="995769" y="149115"/>
                    <a:pt x="983185" y="135123"/>
                    <a:pt x="983185" y="107938"/>
                  </a:cubicBezTo>
                  <a:lnTo>
                    <a:pt x="983185" y="69560"/>
                  </a:lnTo>
                  <a:lnTo>
                    <a:pt x="967604" y="69560"/>
                  </a:lnTo>
                  <a:lnTo>
                    <a:pt x="967604" y="45574"/>
                  </a:lnTo>
                  <a:lnTo>
                    <a:pt x="983185" y="45574"/>
                  </a:lnTo>
                  <a:lnTo>
                    <a:pt x="983185" y="15591"/>
                  </a:lnTo>
                  <a:lnTo>
                    <a:pt x="1009952" y="15591"/>
                  </a:lnTo>
                  <a:lnTo>
                    <a:pt x="1009952" y="45574"/>
                  </a:lnTo>
                  <a:lnTo>
                    <a:pt x="1036919" y="45574"/>
                  </a:lnTo>
                  <a:lnTo>
                    <a:pt x="1036919" y="69560"/>
                  </a:lnTo>
                  <a:lnTo>
                    <a:pt x="1009952" y="69560"/>
                  </a:lnTo>
                  <a:lnTo>
                    <a:pt x="1009952" y="108338"/>
                  </a:lnTo>
                  <a:cubicBezTo>
                    <a:pt x="1009952" y="119132"/>
                    <a:pt x="1014746" y="124929"/>
                    <a:pt x="1023735" y="124929"/>
                  </a:cubicBezTo>
                  <a:cubicBezTo>
                    <a:pt x="1027730" y="124929"/>
                    <a:pt x="1032125" y="124129"/>
                    <a:pt x="1037119" y="122130"/>
                  </a:cubicBezTo>
                  <a:lnTo>
                    <a:pt x="1040515" y="145717"/>
                  </a:lnTo>
                  <a:cubicBezTo>
                    <a:pt x="1034322" y="147915"/>
                    <a:pt x="1027531" y="149115"/>
                    <a:pt x="1020140" y="14911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3" name="Google Shape;1233;p82"/>
            <p:cNvSpPr/>
            <p:nvPr/>
          </p:nvSpPr>
          <p:spPr>
            <a:xfrm>
              <a:off x="5402384" y="1374251"/>
              <a:ext cx="416470" cy="101634"/>
            </a:xfrm>
            <a:custGeom>
              <a:rect b="b" l="l" r="r" t="t"/>
              <a:pathLst>
                <a:path extrusionOk="0" h="148914" w="610213">
                  <a:moveTo>
                    <a:pt x="0" y="146916"/>
                  </a:moveTo>
                  <a:lnTo>
                    <a:pt x="0" y="3998"/>
                  </a:lnTo>
                  <a:lnTo>
                    <a:pt x="27966" y="3998"/>
                  </a:lnTo>
                  <a:lnTo>
                    <a:pt x="27966" y="146916"/>
                  </a:lnTo>
                  <a:lnTo>
                    <a:pt x="0" y="146916"/>
                  </a:lnTo>
                  <a:close/>
                  <a:moveTo>
                    <a:pt x="52060" y="146916"/>
                  </a:moveTo>
                  <a:lnTo>
                    <a:pt x="52060" y="45574"/>
                  </a:lnTo>
                  <a:lnTo>
                    <a:pt x="75831" y="45574"/>
                  </a:lnTo>
                  <a:lnTo>
                    <a:pt x="76430" y="60565"/>
                  </a:lnTo>
                  <a:cubicBezTo>
                    <a:pt x="82423" y="50371"/>
                    <a:pt x="94808" y="43575"/>
                    <a:pt x="107792" y="43575"/>
                  </a:cubicBezTo>
                  <a:cubicBezTo>
                    <a:pt x="129365" y="43575"/>
                    <a:pt x="141550" y="57967"/>
                    <a:pt x="141550" y="83152"/>
                  </a:cubicBezTo>
                  <a:lnTo>
                    <a:pt x="141550" y="146916"/>
                  </a:lnTo>
                  <a:lnTo>
                    <a:pt x="114783" y="146916"/>
                  </a:lnTo>
                  <a:lnTo>
                    <a:pt x="114783" y="88749"/>
                  </a:lnTo>
                  <a:cubicBezTo>
                    <a:pt x="114783" y="75157"/>
                    <a:pt x="109190" y="67561"/>
                    <a:pt x="98403" y="67561"/>
                  </a:cubicBezTo>
                  <a:cubicBezTo>
                    <a:pt x="88016" y="67561"/>
                    <a:pt x="81224" y="75357"/>
                    <a:pt x="79626" y="87950"/>
                  </a:cubicBezTo>
                  <a:cubicBezTo>
                    <a:pt x="79027" y="91348"/>
                    <a:pt x="78827" y="96945"/>
                    <a:pt x="78827" y="107938"/>
                  </a:cubicBezTo>
                  <a:lnTo>
                    <a:pt x="78827" y="146916"/>
                  </a:lnTo>
                  <a:lnTo>
                    <a:pt x="52060" y="146916"/>
                  </a:lnTo>
                  <a:close/>
                  <a:moveTo>
                    <a:pt x="163257" y="146916"/>
                  </a:moveTo>
                  <a:lnTo>
                    <a:pt x="163257" y="0"/>
                  </a:lnTo>
                  <a:lnTo>
                    <a:pt x="190024" y="0"/>
                  </a:lnTo>
                  <a:lnTo>
                    <a:pt x="190024" y="86950"/>
                  </a:lnTo>
                  <a:lnTo>
                    <a:pt x="225980" y="45574"/>
                  </a:lnTo>
                  <a:lnTo>
                    <a:pt x="258740" y="45574"/>
                  </a:lnTo>
                  <a:lnTo>
                    <a:pt x="220986" y="86750"/>
                  </a:lnTo>
                  <a:lnTo>
                    <a:pt x="262336" y="146916"/>
                  </a:lnTo>
                  <a:lnTo>
                    <a:pt x="231174" y="146916"/>
                  </a:lnTo>
                  <a:lnTo>
                    <a:pt x="204007" y="105140"/>
                  </a:lnTo>
                  <a:lnTo>
                    <a:pt x="190024" y="120131"/>
                  </a:lnTo>
                  <a:lnTo>
                    <a:pt x="190024" y="146916"/>
                  </a:lnTo>
                  <a:lnTo>
                    <a:pt x="163257" y="146916"/>
                  </a:lnTo>
                  <a:close/>
                  <a:moveTo>
                    <a:pt x="356211" y="146916"/>
                  </a:moveTo>
                  <a:lnTo>
                    <a:pt x="336835" y="81953"/>
                  </a:lnTo>
                  <a:lnTo>
                    <a:pt x="317259" y="146916"/>
                  </a:lnTo>
                  <a:lnTo>
                    <a:pt x="289692" y="146916"/>
                  </a:lnTo>
                  <a:lnTo>
                    <a:pt x="264124" y="45574"/>
                  </a:lnTo>
                  <a:lnTo>
                    <a:pt x="290491" y="45574"/>
                  </a:lnTo>
                  <a:lnTo>
                    <a:pt x="306072" y="114135"/>
                  </a:lnTo>
                  <a:lnTo>
                    <a:pt x="325848" y="45574"/>
                  </a:lnTo>
                  <a:lnTo>
                    <a:pt x="347622" y="45574"/>
                  </a:lnTo>
                  <a:lnTo>
                    <a:pt x="367197" y="113935"/>
                  </a:lnTo>
                  <a:lnTo>
                    <a:pt x="382778" y="45574"/>
                  </a:lnTo>
                  <a:lnTo>
                    <a:pt x="409545" y="45574"/>
                  </a:lnTo>
                  <a:lnTo>
                    <a:pt x="383977" y="146916"/>
                  </a:lnTo>
                  <a:lnTo>
                    <a:pt x="356211" y="146916"/>
                  </a:lnTo>
                  <a:close/>
                  <a:moveTo>
                    <a:pt x="467493" y="148915"/>
                  </a:moveTo>
                  <a:cubicBezTo>
                    <a:pt x="438929" y="148915"/>
                    <a:pt x="417954" y="126927"/>
                    <a:pt x="417954" y="96145"/>
                  </a:cubicBezTo>
                  <a:cubicBezTo>
                    <a:pt x="417954" y="65363"/>
                    <a:pt x="438129" y="43575"/>
                    <a:pt x="466694" y="43575"/>
                  </a:cubicBezTo>
                  <a:cubicBezTo>
                    <a:pt x="494660" y="43575"/>
                    <a:pt x="515235" y="64763"/>
                    <a:pt x="515235" y="93946"/>
                  </a:cubicBezTo>
                  <a:cubicBezTo>
                    <a:pt x="515235" y="97144"/>
                    <a:pt x="514835" y="100942"/>
                    <a:pt x="514436" y="104340"/>
                  </a:cubicBezTo>
                  <a:lnTo>
                    <a:pt x="445321" y="104340"/>
                  </a:lnTo>
                  <a:cubicBezTo>
                    <a:pt x="447518" y="117933"/>
                    <a:pt x="455708" y="126128"/>
                    <a:pt x="467493" y="126128"/>
                  </a:cubicBezTo>
                  <a:cubicBezTo>
                    <a:pt x="477481" y="126128"/>
                    <a:pt x="484872" y="121930"/>
                    <a:pt x="491065" y="112736"/>
                  </a:cubicBezTo>
                  <a:lnTo>
                    <a:pt x="512039" y="123729"/>
                  </a:lnTo>
                  <a:cubicBezTo>
                    <a:pt x="503050" y="139920"/>
                    <a:pt x="487269" y="148915"/>
                    <a:pt x="467493" y="148915"/>
                  </a:cubicBezTo>
                  <a:close/>
                  <a:moveTo>
                    <a:pt x="486870" y="86750"/>
                  </a:moveTo>
                  <a:cubicBezTo>
                    <a:pt x="485272" y="73958"/>
                    <a:pt x="477681" y="66362"/>
                    <a:pt x="466694" y="66362"/>
                  </a:cubicBezTo>
                  <a:cubicBezTo>
                    <a:pt x="455109" y="66362"/>
                    <a:pt x="447518" y="73758"/>
                    <a:pt x="445321" y="86750"/>
                  </a:cubicBezTo>
                  <a:lnTo>
                    <a:pt x="486870" y="86750"/>
                  </a:lnTo>
                  <a:close/>
                  <a:moveTo>
                    <a:pt x="533308" y="146916"/>
                  </a:moveTo>
                  <a:lnTo>
                    <a:pt x="533308" y="0"/>
                  </a:lnTo>
                  <a:lnTo>
                    <a:pt x="560075" y="0"/>
                  </a:lnTo>
                  <a:lnTo>
                    <a:pt x="560075" y="146916"/>
                  </a:lnTo>
                  <a:lnTo>
                    <a:pt x="533308" y="146916"/>
                  </a:lnTo>
                  <a:close/>
                  <a:moveTo>
                    <a:pt x="583447" y="146916"/>
                  </a:moveTo>
                  <a:lnTo>
                    <a:pt x="583447" y="0"/>
                  </a:lnTo>
                  <a:lnTo>
                    <a:pt x="610214" y="0"/>
                  </a:lnTo>
                  <a:lnTo>
                    <a:pt x="610214" y="146916"/>
                  </a:lnTo>
                  <a:lnTo>
                    <a:pt x="583447" y="14691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4" name="Google Shape;1234;p82"/>
            <p:cNvSpPr/>
            <p:nvPr/>
          </p:nvSpPr>
          <p:spPr>
            <a:xfrm>
              <a:off x="7208377" y="1374933"/>
              <a:ext cx="255753" cy="101088"/>
            </a:xfrm>
            <a:custGeom>
              <a:rect b="b" l="l" r="r" t="t"/>
              <a:pathLst>
                <a:path extrusionOk="0" h="148115" w="374730">
                  <a:moveTo>
                    <a:pt x="63522" y="145917"/>
                  </a:moveTo>
                  <a:lnTo>
                    <a:pt x="27766" y="57567"/>
                  </a:lnTo>
                  <a:lnTo>
                    <a:pt x="27766" y="145917"/>
                  </a:lnTo>
                  <a:lnTo>
                    <a:pt x="0" y="145917"/>
                  </a:lnTo>
                  <a:lnTo>
                    <a:pt x="0" y="2998"/>
                  </a:lnTo>
                  <a:lnTo>
                    <a:pt x="31362" y="2998"/>
                  </a:lnTo>
                  <a:lnTo>
                    <a:pt x="70513" y="100543"/>
                  </a:lnTo>
                  <a:lnTo>
                    <a:pt x="109665" y="2998"/>
                  </a:lnTo>
                  <a:lnTo>
                    <a:pt x="140827" y="2998"/>
                  </a:lnTo>
                  <a:lnTo>
                    <a:pt x="140827" y="145917"/>
                  </a:lnTo>
                  <a:lnTo>
                    <a:pt x="113461" y="145917"/>
                  </a:lnTo>
                  <a:lnTo>
                    <a:pt x="113461" y="57367"/>
                  </a:lnTo>
                  <a:lnTo>
                    <a:pt x="77705" y="145917"/>
                  </a:lnTo>
                  <a:lnTo>
                    <a:pt x="63522" y="145917"/>
                  </a:lnTo>
                  <a:close/>
                  <a:moveTo>
                    <a:pt x="164817" y="145917"/>
                  </a:moveTo>
                  <a:lnTo>
                    <a:pt x="164817" y="44575"/>
                  </a:lnTo>
                  <a:lnTo>
                    <a:pt x="191584" y="44575"/>
                  </a:lnTo>
                  <a:lnTo>
                    <a:pt x="191584" y="145917"/>
                  </a:lnTo>
                  <a:lnTo>
                    <a:pt x="164817" y="145917"/>
                  </a:lnTo>
                  <a:close/>
                  <a:moveTo>
                    <a:pt x="164817" y="28184"/>
                  </a:moveTo>
                  <a:lnTo>
                    <a:pt x="164817" y="0"/>
                  </a:lnTo>
                  <a:lnTo>
                    <a:pt x="191784" y="0"/>
                  </a:lnTo>
                  <a:lnTo>
                    <a:pt x="191784" y="28184"/>
                  </a:lnTo>
                  <a:lnTo>
                    <a:pt x="164817" y="28184"/>
                  </a:lnTo>
                  <a:close/>
                  <a:moveTo>
                    <a:pt x="252738" y="147915"/>
                  </a:moveTo>
                  <a:cubicBezTo>
                    <a:pt x="233761" y="147915"/>
                    <a:pt x="216981" y="140120"/>
                    <a:pt x="207393" y="129926"/>
                  </a:cubicBezTo>
                  <a:lnTo>
                    <a:pt x="220177" y="112536"/>
                  </a:lnTo>
                  <a:cubicBezTo>
                    <a:pt x="229366" y="121131"/>
                    <a:pt x="240353" y="125928"/>
                    <a:pt x="251739" y="125928"/>
                  </a:cubicBezTo>
                  <a:cubicBezTo>
                    <a:pt x="262925" y="125928"/>
                    <a:pt x="268718" y="121131"/>
                    <a:pt x="268718" y="115734"/>
                  </a:cubicBezTo>
                  <a:cubicBezTo>
                    <a:pt x="268718" y="109937"/>
                    <a:pt x="261727" y="108138"/>
                    <a:pt x="249941" y="105740"/>
                  </a:cubicBezTo>
                  <a:cubicBezTo>
                    <a:pt x="233761" y="102142"/>
                    <a:pt x="211988" y="96745"/>
                    <a:pt x="211988" y="74358"/>
                  </a:cubicBezTo>
                  <a:cubicBezTo>
                    <a:pt x="211988" y="55568"/>
                    <a:pt x="227169" y="42576"/>
                    <a:pt x="249941" y="42576"/>
                  </a:cubicBezTo>
                  <a:cubicBezTo>
                    <a:pt x="267519" y="42576"/>
                    <a:pt x="283100" y="49971"/>
                    <a:pt x="292089" y="58167"/>
                  </a:cubicBezTo>
                  <a:lnTo>
                    <a:pt x="279305" y="76156"/>
                  </a:lnTo>
                  <a:cubicBezTo>
                    <a:pt x="269717" y="68161"/>
                    <a:pt x="259729" y="64563"/>
                    <a:pt x="249941" y="64563"/>
                  </a:cubicBezTo>
                  <a:cubicBezTo>
                    <a:pt x="240752" y="64563"/>
                    <a:pt x="236757" y="68161"/>
                    <a:pt x="236757" y="73158"/>
                  </a:cubicBezTo>
                  <a:cubicBezTo>
                    <a:pt x="236757" y="80154"/>
                    <a:pt x="245346" y="81953"/>
                    <a:pt x="253736" y="83752"/>
                  </a:cubicBezTo>
                  <a:cubicBezTo>
                    <a:pt x="274711" y="88350"/>
                    <a:pt x="293488" y="94346"/>
                    <a:pt x="293488" y="115134"/>
                  </a:cubicBezTo>
                  <a:cubicBezTo>
                    <a:pt x="293488" y="134523"/>
                    <a:pt x="277107" y="147915"/>
                    <a:pt x="252738" y="147915"/>
                  </a:cubicBezTo>
                  <a:close/>
                  <a:moveTo>
                    <a:pt x="354356" y="148115"/>
                  </a:moveTo>
                  <a:cubicBezTo>
                    <a:pt x="329986" y="148115"/>
                    <a:pt x="317401" y="134123"/>
                    <a:pt x="317401" y="106939"/>
                  </a:cubicBezTo>
                  <a:lnTo>
                    <a:pt x="317401" y="68561"/>
                  </a:lnTo>
                  <a:lnTo>
                    <a:pt x="301820" y="68561"/>
                  </a:lnTo>
                  <a:lnTo>
                    <a:pt x="301820" y="44575"/>
                  </a:lnTo>
                  <a:lnTo>
                    <a:pt x="317401" y="44575"/>
                  </a:lnTo>
                  <a:lnTo>
                    <a:pt x="317401" y="14592"/>
                  </a:lnTo>
                  <a:lnTo>
                    <a:pt x="344169" y="14592"/>
                  </a:lnTo>
                  <a:lnTo>
                    <a:pt x="344169" y="44575"/>
                  </a:lnTo>
                  <a:lnTo>
                    <a:pt x="371135" y="44575"/>
                  </a:lnTo>
                  <a:lnTo>
                    <a:pt x="371135" y="68561"/>
                  </a:lnTo>
                  <a:lnTo>
                    <a:pt x="344169" y="68561"/>
                  </a:lnTo>
                  <a:lnTo>
                    <a:pt x="344169" y="107339"/>
                  </a:lnTo>
                  <a:cubicBezTo>
                    <a:pt x="344169" y="118133"/>
                    <a:pt x="348962" y="123929"/>
                    <a:pt x="357951" y="123929"/>
                  </a:cubicBezTo>
                  <a:cubicBezTo>
                    <a:pt x="361946" y="123929"/>
                    <a:pt x="366341" y="123130"/>
                    <a:pt x="371335" y="121131"/>
                  </a:cubicBezTo>
                  <a:lnTo>
                    <a:pt x="374731" y="144717"/>
                  </a:lnTo>
                  <a:cubicBezTo>
                    <a:pt x="368538" y="146916"/>
                    <a:pt x="361747" y="148115"/>
                    <a:pt x="354356" y="148115"/>
                  </a:cubicBez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5" name="Google Shape;1235;p82"/>
            <p:cNvSpPr/>
            <p:nvPr/>
          </p:nvSpPr>
          <p:spPr>
            <a:xfrm>
              <a:off x="6015894" y="3106424"/>
              <a:ext cx="267270" cy="98906"/>
            </a:xfrm>
            <a:custGeom>
              <a:rect b="b" l="l" r="r" t="t"/>
              <a:pathLst>
                <a:path extrusionOk="0" h="144917" w="391605">
                  <a:moveTo>
                    <a:pt x="0" y="142918"/>
                  </a:moveTo>
                  <a:lnTo>
                    <a:pt x="0" y="0"/>
                  </a:lnTo>
                  <a:lnTo>
                    <a:pt x="102874" y="0"/>
                  </a:lnTo>
                  <a:lnTo>
                    <a:pt x="102874" y="25785"/>
                  </a:lnTo>
                  <a:lnTo>
                    <a:pt x="27966" y="25785"/>
                  </a:lnTo>
                  <a:lnTo>
                    <a:pt x="27966" y="56767"/>
                  </a:lnTo>
                  <a:lnTo>
                    <a:pt x="88491" y="56767"/>
                  </a:lnTo>
                  <a:lnTo>
                    <a:pt x="88491" y="82553"/>
                  </a:lnTo>
                  <a:lnTo>
                    <a:pt x="27966" y="82553"/>
                  </a:lnTo>
                  <a:lnTo>
                    <a:pt x="27966" y="117133"/>
                  </a:lnTo>
                  <a:lnTo>
                    <a:pt x="102874" y="117133"/>
                  </a:lnTo>
                  <a:lnTo>
                    <a:pt x="102874" y="142918"/>
                  </a:lnTo>
                  <a:lnTo>
                    <a:pt x="0" y="142918"/>
                  </a:lnTo>
                  <a:close/>
                  <a:moveTo>
                    <a:pt x="162363" y="144917"/>
                  </a:moveTo>
                  <a:cubicBezTo>
                    <a:pt x="134797" y="144917"/>
                    <a:pt x="114022" y="122330"/>
                    <a:pt x="114022" y="92147"/>
                  </a:cubicBezTo>
                  <a:cubicBezTo>
                    <a:pt x="114022" y="62165"/>
                    <a:pt x="134797" y="39577"/>
                    <a:pt x="162363" y="39577"/>
                  </a:cubicBezTo>
                  <a:cubicBezTo>
                    <a:pt x="184735" y="39577"/>
                    <a:pt x="201315" y="50971"/>
                    <a:pt x="208506" y="71959"/>
                  </a:cubicBezTo>
                  <a:lnTo>
                    <a:pt x="184735" y="80554"/>
                  </a:lnTo>
                  <a:cubicBezTo>
                    <a:pt x="179342" y="68561"/>
                    <a:pt x="172750" y="63563"/>
                    <a:pt x="162363" y="63563"/>
                  </a:cubicBezTo>
                  <a:cubicBezTo>
                    <a:pt x="149978" y="63563"/>
                    <a:pt x="140789" y="75557"/>
                    <a:pt x="140789" y="92147"/>
                  </a:cubicBezTo>
                  <a:cubicBezTo>
                    <a:pt x="140789" y="108738"/>
                    <a:pt x="149978" y="120931"/>
                    <a:pt x="162363" y="120931"/>
                  </a:cubicBezTo>
                  <a:cubicBezTo>
                    <a:pt x="172750" y="120931"/>
                    <a:pt x="179342" y="115934"/>
                    <a:pt x="184735" y="103741"/>
                  </a:cubicBezTo>
                  <a:lnTo>
                    <a:pt x="208506" y="112336"/>
                  </a:lnTo>
                  <a:cubicBezTo>
                    <a:pt x="201315" y="133524"/>
                    <a:pt x="184735" y="144917"/>
                    <a:pt x="162363" y="144917"/>
                  </a:cubicBezTo>
                  <a:close/>
                  <a:moveTo>
                    <a:pt x="224696" y="142918"/>
                  </a:moveTo>
                  <a:lnTo>
                    <a:pt x="224696" y="41576"/>
                  </a:lnTo>
                  <a:lnTo>
                    <a:pt x="248667" y="41576"/>
                  </a:lnTo>
                  <a:lnTo>
                    <a:pt x="249865" y="59966"/>
                  </a:lnTo>
                  <a:lnTo>
                    <a:pt x="250065" y="59966"/>
                  </a:lnTo>
                  <a:cubicBezTo>
                    <a:pt x="253261" y="47373"/>
                    <a:pt x="263848" y="39377"/>
                    <a:pt x="276832" y="39377"/>
                  </a:cubicBezTo>
                  <a:cubicBezTo>
                    <a:pt x="280228" y="39377"/>
                    <a:pt x="283424" y="39577"/>
                    <a:pt x="286620" y="40577"/>
                  </a:cubicBezTo>
                  <a:lnTo>
                    <a:pt x="285222" y="65762"/>
                  </a:lnTo>
                  <a:cubicBezTo>
                    <a:pt x="280627" y="64363"/>
                    <a:pt x="276632" y="63764"/>
                    <a:pt x="272437" y="63764"/>
                  </a:cubicBezTo>
                  <a:cubicBezTo>
                    <a:pt x="261051" y="63764"/>
                    <a:pt x="254060" y="71159"/>
                    <a:pt x="252262" y="85551"/>
                  </a:cubicBezTo>
                  <a:cubicBezTo>
                    <a:pt x="251663" y="89149"/>
                    <a:pt x="251463" y="94146"/>
                    <a:pt x="251463" y="101742"/>
                  </a:cubicBezTo>
                  <a:lnTo>
                    <a:pt x="251463" y="142918"/>
                  </a:lnTo>
                  <a:lnTo>
                    <a:pt x="224696" y="142918"/>
                  </a:lnTo>
                  <a:close/>
                  <a:moveTo>
                    <a:pt x="391605" y="41576"/>
                  </a:moveTo>
                  <a:lnTo>
                    <a:pt x="391605" y="142918"/>
                  </a:lnTo>
                  <a:lnTo>
                    <a:pt x="367835" y="142918"/>
                  </a:lnTo>
                  <a:lnTo>
                    <a:pt x="367235" y="127927"/>
                  </a:lnTo>
                  <a:cubicBezTo>
                    <a:pt x="361243" y="138121"/>
                    <a:pt x="348858" y="144917"/>
                    <a:pt x="335874" y="144917"/>
                  </a:cubicBezTo>
                  <a:cubicBezTo>
                    <a:pt x="314300" y="144917"/>
                    <a:pt x="302115" y="130525"/>
                    <a:pt x="302115" y="105340"/>
                  </a:cubicBezTo>
                  <a:lnTo>
                    <a:pt x="302115" y="41576"/>
                  </a:lnTo>
                  <a:lnTo>
                    <a:pt x="328882" y="41576"/>
                  </a:lnTo>
                  <a:lnTo>
                    <a:pt x="328882" y="99743"/>
                  </a:lnTo>
                  <a:cubicBezTo>
                    <a:pt x="328882" y="113335"/>
                    <a:pt x="334476" y="120931"/>
                    <a:pt x="345262" y="120931"/>
                  </a:cubicBezTo>
                  <a:cubicBezTo>
                    <a:pt x="355649" y="120931"/>
                    <a:pt x="362441" y="113135"/>
                    <a:pt x="364039" y="100542"/>
                  </a:cubicBezTo>
                  <a:cubicBezTo>
                    <a:pt x="364638" y="97144"/>
                    <a:pt x="364838" y="91548"/>
                    <a:pt x="364838" y="80554"/>
                  </a:cubicBezTo>
                  <a:lnTo>
                    <a:pt x="364838" y="41576"/>
                  </a:lnTo>
                  <a:lnTo>
                    <a:pt x="391605" y="41576"/>
                  </a:lnTo>
                  <a:close/>
                </a:path>
              </a:pathLst>
            </a:custGeom>
            <a:solidFill>
              <a:srgbClr val="13003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236" name="Google Shape;1236;p82"/>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83"/>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Photography</a:t>
            </a:r>
            <a:endParaRPr/>
          </a:p>
        </p:txBody>
      </p:sp>
      <p:sp>
        <p:nvSpPr>
          <p:cNvPr id="1242" name="Google Shape;1242;p83"/>
          <p:cNvSpPr txBox="1"/>
          <p:nvPr>
            <p:ph idx="3" type="subTitle"/>
          </p:nvPr>
        </p:nvSpPr>
        <p:spPr>
          <a:xfrm>
            <a:off x="357400" y="2533300"/>
            <a:ext cx="20670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latin typeface="DS Indigo"/>
                <a:ea typeface="DS Indigo"/>
                <a:cs typeface="DS Indigo"/>
                <a:sym typeface="DS Indigo"/>
              </a:rPr>
              <a:t>Our photographic outlook should capture real moments of dynamic connection — people coming together, physically and digitally, to come to agreements that shape their businesses and lives for the better. This outlook should stylistically echo the rest of our brand design system: bold, clean, and optimistic; animated, dynamic, and full of life and energy.</a:t>
            </a:r>
            <a:endParaRPr>
              <a:latin typeface="DS Indigo"/>
              <a:ea typeface="DS Indigo"/>
              <a:cs typeface="DS Indigo"/>
              <a:sym typeface="DS Indigo"/>
            </a:endParaRPr>
          </a:p>
        </p:txBody>
      </p:sp>
      <p:sp>
        <p:nvSpPr>
          <p:cNvPr id="1243" name="Google Shape;1243;p83"/>
          <p:cNvSpPr txBox="1"/>
          <p:nvPr>
            <p:ph idx="1" type="body"/>
          </p:nvPr>
        </p:nvSpPr>
        <p:spPr>
          <a:xfrm>
            <a:off x="3252375" y="1240625"/>
            <a:ext cx="2410200" cy="272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Connection</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We strive to show collaboration and connection. Docusign brings people together in agreement.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latin typeface="DS Indigo SemiBold"/>
                <a:ea typeface="DS Indigo SemiBold"/>
                <a:cs typeface="DS Indigo SemiBold"/>
                <a:sym typeface="DS Indigo SemiBold"/>
              </a:rPr>
              <a:t>Natural</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Use imagery with story and soul — real people in real environments. </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latin typeface="DS Indigo SemiBold"/>
                <a:ea typeface="DS Indigo SemiBold"/>
                <a:cs typeface="DS Indigo SemiBold"/>
                <a:sym typeface="DS Indigo SemiBold"/>
              </a:rPr>
              <a:t>Inspirational</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rPr lang="en" sz="1000"/>
              <a:t>Our imagery should reinforce an optimistic point of view. It should never be dark or overly serious in tone.</a:t>
            </a:r>
            <a:endParaRPr sz="1000"/>
          </a:p>
        </p:txBody>
      </p:sp>
      <p:sp>
        <p:nvSpPr>
          <p:cNvPr id="1244" name="Google Shape;1244;p83"/>
          <p:cNvSpPr txBox="1"/>
          <p:nvPr>
            <p:ph idx="2" type="body"/>
          </p:nvPr>
        </p:nvSpPr>
        <p:spPr>
          <a:xfrm>
            <a:off x="6160050" y="1240600"/>
            <a:ext cx="2643000" cy="28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Approved usage:</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t/>
            </a:r>
            <a:endParaRPr sz="1000"/>
          </a:p>
        </p:txBody>
      </p:sp>
      <p:grpSp>
        <p:nvGrpSpPr>
          <p:cNvPr id="1245" name="Google Shape;1245;p83"/>
          <p:cNvGrpSpPr/>
          <p:nvPr/>
        </p:nvGrpSpPr>
        <p:grpSpPr>
          <a:xfrm>
            <a:off x="6165700" y="1478175"/>
            <a:ext cx="2067000" cy="1271000"/>
            <a:chOff x="6165700" y="1621050"/>
            <a:chExt cx="2067000" cy="1271000"/>
          </a:xfrm>
        </p:grpSpPr>
        <p:pic>
          <p:nvPicPr>
            <p:cNvPr id="1246" name="Google Shape;1246;p83"/>
            <p:cNvPicPr preferRelativeResize="0"/>
            <p:nvPr/>
          </p:nvPicPr>
          <p:blipFill>
            <a:blip r:embed="rId3">
              <a:alphaModFix/>
            </a:blip>
            <a:stretch>
              <a:fillRect/>
            </a:stretch>
          </p:blipFill>
          <p:spPr>
            <a:xfrm>
              <a:off x="6165700" y="1621050"/>
              <a:ext cx="2067000" cy="1271000"/>
            </a:xfrm>
            <a:prstGeom prst="rect">
              <a:avLst/>
            </a:prstGeom>
            <a:noFill/>
            <a:ln>
              <a:noFill/>
            </a:ln>
          </p:spPr>
        </p:pic>
        <p:grpSp>
          <p:nvGrpSpPr>
            <p:cNvPr id="1247" name="Google Shape;1247;p83"/>
            <p:cNvGrpSpPr/>
            <p:nvPr/>
          </p:nvGrpSpPr>
          <p:grpSpPr>
            <a:xfrm>
              <a:off x="6234436" y="2591469"/>
              <a:ext cx="234177" cy="234103"/>
              <a:chOff x="6045687" y="2739322"/>
              <a:chExt cx="737100" cy="737100"/>
            </a:xfrm>
          </p:grpSpPr>
          <p:sp>
            <p:nvSpPr>
              <p:cNvPr id="1248" name="Google Shape;1248;p83"/>
              <p:cNvSpPr/>
              <p:nvPr/>
            </p:nvSpPr>
            <p:spPr>
              <a:xfrm>
                <a:off x="6045687" y="2739322"/>
                <a:ext cx="737100" cy="737100"/>
              </a:xfrm>
              <a:prstGeom prst="ellipse">
                <a:avLst/>
              </a:prstGeom>
              <a:solidFill>
                <a:srgbClr val="33FFB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49" name="Google Shape;1249;p83"/>
              <p:cNvSpPr/>
              <p:nvPr/>
            </p:nvSpPr>
            <p:spPr>
              <a:xfrm>
                <a:off x="6052912" y="2746546"/>
                <a:ext cx="722700" cy="722700"/>
              </a:xfrm>
              <a:prstGeom prst="ellipse">
                <a:avLst/>
              </a:prstGeom>
              <a:noFill/>
              <a:ln cap="flat" cmpd="sng" w="14425">
                <a:solidFill>
                  <a:srgbClr val="FFFFFF">
                    <a:alpha val="15690"/>
                  </a:srgb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1250" name="Google Shape;1250;p83"/>
              <p:cNvGrpSpPr/>
              <p:nvPr/>
            </p:nvGrpSpPr>
            <p:grpSpPr>
              <a:xfrm>
                <a:off x="6291910" y="2985508"/>
                <a:ext cx="244611" cy="244612"/>
                <a:chOff x="6291910" y="2985508"/>
                <a:chExt cx="244611" cy="244612"/>
              </a:xfrm>
            </p:grpSpPr>
            <p:sp>
              <p:nvSpPr>
                <p:cNvPr id="1251" name="Google Shape;1251;p83"/>
                <p:cNvSpPr/>
                <p:nvPr/>
              </p:nvSpPr>
              <p:spPr>
                <a:xfrm>
                  <a:off x="6291910" y="2985508"/>
                  <a:ext cx="244610" cy="244612"/>
                </a:xfrm>
                <a:custGeom>
                  <a:rect b="b" l="l" r="r" t="t"/>
                  <a:pathLst>
                    <a:path extrusionOk="0" h="244612" w="244610">
                      <a:moveTo>
                        <a:pt x="244611" y="111125"/>
                      </a:moveTo>
                      <a:lnTo>
                        <a:pt x="244611" y="122376"/>
                      </a:lnTo>
                      <a:cubicBezTo>
                        <a:pt x="244596" y="148751"/>
                        <a:pt x="236056" y="174414"/>
                        <a:pt x="220266" y="195538"/>
                      </a:cubicBezTo>
                      <a:cubicBezTo>
                        <a:pt x="204474" y="216662"/>
                        <a:pt x="182277" y="232114"/>
                        <a:pt x="156985" y="239592"/>
                      </a:cubicBezTo>
                      <a:cubicBezTo>
                        <a:pt x="131693" y="247070"/>
                        <a:pt x="104661" y="246174"/>
                        <a:pt x="79921" y="237033"/>
                      </a:cubicBezTo>
                      <a:cubicBezTo>
                        <a:pt x="55181" y="227892"/>
                        <a:pt x="34058" y="211001"/>
                        <a:pt x="19703" y="188875"/>
                      </a:cubicBezTo>
                      <a:cubicBezTo>
                        <a:pt x="5348" y="166750"/>
                        <a:pt x="-1470" y="140576"/>
                        <a:pt x="265" y="114259"/>
                      </a:cubicBezTo>
                      <a:cubicBezTo>
                        <a:pt x="2001" y="87942"/>
                        <a:pt x="12197" y="62890"/>
                        <a:pt x="29332" y="42842"/>
                      </a:cubicBezTo>
                      <a:cubicBezTo>
                        <a:pt x="46469" y="22792"/>
                        <a:pt x="69627" y="8820"/>
                        <a:pt x="95352" y="3007"/>
                      </a:cubicBezTo>
                      <a:cubicBezTo>
                        <a:pt x="121078" y="-2806"/>
                        <a:pt x="147994" y="-146"/>
                        <a:pt x="172085" y="10589"/>
                      </a:cubicBezTo>
                    </a:path>
                  </a:pathLst>
                </a:custGeom>
                <a:noFill/>
                <a:ln cap="rnd" cmpd="sng" w="9525">
                  <a:solidFill>
                    <a:srgbClr val="1300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52" name="Google Shape;1252;p83"/>
                <p:cNvSpPr/>
                <p:nvPr/>
              </p:nvSpPr>
              <p:spPr>
                <a:xfrm>
                  <a:off x="6377523" y="3010039"/>
                  <a:ext cx="158998" cy="122428"/>
                </a:xfrm>
                <a:custGeom>
                  <a:rect b="b" l="l" r="r" t="t"/>
                  <a:pathLst>
                    <a:path extrusionOk="0" h="122428" w="158998">
                      <a:moveTo>
                        <a:pt x="158998" y="0"/>
                      </a:moveTo>
                      <a:lnTo>
                        <a:pt x="36692" y="122428"/>
                      </a:lnTo>
                      <a:lnTo>
                        <a:pt x="0" y="85737"/>
                      </a:lnTo>
                    </a:path>
                  </a:pathLst>
                </a:custGeom>
                <a:noFill/>
                <a:ln cap="rnd" cmpd="sng" w="9525">
                  <a:solidFill>
                    <a:srgbClr val="1300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grpSp>
      <p:sp>
        <p:nvSpPr>
          <p:cNvPr id="1253" name="Google Shape;1253;p83"/>
          <p:cNvSpPr txBox="1"/>
          <p:nvPr>
            <p:ph idx="2" type="body"/>
          </p:nvPr>
        </p:nvSpPr>
        <p:spPr>
          <a:xfrm>
            <a:off x="6160050" y="3119063"/>
            <a:ext cx="2643000" cy="281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latin typeface="DS Indigo SemiBold"/>
                <a:ea typeface="DS Indigo SemiBold"/>
                <a:cs typeface="DS Indigo SemiBold"/>
                <a:sym typeface="DS Indigo SemiBold"/>
              </a:rPr>
              <a:t>Misuse of </a:t>
            </a:r>
            <a:r>
              <a:rPr lang="en" sz="1000">
                <a:latin typeface="DS Indigo SemiBold"/>
                <a:ea typeface="DS Indigo SemiBold"/>
                <a:cs typeface="DS Indigo SemiBold"/>
                <a:sym typeface="DS Indigo SemiBold"/>
              </a:rPr>
              <a:t>photography</a:t>
            </a:r>
            <a:r>
              <a:rPr lang="en" sz="1000">
                <a:latin typeface="DS Indigo SemiBold"/>
                <a:ea typeface="DS Indigo SemiBold"/>
                <a:cs typeface="DS Indigo SemiBold"/>
                <a:sym typeface="DS Indigo SemiBold"/>
              </a:rPr>
              <a:t>:</a:t>
            </a:r>
            <a:endParaRPr sz="1000">
              <a:latin typeface="DS Indigo SemiBold"/>
              <a:ea typeface="DS Indigo SemiBold"/>
              <a:cs typeface="DS Indigo SemiBold"/>
              <a:sym typeface="DS Indigo SemiBold"/>
            </a:endParaRPr>
          </a:p>
          <a:p>
            <a:pPr indent="0" lvl="0" marL="0" rtl="0" algn="l">
              <a:spcBef>
                <a:spcPts val="0"/>
              </a:spcBef>
              <a:spcAft>
                <a:spcPts val="0"/>
              </a:spcAft>
              <a:buNone/>
            </a:pPr>
            <a:r>
              <a:t/>
            </a:r>
            <a:endParaRPr sz="1000"/>
          </a:p>
        </p:txBody>
      </p:sp>
      <p:grpSp>
        <p:nvGrpSpPr>
          <p:cNvPr id="1254" name="Google Shape;1254;p83"/>
          <p:cNvGrpSpPr/>
          <p:nvPr/>
        </p:nvGrpSpPr>
        <p:grpSpPr>
          <a:xfrm>
            <a:off x="6165700" y="3339163"/>
            <a:ext cx="2067000" cy="1271000"/>
            <a:chOff x="6165700" y="3339163"/>
            <a:chExt cx="2067000" cy="1271000"/>
          </a:xfrm>
        </p:grpSpPr>
        <p:pic>
          <p:nvPicPr>
            <p:cNvPr id="1255" name="Google Shape;1255;p83"/>
            <p:cNvPicPr preferRelativeResize="0"/>
            <p:nvPr/>
          </p:nvPicPr>
          <p:blipFill rotWithShape="1">
            <a:blip r:embed="rId4">
              <a:alphaModFix/>
            </a:blip>
            <a:srcRect b="0" l="2481" r="2481" t="0"/>
            <a:stretch/>
          </p:blipFill>
          <p:spPr>
            <a:xfrm>
              <a:off x="6165700" y="3339163"/>
              <a:ext cx="2067000" cy="1271000"/>
            </a:xfrm>
            <a:prstGeom prst="rect">
              <a:avLst/>
            </a:prstGeom>
            <a:noFill/>
            <a:ln>
              <a:noFill/>
            </a:ln>
          </p:spPr>
        </p:pic>
        <p:cxnSp>
          <p:nvCxnSpPr>
            <p:cNvPr id="1256" name="Google Shape;1256;p83"/>
            <p:cNvCxnSpPr/>
            <p:nvPr/>
          </p:nvCxnSpPr>
          <p:spPr>
            <a:xfrm flipH="1" rot="10800000">
              <a:off x="6309625" y="3535500"/>
              <a:ext cx="1782300" cy="1029000"/>
            </a:xfrm>
            <a:prstGeom prst="straightConnector1">
              <a:avLst/>
            </a:prstGeom>
            <a:noFill/>
            <a:ln cap="flat" cmpd="sng" w="38100">
              <a:solidFill>
                <a:schemeClr val="accent6"/>
              </a:solidFill>
              <a:prstDash val="solid"/>
              <a:round/>
              <a:headEnd len="med" w="med" type="none"/>
              <a:tailEnd len="med" w="med" type="none"/>
            </a:ln>
          </p:spPr>
        </p:cxnSp>
      </p:grpSp>
      <p:sp>
        <p:nvSpPr>
          <p:cNvPr id="1257" name="Google Shape;1257;p83"/>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84"/>
          <p:cNvSpPr txBox="1"/>
          <p:nvPr>
            <p:ph type="title"/>
          </p:nvPr>
        </p:nvSpPr>
        <p:spPr>
          <a:xfrm>
            <a:off x="339050" y="1240600"/>
            <a:ext cx="2643000" cy="129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Icons</a:t>
            </a:r>
            <a:endParaRPr/>
          </a:p>
        </p:txBody>
      </p:sp>
      <p:sp>
        <p:nvSpPr>
          <p:cNvPr id="1263" name="Google Shape;1263;p84"/>
          <p:cNvSpPr txBox="1"/>
          <p:nvPr>
            <p:ph idx="3" type="subTitle"/>
          </p:nvPr>
        </p:nvSpPr>
        <p:spPr>
          <a:xfrm>
            <a:off x="357400" y="2533300"/>
            <a:ext cx="2067000" cy="1926600"/>
          </a:xfrm>
          <a:prstGeom prst="rect">
            <a:avLst/>
          </a:prstGeom>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a:latin typeface="DS Indigo"/>
                <a:ea typeface="DS Indigo"/>
                <a:cs typeface="DS Indigo"/>
                <a:sym typeface="DS Indigo"/>
              </a:rPr>
              <a:t>Our icons quickly identify and represent features, functionality, or content. Icons are meant to be simple, visual elements that are recognized and understood immediately.</a:t>
            </a:r>
            <a:endParaRPr>
              <a:latin typeface="DS Indigo"/>
              <a:ea typeface="DS Indigo"/>
              <a:cs typeface="DS Indigo"/>
              <a:sym typeface="DS Indigo"/>
            </a:endParaRPr>
          </a:p>
          <a:p>
            <a:pPr indent="0" lvl="0" marL="0" rtl="0" algn="l">
              <a:lnSpc>
                <a:spcPct val="120000"/>
              </a:lnSpc>
              <a:spcBef>
                <a:spcPts val="0"/>
              </a:spcBef>
              <a:spcAft>
                <a:spcPts val="0"/>
              </a:spcAft>
              <a:buNone/>
            </a:pPr>
            <a:r>
              <a:t/>
            </a:r>
            <a:endParaRPr>
              <a:latin typeface="DS Indigo"/>
              <a:ea typeface="DS Indigo"/>
              <a:cs typeface="DS Indigo"/>
              <a:sym typeface="DS Indigo"/>
            </a:endParaRPr>
          </a:p>
          <a:p>
            <a:pPr indent="0" lvl="0" marL="0" rtl="0" algn="l">
              <a:lnSpc>
                <a:spcPct val="120000"/>
              </a:lnSpc>
              <a:spcBef>
                <a:spcPts val="0"/>
              </a:spcBef>
              <a:spcAft>
                <a:spcPts val="0"/>
              </a:spcAft>
              <a:buNone/>
            </a:pPr>
            <a:r>
              <a:rPr lang="en">
                <a:latin typeface="DS Indigo"/>
                <a:ea typeface="DS Indigo"/>
                <a:cs typeface="DS Indigo"/>
                <a:sym typeface="DS Indigo"/>
              </a:rPr>
              <a:t>Use icons when images, graphics, and/or plain text just won’t cut it.</a:t>
            </a:r>
            <a:endParaRPr>
              <a:latin typeface="DS Indigo"/>
              <a:ea typeface="DS Indigo"/>
              <a:cs typeface="DS Indigo"/>
              <a:sym typeface="DS Indigo"/>
            </a:endParaRPr>
          </a:p>
        </p:txBody>
      </p:sp>
      <p:sp>
        <p:nvSpPr>
          <p:cNvPr id="1264" name="Google Shape;1264;p84"/>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grpSp>
        <p:nvGrpSpPr>
          <p:cNvPr id="1265" name="Google Shape;1265;p84"/>
          <p:cNvGrpSpPr/>
          <p:nvPr/>
        </p:nvGrpSpPr>
        <p:grpSpPr>
          <a:xfrm>
            <a:off x="2725896" y="1247959"/>
            <a:ext cx="290321" cy="290321"/>
            <a:chOff x="2725896" y="1247959"/>
            <a:chExt cx="290321" cy="290321"/>
          </a:xfrm>
        </p:grpSpPr>
        <p:sp>
          <p:nvSpPr>
            <p:cNvPr id="1266" name="Google Shape;1266;p84"/>
            <p:cNvSpPr/>
            <p:nvPr/>
          </p:nvSpPr>
          <p:spPr>
            <a:xfrm>
              <a:off x="2725896" y="1247959"/>
              <a:ext cx="290321" cy="290321"/>
            </a:xfrm>
            <a:custGeom>
              <a:rect b="b" l="l" r="r" t="t"/>
              <a:pathLst>
                <a:path extrusionOk="0" h="13810" w="13810">
                  <a:moveTo>
                    <a:pt x="6905" y="12774"/>
                  </a:moveTo>
                  <a:cubicBezTo>
                    <a:pt x="10150" y="12774"/>
                    <a:pt x="12774" y="10150"/>
                    <a:pt x="12774" y="6905"/>
                  </a:cubicBezTo>
                  <a:cubicBezTo>
                    <a:pt x="12774" y="3660"/>
                    <a:pt x="10150" y="1036"/>
                    <a:pt x="6905" y="1036"/>
                  </a:cubicBezTo>
                  <a:cubicBezTo>
                    <a:pt x="3660" y="1036"/>
                    <a:pt x="1036" y="3660"/>
                    <a:pt x="1036" y="6905"/>
                  </a:cubicBezTo>
                  <a:cubicBezTo>
                    <a:pt x="1036" y="10150"/>
                    <a:pt x="3660" y="12774"/>
                    <a:pt x="6905" y="12774"/>
                  </a:cubicBezTo>
                  <a:close/>
                  <a:moveTo>
                    <a:pt x="6905" y="13810"/>
                  </a:moveTo>
                  <a:cubicBezTo>
                    <a:pt x="10716" y="13810"/>
                    <a:pt x="13810" y="10717"/>
                    <a:pt x="13810" y="6905"/>
                  </a:cubicBezTo>
                  <a:cubicBezTo>
                    <a:pt x="13810" y="3094"/>
                    <a:pt x="10716" y="0"/>
                    <a:pt x="6905" y="0"/>
                  </a:cubicBezTo>
                  <a:cubicBezTo>
                    <a:pt x="3093" y="0"/>
                    <a:pt x="0" y="3094"/>
                    <a:pt x="0" y="6905"/>
                  </a:cubicBezTo>
                  <a:cubicBezTo>
                    <a:pt x="0" y="10717"/>
                    <a:pt x="3093" y="13810"/>
                    <a:pt x="6905" y="1381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84"/>
            <p:cNvSpPr/>
            <p:nvPr/>
          </p:nvSpPr>
          <p:spPr>
            <a:xfrm>
              <a:off x="2812972" y="1335055"/>
              <a:ext cx="116149" cy="116149"/>
            </a:xfrm>
            <a:custGeom>
              <a:rect b="b" l="l" r="r" t="t"/>
              <a:pathLst>
                <a:path extrusionOk="0" h="5525" w="5525">
                  <a:moveTo>
                    <a:pt x="2252" y="0"/>
                  </a:moveTo>
                  <a:lnTo>
                    <a:pt x="2252" y="2251"/>
                  </a:lnTo>
                  <a:lnTo>
                    <a:pt x="1" y="2251"/>
                  </a:lnTo>
                  <a:lnTo>
                    <a:pt x="1" y="3287"/>
                  </a:lnTo>
                  <a:lnTo>
                    <a:pt x="2252" y="3287"/>
                  </a:lnTo>
                  <a:lnTo>
                    <a:pt x="2252" y="5524"/>
                  </a:lnTo>
                  <a:lnTo>
                    <a:pt x="3288" y="5524"/>
                  </a:lnTo>
                  <a:lnTo>
                    <a:pt x="3288" y="3287"/>
                  </a:lnTo>
                  <a:lnTo>
                    <a:pt x="5525" y="3287"/>
                  </a:lnTo>
                  <a:lnTo>
                    <a:pt x="5525" y="2251"/>
                  </a:lnTo>
                  <a:lnTo>
                    <a:pt x="3288" y="2251"/>
                  </a:lnTo>
                  <a:lnTo>
                    <a:pt x="3288"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8" name="Google Shape;1268;p84"/>
          <p:cNvGrpSpPr/>
          <p:nvPr/>
        </p:nvGrpSpPr>
        <p:grpSpPr>
          <a:xfrm>
            <a:off x="3303910" y="1276991"/>
            <a:ext cx="275815" cy="232257"/>
            <a:chOff x="3303910" y="1276991"/>
            <a:chExt cx="275815" cy="232257"/>
          </a:xfrm>
        </p:grpSpPr>
        <p:sp>
          <p:nvSpPr>
            <p:cNvPr id="1269" name="Google Shape;1269;p84"/>
            <p:cNvSpPr/>
            <p:nvPr/>
          </p:nvSpPr>
          <p:spPr>
            <a:xfrm>
              <a:off x="3347448" y="1276991"/>
              <a:ext cx="116149" cy="116149"/>
            </a:xfrm>
            <a:custGeom>
              <a:rect b="b" l="l" r="r" t="t"/>
              <a:pathLst>
                <a:path extrusionOk="0" h="5525" w="5525">
                  <a:moveTo>
                    <a:pt x="2762" y="4488"/>
                  </a:moveTo>
                  <a:cubicBezTo>
                    <a:pt x="3715" y="4488"/>
                    <a:pt x="4489" y="3715"/>
                    <a:pt x="4489" y="2762"/>
                  </a:cubicBezTo>
                  <a:cubicBezTo>
                    <a:pt x="4489" y="1809"/>
                    <a:pt x="3715" y="1036"/>
                    <a:pt x="2762" y="1036"/>
                  </a:cubicBezTo>
                  <a:cubicBezTo>
                    <a:pt x="1810" y="1036"/>
                    <a:pt x="1036" y="1809"/>
                    <a:pt x="1036" y="2762"/>
                  </a:cubicBezTo>
                  <a:cubicBezTo>
                    <a:pt x="1036" y="3715"/>
                    <a:pt x="1810" y="4488"/>
                    <a:pt x="2762" y="4488"/>
                  </a:cubicBezTo>
                  <a:close/>
                  <a:moveTo>
                    <a:pt x="2762" y="5524"/>
                  </a:moveTo>
                  <a:cubicBezTo>
                    <a:pt x="4282" y="5524"/>
                    <a:pt x="5524" y="4295"/>
                    <a:pt x="5524" y="2762"/>
                  </a:cubicBezTo>
                  <a:cubicBezTo>
                    <a:pt x="5524" y="1229"/>
                    <a:pt x="4282" y="0"/>
                    <a:pt x="2762" y="0"/>
                  </a:cubicBezTo>
                  <a:cubicBezTo>
                    <a:pt x="1230" y="0"/>
                    <a:pt x="1" y="1243"/>
                    <a:pt x="1" y="2762"/>
                  </a:cubicBezTo>
                  <a:cubicBezTo>
                    <a:pt x="1" y="4295"/>
                    <a:pt x="1230" y="5524"/>
                    <a:pt x="2762" y="5524"/>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4"/>
            <p:cNvSpPr/>
            <p:nvPr/>
          </p:nvSpPr>
          <p:spPr>
            <a:xfrm>
              <a:off x="3303910" y="1422151"/>
              <a:ext cx="203225" cy="87096"/>
            </a:xfrm>
            <a:custGeom>
              <a:rect b="b" l="l" r="r" t="t"/>
              <a:pathLst>
                <a:path extrusionOk="0" h="4143" w="9667">
                  <a:moveTo>
                    <a:pt x="2265" y="0"/>
                  </a:moveTo>
                  <a:cubicBezTo>
                    <a:pt x="1008" y="0"/>
                    <a:pt x="0" y="1008"/>
                    <a:pt x="0" y="2265"/>
                  </a:cubicBezTo>
                  <a:lnTo>
                    <a:pt x="0" y="4143"/>
                  </a:lnTo>
                  <a:lnTo>
                    <a:pt x="1036" y="4143"/>
                  </a:lnTo>
                  <a:lnTo>
                    <a:pt x="1036" y="2265"/>
                  </a:lnTo>
                  <a:cubicBezTo>
                    <a:pt x="1036" y="1588"/>
                    <a:pt x="1588" y="1036"/>
                    <a:pt x="2265" y="1036"/>
                  </a:cubicBezTo>
                  <a:lnTo>
                    <a:pt x="7402" y="1036"/>
                  </a:lnTo>
                  <a:cubicBezTo>
                    <a:pt x="8079" y="1036"/>
                    <a:pt x="8631" y="1588"/>
                    <a:pt x="8631" y="2265"/>
                  </a:cubicBezTo>
                  <a:lnTo>
                    <a:pt x="8631" y="4143"/>
                  </a:lnTo>
                  <a:lnTo>
                    <a:pt x="9667" y="4143"/>
                  </a:lnTo>
                  <a:lnTo>
                    <a:pt x="9667" y="2265"/>
                  </a:lnTo>
                  <a:cubicBezTo>
                    <a:pt x="9667" y="1008"/>
                    <a:pt x="8659" y="0"/>
                    <a:pt x="7402"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84"/>
            <p:cNvSpPr/>
            <p:nvPr/>
          </p:nvSpPr>
          <p:spPr>
            <a:xfrm>
              <a:off x="3492608" y="1335055"/>
              <a:ext cx="87117" cy="87117"/>
            </a:xfrm>
            <a:custGeom>
              <a:rect b="b" l="l" r="r" t="t"/>
              <a:pathLst>
                <a:path extrusionOk="0" h="4144" w="4144">
                  <a:moveTo>
                    <a:pt x="1547" y="0"/>
                  </a:moveTo>
                  <a:lnTo>
                    <a:pt x="1547" y="1561"/>
                  </a:lnTo>
                  <a:lnTo>
                    <a:pt x="0" y="1561"/>
                  </a:lnTo>
                  <a:lnTo>
                    <a:pt x="0" y="2596"/>
                  </a:lnTo>
                  <a:lnTo>
                    <a:pt x="1547" y="2596"/>
                  </a:lnTo>
                  <a:lnTo>
                    <a:pt x="1547" y="4143"/>
                  </a:lnTo>
                  <a:lnTo>
                    <a:pt x="2583" y="4143"/>
                  </a:lnTo>
                  <a:lnTo>
                    <a:pt x="2583" y="2596"/>
                  </a:lnTo>
                  <a:lnTo>
                    <a:pt x="4143" y="2596"/>
                  </a:lnTo>
                  <a:lnTo>
                    <a:pt x="4143" y="1561"/>
                  </a:lnTo>
                  <a:lnTo>
                    <a:pt x="2583" y="1561"/>
                  </a:lnTo>
                  <a:lnTo>
                    <a:pt x="2583"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2" name="Google Shape;1272;p84"/>
          <p:cNvGrpSpPr/>
          <p:nvPr/>
        </p:nvGrpSpPr>
        <p:grpSpPr>
          <a:xfrm>
            <a:off x="3867397" y="1247959"/>
            <a:ext cx="290342" cy="290321"/>
            <a:chOff x="3867397" y="1247959"/>
            <a:chExt cx="290342" cy="290321"/>
          </a:xfrm>
        </p:grpSpPr>
        <p:sp>
          <p:nvSpPr>
            <p:cNvPr id="1273" name="Google Shape;1273;p84"/>
            <p:cNvSpPr/>
            <p:nvPr/>
          </p:nvSpPr>
          <p:spPr>
            <a:xfrm>
              <a:off x="3954493" y="1327508"/>
              <a:ext cx="131538" cy="131517"/>
            </a:xfrm>
            <a:custGeom>
              <a:rect b="b" l="l" r="r" t="t"/>
              <a:pathLst>
                <a:path extrusionOk="0" h="6256" w="6257">
                  <a:moveTo>
                    <a:pt x="3122" y="0"/>
                  </a:moveTo>
                  <a:lnTo>
                    <a:pt x="2390" y="732"/>
                  </a:lnTo>
                  <a:lnTo>
                    <a:pt x="4268" y="2610"/>
                  </a:lnTo>
                  <a:lnTo>
                    <a:pt x="1" y="2610"/>
                  </a:lnTo>
                  <a:lnTo>
                    <a:pt x="1" y="3646"/>
                  </a:lnTo>
                  <a:lnTo>
                    <a:pt x="4268" y="3646"/>
                  </a:lnTo>
                  <a:lnTo>
                    <a:pt x="2390" y="5524"/>
                  </a:lnTo>
                  <a:lnTo>
                    <a:pt x="3122" y="6256"/>
                  </a:lnTo>
                  <a:lnTo>
                    <a:pt x="6256" y="3121"/>
                  </a:lnTo>
                  <a:lnTo>
                    <a:pt x="312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4"/>
            <p:cNvSpPr/>
            <p:nvPr/>
          </p:nvSpPr>
          <p:spPr>
            <a:xfrm>
              <a:off x="3867397" y="1247959"/>
              <a:ext cx="290342" cy="290321"/>
            </a:xfrm>
            <a:custGeom>
              <a:rect b="b" l="l" r="r" t="t"/>
              <a:pathLst>
                <a:path extrusionOk="0" h="13810" w="13811">
                  <a:moveTo>
                    <a:pt x="6906" y="12774"/>
                  </a:moveTo>
                  <a:cubicBezTo>
                    <a:pt x="10151" y="12774"/>
                    <a:pt x="12775" y="10150"/>
                    <a:pt x="12775" y="6905"/>
                  </a:cubicBezTo>
                  <a:cubicBezTo>
                    <a:pt x="12775" y="3660"/>
                    <a:pt x="10151" y="1036"/>
                    <a:pt x="6906" y="1036"/>
                  </a:cubicBezTo>
                  <a:cubicBezTo>
                    <a:pt x="3660" y="1036"/>
                    <a:pt x="1036" y="3660"/>
                    <a:pt x="1036" y="6905"/>
                  </a:cubicBezTo>
                  <a:cubicBezTo>
                    <a:pt x="1036" y="10150"/>
                    <a:pt x="3660" y="12774"/>
                    <a:pt x="6906" y="12774"/>
                  </a:cubicBezTo>
                  <a:close/>
                  <a:moveTo>
                    <a:pt x="6906" y="13810"/>
                  </a:moveTo>
                  <a:cubicBezTo>
                    <a:pt x="10717" y="13810"/>
                    <a:pt x="13810" y="10717"/>
                    <a:pt x="13810" y="6905"/>
                  </a:cubicBezTo>
                  <a:cubicBezTo>
                    <a:pt x="13810" y="3094"/>
                    <a:pt x="10717" y="0"/>
                    <a:pt x="6906" y="0"/>
                  </a:cubicBezTo>
                  <a:cubicBezTo>
                    <a:pt x="3094" y="0"/>
                    <a:pt x="1" y="3094"/>
                    <a:pt x="1" y="6905"/>
                  </a:cubicBezTo>
                  <a:cubicBezTo>
                    <a:pt x="1" y="10717"/>
                    <a:pt x="3094" y="13810"/>
                    <a:pt x="6906" y="1381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84"/>
          <p:cNvGrpSpPr/>
          <p:nvPr/>
        </p:nvGrpSpPr>
        <p:grpSpPr>
          <a:xfrm>
            <a:off x="4443098" y="1283382"/>
            <a:ext cx="276677" cy="219496"/>
            <a:chOff x="4443098" y="1283382"/>
            <a:chExt cx="276677" cy="219496"/>
          </a:xfrm>
        </p:grpSpPr>
        <p:sp>
          <p:nvSpPr>
            <p:cNvPr id="1276" name="Google Shape;1276;p84"/>
            <p:cNvSpPr/>
            <p:nvPr/>
          </p:nvSpPr>
          <p:spPr>
            <a:xfrm>
              <a:off x="4443098" y="1283382"/>
              <a:ext cx="131538" cy="211360"/>
            </a:xfrm>
            <a:custGeom>
              <a:rect b="b" l="l" r="r" t="t"/>
              <a:pathLst>
                <a:path extrusionOk="0" h="10054" w="6257">
                  <a:moveTo>
                    <a:pt x="3121" y="0"/>
                  </a:moveTo>
                  <a:lnTo>
                    <a:pt x="0" y="3121"/>
                  </a:lnTo>
                  <a:lnTo>
                    <a:pt x="732" y="3853"/>
                  </a:lnTo>
                  <a:lnTo>
                    <a:pt x="2610" y="1989"/>
                  </a:lnTo>
                  <a:lnTo>
                    <a:pt x="2610" y="10053"/>
                  </a:lnTo>
                  <a:lnTo>
                    <a:pt x="3646" y="10053"/>
                  </a:lnTo>
                  <a:lnTo>
                    <a:pt x="3646" y="1975"/>
                  </a:lnTo>
                  <a:lnTo>
                    <a:pt x="5524" y="3853"/>
                  </a:lnTo>
                  <a:lnTo>
                    <a:pt x="6256" y="3121"/>
                  </a:lnTo>
                  <a:lnTo>
                    <a:pt x="3121"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84"/>
            <p:cNvSpPr/>
            <p:nvPr/>
          </p:nvSpPr>
          <p:spPr>
            <a:xfrm>
              <a:off x="4588259" y="1291496"/>
              <a:ext cx="131517" cy="211381"/>
            </a:xfrm>
            <a:custGeom>
              <a:rect b="b" l="l" r="r" t="t"/>
              <a:pathLst>
                <a:path extrusionOk="0" h="10055" w="6256">
                  <a:moveTo>
                    <a:pt x="2610" y="1"/>
                  </a:moveTo>
                  <a:lnTo>
                    <a:pt x="2610" y="8079"/>
                  </a:lnTo>
                  <a:lnTo>
                    <a:pt x="732" y="6201"/>
                  </a:lnTo>
                  <a:lnTo>
                    <a:pt x="0" y="6933"/>
                  </a:lnTo>
                  <a:lnTo>
                    <a:pt x="3121" y="10054"/>
                  </a:lnTo>
                  <a:lnTo>
                    <a:pt x="6256" y="6919"/>
                  </a:lnTo>
                  <a:lnTo>
                    <a:pt x="5524" y="6187"/>
                  </a:lnTo>
                  <a:lnTo>
                    <a:pt x="3646" y="8079"/>
                  </a:lnTo>
                  <a:lnTo>
                    <a:pt x="3646"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8" name="Google Shape;1278;p84"/>
          <p:cNvSpPr/>
          <p:nvPr/>
        </p:nvSpPr>
        <p:spPr>
          <a:xfrm>
            <a:off x="4999038" y="1258113"/>
            <a:ext cx="306592" cy="279599"/>
          </a:xfrm>
          <a:custGeom>
            <a:rect b="b" l="l" r="r" t="t"/>
            <a:pathLst>
              <a:path extrusionOk="0" h="13300" w="14584">
                <a:moveTo>
                  <a:pt x="12568" y="2693"/>
                </a:moveTo>
                <a:cubicBezTo>
                  <a:pt x="11684" y="1810"/>
                  <a:pt x="10275" y="1810"/>
                  <a:pt x="9391" y="2693"/>
                </a:cubicBezTo>
                <a:lnTo>
                  <a:pt x="4517" y="7568"/>
                </a:lnTo>
                <a:cubicBezTo>
                  <a:pt x="4171" y="7914"/>
                  <a:pt x="4171" y="8452"/>
                  <a:pt x="4517" y="8797"/>
                </a:cubicBezTo>
                <a:cubicBezTo>
                  <a:pt x="4848" y="9129"/>
                  <a:pt x="5400" y="9129"/>
                  <a:pt x="5732" y="8797"/>
                </a:cubicBezTo>
                <a:lnTo>
                  <a:pt x="11104" y="3425"/>
                </a:lnTo>
                <a:lnTo>
                  <a:pt x="11836" y="4157"/>
                </a:lnTo>
                <a:lnTo>
                  <a:pt x="6464" y="9529"/>
                </a:lnTo>
                <a:cubicBezTo>
                  <a:pt x="5718" y="10261"/>
                  <a:pt x="4517" y="10261"/>
                  <a:pt x="3785" y="9529"/>
                </a:cubicBezTo>
                <a:cubicBezTo>
                  <a:pt x="3039" y="8784"/>
                  <a:pt x="3039" y="7582"/>
                  <a:pt x="3785" y="6836"/>
                </a:cubicBezTo>
                <a:lnTo>
                  <a:pt x="8660" y="1962"/>
                </a:lnTo>
                <a:cubicBezTo>
                  <a:pt x="9944" y="677"/>
                  <a:pt x="12015" y="677"/>
                  <a:pt x="13300" y="1962"/>
                </a:cubicBezTo>
                <a:cubicBezTo>
                  <a:pt x="14584" y="3232"/>
                  <a:pt x="14584" y="5317"/>
                  <a:pt x="13300" y="6588"/>
                </a:cubicBezTo>
                <a:lnTo>
                  <a:pt x="8411" y="11476"/>
                </a:lnTo>
                <a:cubicBezTo>
                  <a:pt x="6602" y="13299"/>
                  <a:pt x="3647" y="13299"/>
                  <a:pt x="1824" y="11476"/>
                </a:cubicBezTo>
                <a:cubicBezTo>
                  <a:pt x="1" y="9654"/>
                  <a:pt x="1" y="6698"/>
                  <a:pt x="1824" y="4889"/>
                </a:cubicBezTo>
                <a:lnTo>
                  <a:pt x="6712" y="1"/>
                </a:lnTo>
                <a:lnTo>
                  <a:pt x="7444" y="732"/>
                </a:lnTo>
                <a:lnTo>
                  <a:pt x="2556" y="5621"/>
                </a:lnTo>
                <a:cubicBezTo>
                  <a:pt x="1147" y="7030"/>
                  <a:pt x="1147" y="9322"/>
                  <a:pt x="2556" y="10745"/>
                </a:cubicBezTo>
                <a:cubicBezTo>
                  <a:pt x="3978" y="12153"/>
                  <a:pt x="6270" y="12153"/>
                  <a:pt x="7679" y="10745"/>
                </a:cubicBezTo>
                <a:lnTo>
                  <a:pt x="12568" y="5856"/>
                </a:lnTo>
                <a:cubicBezTo>
                  <a:pt x="13438" y="4986"/>
                  <a:pt x="13438" y="3563"/>
                  <a:pt x="12568" y="2693"/>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9" name="Google Shape;1279;p84"/>
          <p:cNvGrpSpPr/>
          <p:nvPr/>
        </p:nvGrpSpPr>
        <p:grpSpPr>
          <a:xfrm>
            <a:off x="5607534" y="1240706"/>
            <a:ext cx="232278" cy="304847"/>
            <a:chOff x="5607534" y="1240706"/>
            <a:chExt cx="232278" cy="304847"/>
          </a:xfrm>
        </p:grpSpPr>
        <p:sp>
          <p:nvSpPr>
            <p:cNvPr id="1280" name="Google Shape;1280;p84"/>
            <p:cNvSpPr/>
            <p:nvPr/>
          </p:nvSpPr>
          <p:spPr>
            <a:xfrm>
              <a:off x="5607534" y="1240706"/>
              <a:ext cx="232278" cy="304847"/>
            </a:xfrm>
            <a:custGeom>
              <a:rect b="b" l="l" r="r" t="t"/>
              <a:pathLst>
                <a:path extrusionOk="0" h="14501" w="11049">
                  <a:moveTo>
                    <a:pt x="8977" y="9832"/>
                  </a:moveTo>
                  <a:cubicBezTo>
                    <a:pt x="10248" y="8824"/>
                    <a:pt x="11049" y="7264"/>
                    <a:pt x="11049" y="5524"/>
                  </a:cubicBezTo>
                  <a:cubicBezTo>
                    <a:pt x="11049" y="2472"/>
                    <a:pt x="8577" y="0"/>
                    <a:pt x="5525" y="0"/>
                  </a:cubicBezTo>
                  <a:cubicBezTo>
                    <a:pt x="2473" y="0"/>
                    <a:pt x="1" y="2472"/>
                    <a:pt x="1" y="5524"/>
                  </a:cubicBezTo>
                  <a:cubicBezTo>
                    <a:pt x="1" y="7264"/>
                    <a:pt x="816" y="8824"/>
                    <a:pt x="2072" y="9832"/>
                  </a:cubicBezTo>
                  <a:lnTo>
                    <a:pt x="2072" y="14500"/>
                  </a:lnTo>
                  <a:lnTo>
                    <a:pt x="5525" y="13119"/>
                  </a:lnTo>
                  <a:lnTo>
                    <a:pt x="8977" y="14500"/>
                  </a:lnTo>
                  <a:close/>
                  <a:moveTo>
                    <a:pt x="10013" y="5524"/>
                  </a:moveTo>
                  <a:cubicBezTo>
                    <a:pt x="10013" y="8010"/>
                    <a:pt x="8011" y="10012"/>
                    <a:pt x="5525" y="10012"/>
                  </a:cubicBezTo>
                  <a:cubicBezTo>
                    <a:pt x="3053" y="10012"/>
                    <a:pt x="1037" y="8010"/>
                    <a:pt x="1037" y="5524"/>
                  </a:cubicBezTo>
                  <a:cubicBezTo>
                    <a:pt x="1037" y="3052"/>
                    <a:pt x="3053" y="1036"/>
                    <a:pt x="5525" y="1036"/>
                  </a:cubicBezTo>
                  <a:cubicBezTo>
                    <a:pt x="8011" y="1036"/>
                    <a:pt x="10013" y="3052"/>
                    <a:pt x="10013" y="5524"/>
                  </a:cubicBezTo>
                  <a:close/>
                  <a:moveTo>
                    <a:pt x="7942" y="10495"/>
                  </a:moveTo>
                  <a:cubicBezTo>
                    <a:pt x="7210" y="10854"/>
                    <a:pt x="6395" y="11048"/>
                    <a:pt x="5525" y="11048"/>
                  </a:cubicBezTo>
                  <a:cubicBezTo>
                    <a:pt x="4669" y="11048"/>
                    <a:pt x="3840" y="10854"/>
                    <a:pt x="3108" y="10495"/>
                  </a:cubicBezTo>
                  <a:lnTo>
                    <a:pt x="3108" y="12967"/>
                  </a:lnTo>
                  <a:lnTo>
                    <a:pt x="5525" y="12001"/>
                  </a:lnTo>
                  <a:lnTo>
                    <a:pt x="7942" y="12967"/>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84"/>
            <p:cNvSpPr/>
            <p:nvPr/>
          </p:nvSpPr>
          <p:spPr>
            <a:xfrm>
              <a:off x="5662698" y="1298749"/>
              <a:ext cx="122246" cy="116149"/>
            </a:xfrm>
            <a:custGeom>
              <a:rect b="b" l="l" r="r" t="t"/>
              <a:pathLst>
                <a:path extrusionOk="0" h="5525" w="5815">
                  <a:moveTo>
                    <a:pt x="3591" y="2114"/>
                  </a:moveTo>
                  <a:lnTo>
                    <a:pt x="5815" y="2114"/>
                  </a:lnTo>
                  <a:lnTo>
                    <a:pt x="4019" y="3412"/>
                  </a:lnTo>
                  <a:lnTo>
                    <a:pt x="4696" y="5525"/>
                  </a:lnTo>
                  <a:lnTo>
                    <a:pt x="2901" y="4227"/>
                  </a:lnTo>
                  <a:lnTo>
                    <a:pt x="1106" y="5525"/>
                  </a:lnTo>
                  <a:lnTo>
                    <a:pt x="1796" y="3412"/>
                  </a:lnTo>
                  <a:lnTo>
                    <a:pt x="1" y="2114"/>
                  </a:lnTo>
                  <a:lnTo>
                    <a:pt x="2210" y="2114"/>
                  </a:lnTo>
                  <a:lnTo>
                    <a:pt x="2901" y="1"/>
                  </a:lnTo>
                  <a:lnTo>
                    <a:pt x="3591" y="211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2" name="Google Shape;1282;p84"/>
          <p:cNvGrpSpPr/>
          <p:nvPr/>
        </p:nvGrpSpPr>
        <p:grpSpPr>
          <a:xfrm>
            <a:off x="6148696" y="1249704"/>
            <a:ext cx="290321" cy="286852"/>
            <a:chOff x="6148696" y="1249704"/>
            <a:chExt cx="290321" cy="286852"/>
          </a:xfrm>
        </p:grpSpPr>
        <p:sp>
          <p:nvSpPr>
            <p:cNvPr id="1283" name="Google Shape;1283;p84"/>
            <p:cNvSpPr/>
            <p:nvPr/>
          </p:nvSpPr>
          <p:spPr>
            <a:xfrm>
              <a:off x="6148696" y="1249704"/>
              <a:ext cx="290321" cy="101623"/>
            </a:xfrm>
            <a:custGeom>
              <a:rect b="b" l="l" r="r" t="t"/>
              <a:pathLst>
                <a:path extrusionOk="0" h="4834" w="13810">
                  <a:moveTo>
                    <a:pt x="1616" y="3798"/>
                  </a:moveTo>
                  <a:lnTo>
                    <a:pt x="12180" y="3798"/>
                  </a:lnTo>
                  <a:lnTo>
                    <a:pt x="6905" y="1160"/>
                  </a:lnTo>
                  <a:lnTo>
                    <a:pt x="1616" y="3798"/>
                  </a:lnTo>
                  <a:close/>
                  <a:moveTo>
                    <a:pt x="6905" y="0"/>
                  </a:moveTo>
                  <a:lnTo>
                    <a:pt x="0" y="3453"/>
                  </a:lnTo>
                  <a:lnTo>
                    <a:pt x="0" y="4833"/>
                  </a:lnTo>
                  <a:lnTo>
                    <a:pt x="13810" y="4833"/>
                  </a:lnTo>
                  <a:lnTo>
                    <a:pt x="13810" y="345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84"/>
            <p:cNvSpPr/>
            <p:nvPr/>
          </p:nvSpPr>
          <p:spPr>
            <a:xfrm>
              <a:off x="6282819" y="1380337"/>
              <a:ext cx="21779" cy="101623"/>
            </a:xfrm>
            <a:custGeom>
              <a:rect b="b" l="l" r="r" t="t"/>
              <a:pathLst>
                <a:path extrusionOk="0" h="4834" w="1036">
                  <a:moveTo>
                    <a:pt x="0" y="4834"/>
                  </a:moveTo>
                  <a:lnTo>
                    <a:pt x="0" y="0"/>
                  </a:lnTo>
                  <a:lnTo>
                    <a:pt x="1036" y="0"/>
                  </a:lnTo>
                  <a:lnTo>
                    <a:pt x="1036" y="483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84"/>
            <p:cNvSpPr/>
            <p:nvPr/>
          </p:nvSpPr>
          <p:spPr>
            <a:xfrm>
              <a:off x="6181196" y="1380337"/>
              <a:ext cx="21800" cy="101623"/>
            </a:xfrm>
            <a:custGeom>
              <a:rect b="b" l="l" r="r" t="t"/>
              <a:pathLst>
                <a:path extrusionOk="0" h="4834" w="1037">
                  <a:moveTo>
                    <a:pt x="1" y="4834"/>
                  </a:moveTo>
                  <a:lnTo>
                    <a:pt x="1" y="0"/>
                  </a:lnTo>
                  <a:lnTo>
                    <a:pt x="1037" y="0"/>
                  </a:lnTo>
                  <a:lnTo>
                    <a:pt x="1037" y="483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84"/>
            <p:cNvSpPr/>
            <p:nvPr/>
          </p:nvSpPr>
          <p:spPr>
            <a:xfrm>
              <a:off x="6384421" y="1380337"/>
              <a:ext cx="21800" cy="101623"/>
            </a:xfrm>
            <a:custGeom>
              <a:rect b="b" l="l" r="r" t="t"/>
              <a:pathLst>
                <a:path extrusionOk="0" h="4834" w="1037">
                  <a:moveTo>
                    <a:pt x="1" y="4834"/>
                  </a:moveTo>
                  <a:lnTo>
                    <a:pt x="1" y="0"/>
                  </a:lnTo>
                  <a:lnTo>
                    <a:pt x="1036" y="0"/>
                  </a:lnTo>
                  <a:lnTo>
                    <a:pt x="1036" y="483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84"/>
            <p:cNvSpPr/>
            <p:nvPr/>
          </p:nvSpPr>
          <p:spPr>
            <a:xfrm>
              <a:off x="6148696" y="1514755"/>
              <a:ext cx="290321" cy="21800"/>
            </a:xfrm>
            <a:custGeom>
              <a:rect b="b" l="l" r="r" t="t"/>
              <a:pathLst>
                <a:path extrusionOk="0" h="1037" w="13810">
                  <a:moveTo>
                    <a:pt x="13810" y="1036"/>
                  </a:moveTo>
                  <a:lnTo>
                    <a:pt x="0" y="1036"/>
                  </a:lnTo>
                  <a:lnTo>
                    <a:pt x="0" y="0"/>
                  </a:lnTo>
                  <a:lnTo>
                    <a:pt x="13810"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8" name="Google Shape;1288;p84"/>
          <p:cNvGrpSpPr/>
          <p:nvPr/>
        </p:nvGrpSpPr>
        <p:grpSpPr>
          <a:xfrm>
            <a:off x="6720907" y="1247959"/>
            <a:ext cx="290321" cy="290321"/>
            <a:chOff x="6720907" y="1247959"/>
            <a:chExt cx="290321" cy="290321"/>
          </a:xfrm>
        </p:grpSpPr>
        <p:sp>
          <p:nvSpPr>
            <p:cNvPr id="1289" name="Google Shape;1289;p84"/>
            <p:cNvSpPr/>
            <p:nvPr/>
          </p:nvSpPr>
          <p:spPr>
            <a:xfrm>
              <a:off x="6720907" y="1247959"/>
              <a:ext cx="290321" cy="290321"/>
            </a:xfrm>
            <a:custGeom>
              <a:rect b="b" l="l" r="r" t="t"/>
              <a:pathLst>
                <a:path extrusionOk="0" h="13810" w="13810">
                  <a:moveTo>
                    <a:pt x="8976" y="4143"/>
                  </a:moveTo>
                  <a:lnTo>
                    <a:pt x="8976" y="0"/>
                  </a:lnTo>
                  <a:lnTo>
                    <a:pt x="691" y="2072"/>
                  </a:lnTo>
                  <a:lnTo>
                    <a:pt x="691" y="12774"/>
                  </a:lnTo>
                  <a:lnTo>
                    <a:pt x="0" y="12774"/>
                  </a:lnTo>
                  <a:lnTo>
                    <a:pt x="0" y="13810"/>
                  </a:lnTo>
                  <a:lnTo>
                    <a:pt x="13810" y="13810"/>
                  </a:lnTo>
                  <a:lnTo>
                    <a:pt x="13810" y="12774"/>
                  </a:lnTo>
                  <a:lnTo>
                    <a:pt x="13119" y="12774"/>
                  </a:lnTo>
                  <a:lnTo>
                    <a:pt x="13119" y="4143"/>
                  </a:lnTo>
                  <a:close/>
                  <a:moveTo>
                    <a:pt x="1726" y="2886"/>
                  </a:moveTo>
                  <a:lnTo>
                    <a:pt x="1726" y="12774"/>
                  </a:lnTo>
                  <a:lnTo>
                    <a:pt x="7941" y="12774"/>
                  </a:lnTo>
                  <a:lnTo>
                    <a:pt x="7941" y="1326"/>
                  </a:lnTo>
                  <a:close/>
                  <a:moveTo>
                    <a:pt x="8976" y="5179"/>
                  </a:moveTo>
                  <a:lnTo>
                    <a:pt x="8976" y="12774"/>
                  </a:lnTo>
                  <a:lnTo>
                    <a:pt x="12084" y="12774"/>
                  </a:lnTo>
                  <a:lnTo>
                    <a:pt x="12084" y="5179"/>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84"/>
            <p:cNvSpPr/>
            <p:nvPr/>
          </p:nvSpPr>
          <p:spPr>
            <a:xfrm>
              <a:off x="6807982" y="1454946"/>
              <a:ext cx="29053" cy="21800"/>
            </a:xfrm>
            <a:custGeom>
              <a:rect b="b" l="l" r="r" t="t"/>
              <a:pathLst>
                <a:path extrusionOk="0" h="1037" w="1382">
                  <a:moveTo>
                    <a:pt x="1382" y="1036"/>
                  </a:moveTo>
                  <a:lnTo>
                    <a:pt x="1" y="1036"/>
                  </a:lnTo>
                  <a:lnTo>
                    <a:pt x="1" y="1"/>
                  </a:lnTo>
                  <a:lnTo>
                    <a:pt x="1382"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84"/>
            <p:cNvSpPr/>
            <p:nvPr/>
          </p:nvSpPr>
          <p:spPr>
            <a:xfrm>
              <a:off x="6807982" y="1396882"/>
              <a:ext cx="29053" cy="21800"/>
            </a:xfrm>
            <a:custGeom>
              <a:rect b="b" l="l" r="r" t="t"/>
              <a:pathLst>
                <a:path extrusionOk="0" h="1037" w="1382">
                  <a:moveTo>
                    <a:pt x="1382" y="1036"/>
                  </a:moveTo>
                  <a:lnTo>
                    <a:pt x="1" y="1036"/>
                  </a:lnTo>
                  <a:lnTo>
                    <a:pt x="1" y="1"/>
                  </a:lnTo>
                  <a:lnTo>
                    <a:pt x="1382"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84"/>
            <p:cNvSpPr/>
            <p:nvPr/>
          </p:nvSpPr>
          <p:spPr>
            <a:xfrm>
              <a:off x="6807982" y="1338818"/>
              <a:ext cx="29053" cy="21800"/>
            </a:xfrm>
            <a:custGeom>
              <a:rect b="b" l="l" r="r" t="t"/>
              <a:pathLst>
                <a:path extrusionOk="0" h="1037" w="1382">
                  <a:moveTo>
                    <a:pt x="1382" y="1036"/>
                  </a:moveTo>
                  <a:lnTo>
                    <a:pt x="1" y="1036"/>
                  </a:lnTo>
                  <a:lnTo>
                    <a:pt x="1" y="1"/>
                  </a:lnTo>
                  <a:lnTo>
                    <a:pt x="1382"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3" name="Google Shape;1293;p84"/>
          <p:cNvGrpSpPr/>
          <p:nvPr/>
        </p:nvGrpSpPr>
        <p:grpSpPr>
          <a:xfrm>
            <a:off x="7293392" y="1247959"/>
            <a:ext cx="290342" cy="290321"/>
            <a:chOff x="7293392" y="1247959"/>
            <a:chExt cx="290342" cy="290321"/>
          </a:xfrm>
        </p:grpSpPr>
        <p:sp>
          <p:nvSpPr>
            <p:cNvPr id="1294" name="Google Shape;1294;p84"/>
            <p:cNvSpPr/>
            <p:nvPr/>
          </p:nvSpPr>
          <p:spPr>
            <a:xfrm>
              <a:off x="7351456" y="1338818"/>
              <a:ext cx="174213" cy="21800"/>
            </a:xfrm>
            <a:custGeom>
              <a:rect b="b" l="l" r="r" t="t"/>
              <a:pathLst>
                <a:path extrusionOk="0" h="1037" w="8287">
                  <a:moveTo>
                    <a:pt x="8287" y="1036"/>
                  </a:moveTo>
                  <a:lnTo>
                    <a:pt x="1" y="1036"/>
                  </a:lnTo>
                  <a:lnTo>
                    <a:pt x="1" y="1"/>
                  </a:lnTo>
                  <a:lnTo>
                    <a:pt x="8287"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84"/>
            <p:cNvSpPr/>
            <p:nvPr/>
          </p:nvSpPr>
          <p:spPr>
            <a:xfrm>
              <a:off x="7293392" y="1247959"/>
              <a:ext cx="290342" cy="290321"/>
            </a:xfrm>
            <a:custGeom>
              <a:rect b="b" l="l" r="r" t="t"/>
              <a:pathLst>
                <a:path extrusionOk="0" h="13810" w="13811">
                  <a:moveTo>
                    <a:pt x="9847" y="1381"/>
                  </a:moveTo>
                  <a:lnTo>
                    <a:pt x="3978" y="1381"/>
                  </a:lnTo>
                  <a:lnTo>
                    <a:pt x="3978" y="0"/>
                  </a:lnTo>
                  <a:lnTo>
                    <a:pt x="2942" y="0"/>
                  </a:lnTo>
                  <a:lnTo>
                    <a:pt x="2942" y="1381"/>
                  </a:lnTo>
                  <a:lnTo>
                    <a:pt x="1" y="1381"/>
                  </a:lnTo>
                  <a:lnTo>
                    <a:pt x="1" y="13810"/>
                  </a:lnTo>
                  <a:lnTo>
                    <a:pt x="13810" y="13810"/>
                  </a:lnTo>
                  <a:lnTo>
                    <a:pt x="13810" y="1381"/>
                  </a:lnTo>
                  <a:lnTo>
                    <a:pt x="10883" y="1381"/>
                  </a:lnTo>
                  <a:lnTo>
                    <a:pt x="10883" y="0"/>
                  </a:lnTo>
                  <a:lnTo>
                    <a:pt x="9847" y="0"/>
                  </a:lnTo>
                  <a:close/>
                  <a:moveTo>
                    <a:pt x="12775" y="2417"/>
                  </a:moveTo>
                  <a:lnTo>
                    <a:pt x="1037" y="2417"/>
                  </a:lnTo>
                  <a:lnTo>
                    <a:pt x="1037" y="12774"/>
                  </a:lnTo>
                  <a:lnTo>
                    <a:pt x="12775" y="1277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6" name="Google Shape;1296;p84"/>
          <p:cNvSpPr/>
          <p:nvPr/>
        </p:nvSpPr>
        <p:spPr>
          <a:xfrm>
            <a:off x="7865898" y="1247959"/>
            <a:ext cx="290342" cy="290321"/>
          </a:xfrm>
          <a:custGeom>
            <a:rect b="b" l="l" r="r" t="t"/>
            <a:pathLst>
              <a:path extrusionOk="0" h="13810" w="13811">
                <a:moveTo>
                  <a:pt x="6905" y="0"/>
                </a:moveTo>
                <a:cubicBezTo>
                  <a:pt x="3094" y="0"/>
                  <a:pt x="0" y="3094"/>
                  <a:pt x="0" y="6905"/>
                </a:cubicBezTo>
                <a:cubicBezTo>
                  <a:pt x="0" y="10717"/>
                  <a:pt x="3094" y="13810"/>
                  <a:pt x="6905" y="13810"/>
                </a:cubicBezTo>
                <a:cubicBezTo>
                  <a:pt x="10717" y="13810"/>
                  <a:pt x="13810" y="10717"/>
                  <a:pt x="13810" y="6905"/>
                </a:cubicBezTo>
                <a:cubicBezTo>
                  <a:pt x="13810" y="5165"/>
                  <a:pt x="13175" y="3577"/>
                  <a:pt x="12112" y="2362"/>
                </a:cubicBezTo>
                <a:lnTo>
                  <a:pt x="6215" y="8258"/>
                </a:lnTo>
                <a:lnTo>
                  <a:pt x="3812" y="5856"/>
                </a:lnTo>
                <a:lnTo>
                  <a:pt x="3094" y="6574"/>
                </a:lnTo>
                <a:lnTo>
                  <a:pt x="6215" y="9708"/>
                </a:lnTo>
                <a:lnTo>
                  <a:pt x="11973" y="3950"/>
                </a:lnTo>
                <a:cubicBezTo>
                  <a:pt x="12484" y="4820"/>
                  <a:pt x="12774" y="5828"/>
                  <a:pt x="12774" y="6905"/>
                </a:cubicBezTo>
                <a:cubicBezTo>
                  <a:pt x="12774" y="10150"/>
                  <a:pt x="10151" y="12774"/>
                  <a:pt x="6905" y="12774"/>
                </a:cubicBezTo>
                <a:cubicBezTo>
                  <a:pt x="3660" y="12774"/>
                  <a:pt x="1036" y="10150"/>
                  <a:pt x="1036" y="6905"/>
                </a:cubicBezTo>
                <a:cubicBezTo>
                  <a:pt x="1036" y="3660"/>
                  <a:pt x="3660" y="1036"/>
                  <a:pt x="6905" y="1036"/>
                </a:cubicBezTo>
                <a:cubicBezTo>
                  <a:pt x="8328" y="1036"/>
                  <a:pt x="9626" y="1533"/>
                  <a:pt x="10634" y="2376"/>
                </a:cubicBezTo>
                <a:lnTo>
                  <a:pt x="11366" y="1644"/>
                </a:lnTo>
                <a:cubicBezTo>
                  <a:pt x="10164" y="622"/>
                  <a:pt x="8604" y="0"/>
                  <a:pt x="6905"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7" name="Google Shape;1297;p84"/>
          <p:cNvGrpSpPr/>
          <p:nvPr/>
        </p:nvGrpSpPr>
        <p:grpSpPr>
          <a:xfrm>
            <a:off x="8434619" y="1247959"/>
            <a:ext cx="290342" cy="290321"/>
            <a:chOff x="8434619" y="1247959"/>
            <a:chExt cx="290342" cy="290321"/>
          </a:xfrm>
        </p:grpSpPr>
        <p:sp>
          <p:nvSpPr>
            <p:cNvPr id="1298" name="Google Shape;1298;p84"/>
            <p:cNvSpPr/>
            <p:nvPr/>
          </p:nvSpPr>
          <p:spPr>
            <a:xfrm>
              <a:off x="8528674" y="1341719"/>
              <a:ext cx="102506" cy="102800"/>
            </a:xfrm>
            <a:custGeom>
              <a:rect b="b" l="l" r="r" t="t"/>
              <a:pathLst>
                <a:path extrusionOk="0" h="4890" w="4876">
                  <a:moveTo>
                    <a:pt x="733" y="1"/>
                  </a:moveTo>
                  <a:lnTo>
                    <a:pt x="1" y="733"/>
                  </a:lnTo>
                  <a:lnTo>
                    <a:pt x="1700" y="2445"/>
                  </a:lnTo>
                  <a:lnTo>
                    <a:pt x="1" y="4157"/>
                  </a:lnTo>
                  <a:lnTo>
                    <a:pt x="733" y="4889"/>
                  </a:lnTo>
                  <a:lnTo>
                    <a:pt x="2432" y="3177"/>
                  </a:lnTo>
                  <a:lnTo>
                    <a:pt x="4144" y="4889"/>
                  </a:lnTo>
                  <a:lnTo>
                    <a:pt x="4876" y="4157"/>
                  </a:lnTo>
                  <a:lnTo>
                    <a:pt x="3163" y="2445"/>
                  </a:lnTo>
                  <a:lnTo>
                    <a:pt x="4876" y="733"/>
                  </a:lnTo>
                  <a:lnTo>
                    <a:pt x="4144" y="1"/>
                  </a:lnTo>
                  <a:lnTo>
                    <a:pt x="2432" y="1713"/>
                  </a:lnTo>
                  <a:lnTo>
                    <a:pt x="733"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84"/>
            <p:cNvSpPr/>
            <p:nvPr/>
          </p:nvSpPr>
          <p:spPr>
            <a:xfrm>
              <a:off x="8434619" y="1247959"/>
              <a:ext cx="290342" cy="290321"/>
            </a:xfrm>
            <a:custGeom>
              <a:rect b="b" l="l" r="r" t="t"/>
              <a:pathLst>
                <a:path extrusionOk="0" h="13810" w="13811">
                  <a:moveTo>
                    <a:pt x="6906" y="12774"/>
                  </a:moveTo>
                  <a:cubicBezTo>
                    <a:pt x="10151" y="12774"/>
                    <a:pt x="12775" y="10150"/>
                    <a:pt x="12775" y="6905"/>
                  </a:cubicBezTo>
                  <a:cubicBezTo>
                    <a:pt x="12775" y="3660"/>
                    <a:pt x="10151" y="1036"/>
                    <a:pt x="6906" y="1036"/>
                  </a:cubicBezTo>
                  <a:cubicBezTo>
                    <a:pt x="3674" y="1036"/>
                    <a:pt x="1036" y="3660"/>
                    <a:pt x="1036" y="6905"/>
                  </a:cubicBezTo>
                  <a:cubicBezTo>
                    <a:pt x="1036" y="10150"/>
                    <a:pt x="3674" y="12774"/>
                    <a:pt x="6906" y="12774"/>
                  </a:cubicBezTo>
                  <a:close/>
                  <a:moveTo>
                    <a:pt x="6906" y="13810"/>
                  </a:moveTo>
                  <a:cubicBezTo>
                    <a:pt x="10731" y="13810"/>
                    <a:pt x="13810" y="10717"/>
                    <a:pt x="13810" y="6905"/>
                  </a:cubicBezTo>
                  <a:cubicBezTo>
                    <a:pt x="13810" y="3094"/>
                    <a:pt x="10731" y="0"/>
                    <a:pt x="6906" y="0"/>
                  </a:cubicBezTo>
                  <a:cubicBezTo>
                    <a:pt x="3094" y="0"/>
                    <a:pt x="1" y="3094"/>
                    <a:pt x="1" y="6905"/>
                  </a:cubicBezTo>
                  <a:cubicBezTo>
                    <a:pt x="1" y="10717"/>
                    <a:pt x="3094" y="13810"/>
                    <a:pt x="6906" y="1381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0" name="Google Shape;1300;p84"/>
          <p:cNvGrpSpPr/>
          <p:nvPr/>
        </p:nvGrpSpPr>
        <p:grpSpPr>
          <a:xfrm>
            <a:off x="2725896" y="1799253"/>
            <a:ext cx="290321" cy="203246"/>
            <a:chOff x="2725896" y="1799253"/>
            <a:chExt cx="290321" cy="203246"/>
          </a:xfrm>
        </p:grpSpPr>
        <p:sp>
          <p:nvSpPr>
            <p:cNvPr id="1301" name="Google Shape;1301;p84"/>
            <p:cNvSpPr/>
            <p:nvPr/>
          </p:nvSpPr>
          <p:spPr>
            <a:xfrm>
              <a:off x="2827204" y="1878508"/>
              <a:ext cx="95253" cy="74062"/>
            </a:xfrm>
            <a:custGeom>
              <a:rect b="b" l="l" r="r" t="t"/>
              <a:pathLst>
                <a:path extrusionOk="0" h="3523" w="4531">
                  <a:moveTo>
                    <a:pt x="4530" y="733"/>
                  </a:moveTo>
                  <a:lnTo>
                    <a:pt x="1741" y="3522"/>
                  </a:lnTo>
                  <a:lnTo>
                    <a:pt x="1" y="1769"/>
                  </a:lnTo>
                  <a:lnTo>
                    <a:pt x="732" y="1037"/>
                  </a:lnTo>
                  <a:lnTo>
                    <a:pt x="1741" y="2059"/>
                  </a:lnTo>
                  <a:lnTo>
                    <a:pt x="3798"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84"/>
            <p:cNvSpPr/>
            <p:nvPr/>
          </p:nvSpPr>
          <p:spPr>
            <a:xfrm>
              <a:off x="2725896" y="1799253"/>
              <a:ext cx="290321" cy="203246"/>
            </a:xfrm>
            <a:custGeom>
              <a:rect b="b" l="l" r="r" t="t"/>
              <a:pathLst>
                <a:path extrusionOk="0" h="9668" w="13810">
                  <a:moveTo>
                    <a:pt x="5261" y="3798"/>
                  </a:moveTo>
                  <a:lnTo>
                    <a:pt x="3452" y="3798"/>
                  </a:lnTo>
                  <a:cubicBezTo>
                    <a:pt x="2113" y="3798"/>
                    <a:pt x="1036" y="4876"/>
                    <a:pt x="1036" y="6215"/>
                  </a:cubicBezTo>
                  <a:cubicBezTo>
                    <a:pt x="1036" y="7541"/>
                    <a:pt x="2113" y="8632"/>
                    <a:pt x="3452" y="8632"/>
                  </a:cubicBezTo>
                  <a:lnTo>
                    <a:pt x="8976" y="8632"/>
                  </a:lnTo>
                  <a:cubicBezTo>
                    <a:pt x="11075" y="8632"/>
                    <a:pt x="12774" y="6933"/>
                    <a:pt x="12774" y="4834"/>
                  </a:cubicBezTo>
                  <a:cubicBezTo>
                    <a:pt x="12774" y="2735"/>
                    <a:pt x="11075" y="1037"/>
                    <a:pt x="8976" y="1037"/>
                  </a:cubicBezTo>
                  <a:cubicBezTo>
                    <a:pt x="7457" y="1037"/>
                    <a:pt x="6159" y="1920"/>
                    <a:pt x="5538" y="3205"/>
                  </a:cubicBezTo>
                  <a:lnTo>
                    <a:pt x="5261" y="3798"/>
                  </a:lnTo>
                  <a:close/>
                  <a:moveTo>
                    <a:pt x="13810" y="4834"/>
                  </a:moveTo>
                  <a:cubicBezTo>
                    <a:pt x="13810" y="7499"/>
                    <a:pt x="11642" y="9668"/>
                    <a:pt x="8976" y="9668"/>
                  </a:cubicBezTo>
                  <a:lnTo>
                    <a:pt x="3452" y="9668"/>
                  </a:lnTo>
                  <a:cubicBezTo>
                    <a:pt x="1547" y="9668"/>
                    <a:pt x="0" y="8121"/>
                    <a:pt x="0" y="6215"/>
                  </a:cubicBezTo>
                  <a:cubicBezTo>
                    <a:pt x="0" y="4296"/>
                    <a:pt x="1547" y="2763"/>
                    <a:pt x="3452" y="2763"/>
                  </a:cubicBezTo>
                  <a:lnTo>
                    <a:pt x="4612" y="2763"/>
                  </a:lnTo>
                  <a:cubicBezTo>
                    <a:pt x="5386" y="1119"/>
                    <a:pt x="7043" y="1"/>
                    <a:pt x="8976" y="1"/>
                  </a:cubicBezTo>
                  <a:cubicBezTo>
                    <a:pt x="11642" y="1"/>
                    <a:pt x="13810" y="2155"/>
                    <a:pt x="13810" y="4834"/>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3" name="Google Shape;1303;p84"/>
          <p:cNvGrpSpPr/>
          <p:nvPr/>
        </p:nvGrpSpPr>
        <p:grpSpPr>
          <a:xfrm>
            <a:off x="3296636" y="1784159"/>
            <a:ext cx="290342" cy="233140"/>
            <a:chOff x="3296636" y="1784159"/>
            <a:chExt cx="290342" cy="233140"/>
          </a:xfrm>
        </p:grpSpPr>
        <p:sp>
          <p:nvSpPr>
            <p:cNvPr id="1304" name="Google Shape;1304;p84"/>
            <p:cNvSpPr/>
            <p:nvPr/>
          </p:nvSpPr>
          <p:spPr>
            <a:xfrm>
              <a:off x="3296636" y="1784159"/>
              <a:ext cx="290342" cy="203246"/>
            </a:xfrm>
            <a:custGeom>
              <a:rect b="b" l="l" r="r" t="t"/>
              <a:pathLst>
                <a:path extrusionOk="0" h="9668" w="13811">
                  <a:moveTo>
                    <a:pt x="8977" y="1"/>
                  </a:moveTo>
                  <a:cubicBezTo>
                    <a:pt x="7044" y="1"/>
                    <a:pt x="5387" y="1133"/>
                    <a:pt x="4613" y="2763"/>
                  </a:cubicBezTo>
                  <a:lnTo>
                    <a:pt x="3453" y="2763"/>
                  </a:lnTo>
                  <a:cubicBezTo>
                    <a:pt x="1548" y="2763"/>
                    <a:pt x="1" y="4309"/>
                    <a:pt x="1" y="6215"/>
                  </a:cubicBezTo>
                  <a:cubicBezTo>
                    <a:pt x="1" y="8121"/>
                    <a:pt x="1548" y="9668"/>
                    <a:pt x="3453" y="9668"/>
                  </a:cubicBezTo>
                  <a:lnTo>
                    <a:pt x="3453" y="8632"/>
                  </a:lnTo>
                  <a:cubicBezTo>
                    <a:pt x="2114" y="8632"/>
                    <a:pt x="1037" y="7555"/>
                    <a:pt x="1037" y="6215"/>
                  </a:cubicBezTo>
                  <a:cubicBezTo>
                    <a:pt x="1037" y="4889"/>
                    <a:pt x="2114" y="3798"/>
                    <a:pt x="3453" y="3798"/>
                  </a:cubicBezTo>
                  <a:lnTo>
                    <a:pt x="5262" y="3798"/>
                  </a:lnTo>
                  <a:lnTo>
                    <a:pt x="5539" y="3205"/>
                  </a:lnTo>
                  <a:cubicBezTo>
                    <a:pt x="6160" y="1920"/>
                    <a:pt x="7458" y="1036"/>
                    <a:pt x="8977" y="1036"/>
                  </a:cubicBezTo>
                  <a:cubicBezTo>
                    <a:pt x="11076" y="1036"/>
                    <a:pt x="12775" y="2735"/>
                    <a:pt x="12775" y="4834"/>
                  </a:cubicBezTo>
                  <a:cubicBezTo>
                    <a:pt x="12775" y="6450"/>
                    <a:pt x="11767" y="7817"/>
                    <a:pt x="10358" y="8369"/>
                  </a:cubicBezTo>
                  <a:lnTo>
                    <a:pt x="10358" y="9474"/>
                  </a:lnTo>
                  <a:cubicBezTo>
                    <a:pt x="12361" y="8880"/>
                    <a:pt x="13811" y="7030"/>
                    <a:pt x="13811" y="4834"/>
                  </a:cubicBezTo>
                  <a:cubicBezTo>
                    <a:pt x="13811" y="2169"/>
                    <a:pt x="11642" y="1"/>
                    <a:pt x="8977"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84"/>
            <p:cNvSpPr/>
            <p:nvPr/>
          </p:nvSpPr>
          <p:spPr>
            <a:xfrm>
              <a:off x="3390418" y="1914813"/>
              <a:ext cx="102506" cy="102485"/>
            </a:xfrm>
            <a:custGeom>
              <a:rect b="b" l="l" r="r" t="t"/>
              <a:pathLst>
                <a:path extrusionOk="0" h="4875" w="4876">
                  <a:moveTo>
                    <a:pt x="1920" y="0"/>
                  </a:moveTo>
                  <a:lnTo>
                    <a:pt x="1920" y="2900"/>
                  </a:lnTo>
                  <a:lnTo>
                    <a:pt x="732" y="1712"/>
                  </a:lnTo>
                  <a:lnTo>
                    <a:pt x="0" y="2444"/>
                  </a:lnTo>
                  <a:lnTo>
                    <a:pt x="2445" y="4875"/>
                  </a:lnTo>
                  <a:lnTo>
                    <a:pt x="4875" y="2444"/>
                  </a:lnTo>
                  <a:lnTo>
                    <a:pt x="4143" y="1712"/>
                  </a:lnTo>
                  <a:lnTo>
                    <a:pt x="2956" y="2900"/>
                  </a:lnTo>
                  <a:lnTo>
                    <a:pt x="2956"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6" name="Google Shape;1306;p84"/>
          <p:cNvGrpSpPr/>
          <p:nvPr/>
        </p:nvGrpSpPr>
        <p:grpSpPr>
          <a:xfrm>
            <a:off x="3867397" y="1792000"/>
            <a:ext cx="290342" cy="217751"/>
            <a:chOff x="3867397" y="1792000"/>
            <a:chExt cx="290342" cy="217751"/>
          </a:xfrm>
        </p:grpSpPr>
        <p:sp>
          <p:nvSpPr>
            <p:cNvPr id="1307" name="Google Shape;1307;p84"/>
            <p:cNvSpPr/>
            <p:nvPr/>
          </p:nvSpPr>
          <p:spPr>
            <a:xfrm>
              <a:off x="3867397" y="1792000"/>
              <a:ext cx="290342" cy="203246"/>
            </a:xfrm>
            <a:custGeom>
              <a:rect b="b" l="l" r="r" t="t"/>
              <a:pathLst>
                <a:path extrusionOk="0" h="9668" w="13811">
                  <a:moveTo>
                    <a:pt x="8977" y="1"/>
                  </a:moveTo>
                  <a:cubicBezTo>
                    <a:pt x="7044" y="1"/>
                    <a:pt x="5386" y="1119"/>
                    <a:pt x="4613" y="2763"/>
                  </a:cubicBezTo>
                  <a:lnTo>
                    <a:pt x="3453" y="2763"/>
                  </a:lnTo>
                  <a:cubicBezTo>
                    <a:pt x="1547" y="2763"/>
                    <a:pt x="1" y="4295"/>
                    <a:pt x="1" y="6215"/>
                  </a:cubicBezTo>
                  <a:cubicBezTo>
                    <a:pt x="1" y="8121"/>
                    <a:pt x="1547" y="9667"/>
                    <a:pt x="3453" y="9667"/>
                  </a:cubicBezTo>
                  <a:lnTo>
                    <a:pt x="3453" y="8632"/>
                  </a:lnTo>
                  <a:cubicBezTo>
                    <a:pt x="2114" y="8632"/>
                    <a:pt x="1036" y="7541"/>
                    <a:pt x="1036" y="6215"/>
                  </a:cubicBezTo>
                  <a:cubicBezTo>
                    <a:pt x="1036" y="4875"/>
                    <a:pt x="2114" y="3798"/>
                    <a:pt x="3453" y="3798"/>
                  </a:cubicBezTo>
                  <a:lnTo>
                    <a:pt x="5262" y="3798"/>
                  </a:lnTo>
                  <a:lnTo>
                    <a:pt x="5538" y="3204"/>
                  </a:lnTo>
                  <a:cubicBezTo>
                    <a:pt x="6160" y="1920"/>
                    <a:pt x="7458" y="1036"/>
                    <a:pt x="8977" y="1036"/>
                  </a:cubicBezTo>
                  <a:cubicBezTo>
                    <a:pt x="11076" y="1036"/>
                    <a:pt x="12775" y="2735"/>
                    <a:pt x="12775" y="4834"/>
                  </a:cubicBezTo>
                  <a:cubicBezTo>
                    <a:pt x="12775" y="6436"/>
                    <a:pt x="11767" y="7817"/>
                    <a:pt x="10358" y="8369"/>
                  </a:cubicBezTo>
                  <a:lnTo>
                    <a:pt x="10358" y="9460"/>
                  </a:lnTo>
                  <a:cubicBezTo>
                    <a:pt x="12360" y="8866"/>
                    <a:pt x="13810" y="7016"/>
                    <a:pt x="13810" y="4834"/>
                  </a:cubicBezTo>
                  <a:cubicBezTo>
                    <a:pt x="13810" y="2155"/>
                    <a:pt x="11642" y="1"/>
                    <a:pt x="8977"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84"/>
            <p:cNvSpPr/>
            <p:nvPr/>
          </p:nvSpPr>
          <p:spPr>
            <a:xfrm>
              <a:off x="3961178" y="1907266"/>
              <a:ext cx="102506" cy="102485"/>
            </a:xfrm>
            <a:custGeom>
              <a:rect b="b" l="l" r="r" t="t"/>
              <a:pathLst>
                <a:path extrusionOk="0" h="4875" w="4876">
                  <a:moveTo>
                    <a:pt x="2445" y="0"/>
                  </a:moveTo>
                  <a:lnTo>
                    <a:pt x="0" y="2431"/>
                  </a:lnTo>
                  <a:lnTo>
                    <a:pt x="732" y="3162"/>
                  </a:lnTo>
                  <a:lnTo>
                    <a:pt x="1920" y="1975"/>
                  </a:lnTo>
                  <a:lnTo>
                    <a:pt x="1920" y="4875"/>
                  </a:lnTo>
                  <a:lnTo>
                    <a:pt x="2955" y="4875"/>
                  </a:lnTo>
                  <a:lnTo>
                    <a:pt x="2955" y="1975"/>
                  </a:lnTo>
                  <a:lnTo>
                    <a:pt x="4143" y="3162"/>
                  </a:lnTo>
                  <a:lnTo>
                    <a:pt x="4875" y="2431"/>
                  </a:lnTo>
                  <a:lnTo>
                    <a:pt x="2445"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9" name="Google Shape;1309;p84"/>
          <p:cNvGrpSpPr/>
          <p:nvPr/>
        </p:nvGrpSpPr>
        <p:grpSpPr>
          <a:xfrm>
            <a:off x="4436119" y="1755715"/>
            <a:ext cx="290342" cy="290342"/>
            <a:chOff x="4436119" y="1755715"/>
            <a:chExt cx="290342" cy="290342"/>
          </a:xfrm>
        </p:grpSpPr>
        <p:sp>
          <p:nvSpPr>
            <p:cNvPr id="1310" name="Google Shape;1310;p84"/>
            <p:cNvSpPr/>
            <p:nvPr/>
          </p:nvSpPr>
          <p:spPr>
            <a:xfrm>
              <a:off x="4436119" y="1755715"/>
              <a:ext cx="290342" cy="290342"/>
            </a:xfrm>
            <a:custGeom>
              <a:rect b="b" l="l" r="r" t="t"/>
              <a:pathLst>
                <a:path extrusionOk="0" h="13811" w="13811">
                  <a:moveTo>
                    <a:pt x="12402" y="6380"/>
                  </a:moveTo>
                  <a:cubicBezTo>
                    <a:pt x="12167" y="3743"/>
                    <a:pt x="10054" y="1644"/>
                    <a:pt x="7430" y="1395"/>
                  </a:cubicBezTo>
                  <a:lnTo>
                    <a:pt x="7430" y="0"/>
                  </a:lnTo>
                  <a:lnTo>
                    <a:pt x="6395" y="0"/>
                  </a:lnTo>
                  <a:lnTo>
                    <a:pt x="6395" y="1395"/>
                  </a:lnTo>
                  <a:cubicBezTo>
                    <a:pt x="3757" y="1644"/>
                    <a:pt x="1658" y="3743"/>
                    <a:pt x="1409" y="6380"/>
                  </a:cubicBezTo>
                  <a:lnTo>
                    <a:pt x="1" y="6380"/>
                  </a:lnTo>
                  <a:lnTo>
                    <a:pt x="1" y="7416"/>
                  </a:lnTo>
                  <a:lnTo>
                    <a:pt x="1409" y="7416"/>
                  </a:lnTo>
                  <a:cubicBezTo>
                    <a:pt x="1644" y="9999"/>
                    <a:pt x="3660" y="12070"/>
                    <a:pt x="6215" y="12388"/>
                  </a:cubicBezTo>
                  <a:lnTo>
                    <a:pt x="6215" y="13810"/>
                  </a:lnTo>
                  <a:lnTo>
                    <a:pt x="7596" y="13810"/>
                  </a:lnTo>
                  <a:lnTo>
                    <a:pt x="7596" y="12388"/>
                  </a:lnTo>
                  <a:cubicBezTo>
                    <a:pt x="10151" y="12056"/>
                    <a:pt x="12167" y="9999"/>
                    <a:pt x="12402" y="7416"/>
                  </a:cubicBezTo>
                  <a:lnTo>
                    <a:pt x="13811" y="7416"/>
                  </a:lnTo>
                  <a:lnTo>
                    <a:pt x="13811" y="6380"/>
                  </a:lnTo>
                  <a:close/>
                  <a:moveTo>
                    <a:pt x="6906" y="11393"/>
                  </a:moveTo>
                  <a:cubicBezTo>
                    <a:pt x="9391" y="11393"/>
                    <a:pt x="11394" y="9377"/>
                    <a:pt x="11394" y="6905"/>
                  </a:cubicBezTo>
                  <a:cubicBezTo>
                    <a:pt x="11394" y="4419"/>
                    <a:pt x="9391" y="2417"/>
                    <a:pt x="6906" y="2417"/>
                  </a:cubicBezTo>
                  <a:cubicBezTo>
                    <a:pt x="4420" y="2417"/>
                    <a:pt x="2418" y="4419"/>
                    <a:pt x="2418" y="6905"/>
                  </a:cubicBezTo>
                  <a:cubicBezTo>
                    <a:pt x="2418" y="9377"/>
                    <a:pt x="4420" y="11393"/>
                    <a:pt x="6906" y="11393"/>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84"/>
            <p:cNvSpPr/>
            <p:nvPr/>
          </p:nvSpPr>
          <p:spPr>
            <a:xfrm>
              <a:off x="4523215" y="1842811"/>
              <a:ext cx="116149" cy="116149"/>
            </a:xfrm>
            <a:custGeom>
              <a:rect b="b" l="l" r="r" t="t"/>
              <a:pathLst>
                <a:path extrusionOk="0" h="5525" w="5525">
                  <a:moveTo>
                    <a:pt x="2763" y="4488"/>
                  </a:moveTo>
                  <a:cubicBezTo>
                    <a:pt x="3716" y="4488"/>
                    <a:pt x="4489" y="3715"/>
                    <a:pt x="4489" y="2762"/>
                  </a:cubicBezTo>
                  <a:cubicBezTo>
                    <a:pt x="4489" y="1809"/>
                    <a:pt x="3716" y="1036"/>
                    <a:pt x="2763" y="1036"/>
                  </a:cubicBezTo>
                  <a:cubicBezTo>
                    <a:pt x="1810" y="1036"/>
                    <a:pt x="1036" y="1809"/>
                    <a:pt x="1036" y="2762"/>
                  </a:cubicBezTo>
                  <a:cubicBezTo>
                    <a:pt x="1036" y="3715"/>
                    <a:pt x="1810" y="4488"/>
                    <a:pt x="2763" y="4488"/>
                  </a:cubicBezTo>
                  <a:close/>
                  <a:moveTo>
                    <a:pt x="2763" y="5524"/>
                  </a:moveTo>
                  <a:cubicBezTo>
                    <a:pt x="4296" y="5524"/>
                    <a:pt x="5525" y="4281"/>
                    <a:pt x="5525" y="2762"/>
                  </a:cubicBezTo>
                  <a:cubicBezTo>
                    <a:pt x="5525" y="1229"/>
                    <a:pt x="4296" y="0"/>
                    <a:pt x="2763" y="0"/>
                  </a:cubicBezTo>
                  <a:cubicBezTo>
                    <a:pt x="1230" y="0"/>
                    <a:pt x="1" y="1229"/>
                    <a:pt x="1" y="2762"/>
                  </a:cubicBezTo>
                  <a:cubicBezTo>
                    <a:pt x="1" y="4281"/>
                    <a:pt x="1244" y="5524"/>
                    <a:pt x="2763" y="5524"/>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84"/>
          <p:cNvGrpSpPr/>
          <p:nvPr/>
        </p:nvGrpSpPr>
        <p:grpSpPr>
          <a:xfrm>
            <a:off x="5008624" y="1776906"/>
            <a:ext cx="290342" cy="247666"/>
            <a:chOff x="5008624" y="1776906"/>
            <a:chExt cx="290342" cy="247666"/>
          </a:xfrm>
        </p:grpSpPr>
        <p:sp>
          <p:nvSpPr>
            <p:cNvPr id="1313" name="Google Shape;1313;p84"/>
            <p:cNvSpPr/>
            <p:nvPr/>
          </p:nvSpPr>
          <p:spPr>
            <a:xfrm>
              <a:off x="5240881" y="1848319"/>
              <a:ext cx="58085" cy="176253"/>
            </a:xfrm>
            <a:custGeom>
              <a:rect b="b" l="l" r="r" t="t"/>
              <a:pathLst>
                <a:path extrusionOk="0" h="8384" w="2763">
                  <a:moveTo>
                    <a:pt x="1809" y="1"/>
                  </a:moveTo>
                  <a:lnTo>
                    <a:pt x="1050" y="760"/>
                  </a:lnTo>
                  <a:cubicBezTo>
                    <a:pt x="1478" y="1575"/>
                    <a:pt x="1727" y="2514"/>
                    <a:pt x="1727" y="3508"/>
                  </a:cubicBezTo>
                  <a:cubicBezTo>
                    <a:pt x="1727" y="5124"/>
                    <a:pt x="1064" y="6602"/>
                    <a:pt x="0" y="7651"/>
                  </a:cubicBezTo>
                  <a:lnTo>
                    <a:pt x="732" y="8383"/>
                  </a:lnTo>
                  <a:cubicBezTo>
                    <a:pt x="1989" y="7140"/>
                    <a:pt x="2762" y="5414"/>
                    <a:pt x="2762" y="3508"/>
                  </a:cubicBezTo>
                  <a:cubicBezTo>
                    <a:pt x="2762" y="2224"/>
                    <a:pt x="2417" y="1023"/>
                    <a:pt x="1809"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84"/>
            <p:cNvSpPr/>
            <p:nvPr/>
          </p:nvSpPr>
          <p:spPr>
            <a:xfrm>
              <a:off x="5008624" y="1776906"/>
              <a:ext cx="218928" cy="247666"/>
            </a:xfrm>
            <a:custGeom>
              <a:rect b="b" l="l" r="r" t="t"/>
              <a:pathLst>
                <a:path extrusionOk="0" h="11781" w="10414">
                  <a:moveTo>
                    <a:pt x="6905" y="0"/>
                  </a:moveTo>
                  <a:cubicBezTo>
                    <a:pt x="3094" y="0"/>
                    <a:pt x="1" y="3094"/>
                    <a:pt x="1" y="6905"/>
                  </a:cubicBezTo>
                  <a:cubicBezTo>
                    <a:pt x="1" y="8811"/>
                    <a:pt x="774" y="10537"/>
                    <a:pt x="2017" y="11780"/>
                  </a:cubicBezTo>
                  <a:lnTo>
                    <a:pt x="2749" y="11048"/>
                  </a:lnTo>
                  <a:cubicBezTo>
                    <a:pt x="1699" y="9999"/>
                    <a:pt x="1036" y="8521"/>
                    <a:pt x="1036" y="6905"/>
                  </a:cubicBezTo>
                  <a:cubicBezTo>
                    <a:pt x="1036" y="3660"/>
                    <a:pt x="3660" y="1036"/>
                    <a:pt x="6905" y="1036"/>
                  </a:cubicBezTo>
                  <a:cubicBezTo>
                    <a:pt x="7900" y="1036"/>
                    <a:pt x="8825" y="1285"/>
                    <a:pt x="9654" y="1713"/>
                  </a:cubicBezTo>
                  <a:lnTo>
                    <a:pt x="10413" y="953"/>
                  </a:lnTo>
                  <a:cubicBezTo>
                    <a:pt x="9377" y="346"/>
                    <a:pt x="8190" y="0"/>
                    <a:pt x="6905"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84"/>
            <p:cNvSpPr/>
            <p:nvPr/>
          </p:nvSpPr>
          <p:spPr>
            <a:xfrm>
              <a:off x="5124753" y="1812623"/>
              <a:ext cx="138202" cy="138496"/>
            </a:xfrm>
            <a:custGeom>
              <a:rect b="b" l="l" r="r" t="t"/>
              <a:pathLst>
                <a:path extrusionOk="0" h="6588" w="6574">
                  <a:moveTo>
                    <a:pt x="5842" y="0"/>
                  </a:moveTo>
                  <a:lnTo>
                    <a:pt x="1920" y="3936"/>
                  </a:lnTo>
                  <a:cubicBezTo>
                    <a:pt x="1754" y="3867"/>
                    <a:pt x="1575" y="3825"/>
                    <a:pt x="1381" y="3825"/>
                  </a:cubicBezTo>
                  <a:cubicBezTo>
                    <a:pt x="622" y="3825"/>
                    <a:pt x="0" y="4447"/>
                    <a:pt x="0" y="5206"/>
                  </a:cubicBezTo>
                  <a:cubicBezTo>
                    <a:pt x="0" y="5966"/>
                    <a:pt x="622" y="6587"/>
                    <a:pt x="1381" y="6587"/>
                  </a:cubicBezTo>
                  <a:cubicBezTo>
                    <a:pt x="2141" y="6587"/>
                    <a:pt x="2762" y="5966"/>
                    <a:pt x="2762" y="5206"/>
                  </a:cubicBezTo>
                  <a:cubicBezTo>
                    <a:pt x="2762" y="5013"/>
                    <a:pt x="2721" y="4833"/>
                    <a:pt x="2652" y="4668"/>
                  </a:cubicBezTo>
                  <a:lnTo>
                    <a:pt x="6574" y="746"/>
                  </a:lnTo>
                  <a:lnTo>
                    <a:pt x="584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6" name="Google Shape;1316;p84"/>
          <p:cNvGrpSpPr/>
          <p:nvPr/>
        </p:nvGrpSpPr>
        <p:grpSpPr>
          <a:xfrm>
            <a:off x="5593029" y="1770221"/>
            <a:ext cx="261310" cy="261310"/>
            <a:chOff x="5593029" y="1770221"/>
            <a:chExt cx="261310" cy="261310"/>
          </a:xfrm>
        </p:grpSpPr>
        <p:sp>
          <p:nvSpPr>
            <p:cNvPr id="1317" name="Google Shape;1317;p84"/>
            <p:cNvSpPr/>
            <p:nvPr/>
          </p:nvSpPr>
          <p:spPr>
            <a:xfrm>
              <a:off x="5593029" y="1949059"/>
              <a:ext cx="261310" cy="82471"/>
            </a:xfrm>
            <a:custGeom>
              <a:rect b="b" l="l" r="r" t="t"/>
              <a:pathLst>
                <a:path extrusionOk="0" h="3923" w="12430">
                  <a:moveTo>
                    <a:pt x="0" y="1"/>
                  </a:moveTo>
                  <a:lnTo>
                    <a:pt x="0" y="1216"/>
                  </a:lnTo>
                  <a:cubicBezTo>
                    <a:pt x="0" y="2790"/>
                    <a:pt x="2790" y="3923"/>
                    <a:pt x="6215" y="3923"/>
                  </a:cubicBezTo>
                  <a:cubicBezTo>
                    <a:pt x="9653" y="3923"/>
                    <a:pt x="12429" y="2790"/>
                    <a:pt x="12429" y="1216"/>
                  </a:cubicBezTo>
                  <a:lnTo>
                    <a:pt x="12429" y="1"/>
                  </a:lnTo>
                  <a:cubicBezTo>
                    <a:pt x="12125" y="235"/>
                    <a:pt x="11780" y="443"/>
                    <a:pt x="11393" y="608"/>
                  </a:cubicBezTo>
                  <a:lnTo>
                    <a:pt x="11393" y="1202"/>
                  </a:lnTo>
                  <a:cubicBezTo>
                    <a:pt x="11393" y="1326"/>
                    <a:pt x="11255" y="1754"/>
                    <a:pt x="10206" y="2210"/>
                  </a:cubicBezTo>
                  <a:cubicBezTo>
                    <a:pt x="9239" y="2611"/>
                    <a:pt x="7831" y="2887"/>
                    <a:pt x="6215" y="2887"/>
                  </a:cubicBezTo>
                  <a:cubicBezTo>
                    <a:pt x="4599" y="2887"/>
                    <a:pt x="3190" y="2611"/>
                    <a:pt x="2238" y="2210"/>
                  </a:cubicBezTo>
                  <a:cubicBezTo>
                    <a:pt x="1174" y="1754"/>
                    <a:pt x="1036" y="1326"/>
                    <a:pt x="1036" y="1202"/>
                  </a:cubicBezTo>
                  <a:lnTo>
                    <a:pt x="1036" y="608"/>
                  </a:lnTo>
                  <a:cubicBezTo>
                    <a:pt x="663" y="443"/>
                    <a:pt x="304" y="235"/>
                    <a:pt x="0"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84"/>
            <p:cNvSpPr/>
            <p:nvPr/>
          </p:nvSpPr>
          <p:spPr>
            <a:xfrm>
              <a:off x="5593029" y="1872705"/>
              <a:ext cx="261310" cy="86255"/>
            </a:xfrm>
            <a:custGeom>
              <a:rect b="b" l="l" r="r" t="t"/>
              <a:pathLst>
                <a:path extrusionOk="0" h="4103" w="12430">
                  <a:moveTo>
                    <a:pt x="0" y="1"/>
                  </a:moveTo>
                  <a:lnTo>
                    <a:pt x="0" y="1727"/>
                  </a:lnTo>
                  <a:cubicBezTo>
                    <a:pt x="0" y="3108"/>
                    <a:pt x="2790" y="4102"/>
                    <a:pt x="6215" y="4102"/>
                  </a:cubicBezTo>
                  <a:cubicBezTo>
                    <a:pt x="9653" y="4102"/>
                    <a:pt x="12429" y="3108"/>
                    <a:pt x="12429" y="1727"/>
                  </a:cubicBezTo>
                  <a:lnTo>
                    <a:pt x="12429" y="1"/>
                  </a:lnTo>
                  <a:cubicBezTo>
                    <a:pt x="12125" y="263"/>
                    <a:pt x="11766" y="484"/>
                    <a:pt x="11393" y="677"/>
                  </a:cubicBezTo>
                  <a:lnTo>
                    <a:pt x="11393" y="1727"/>
                  </a:lnTo>
                  <a:cubicBezTo>
                    <a:pt x="11393" y="1727"/>
                    <a:pt x="11393" y="1741"/>
                    <a:pt x="11380" y="1755"/>
                  </a:cubicBezTo>
                  <a:cubicBezTo>
                    <a:pt x="11366" y="1782"/>
                    <a:pt x="11338" y="1837"/>
                    <a:pt x="11242" y="1920"/>
                  </a:cubicBezTo>
                  <a:cubicBezTo>
                    <a:pt x="11062" y="2086"/>
                    <a:pt x="10744" y="2279"/>
                    <a:pt x="10247" y="2459"/>
                  </a:cubicBezTo>
                  <a:cubicBezTo>
                    <a:pt x="9267" y="2832"/>
                    <a:pt x="7844" y="3066"/>
                    <a:pt x="6215" y="3066"/>
                  </a:cubicBezTo>
                  <a:cubicBezTo>
                    <a:pt x="4585" y="3066"/>
                    <a:pt x="3163" y="2832"/>
                    <a:pt x="2182" y="2459"/>
                  </a:cubicBezTo>
                  <a:cubicBezTo>
                    <a:pt x="1685" y="2279"/>
                    <a:pt x="1368" y="2086"/>
                    <a:pt x="1188" y="1920"/>
                  </a:cubicBezTo>
                  <a:cubicBezTo>
                    <a:pt x="1105" y="1837"/>
                    <a:pt x="1064" y="1782"/>
                    <a:pt x="1050" y="1755"/>
                  </a:cubicBezTo>
                  <a:cubicBezTo>
                    <a:pt x="1036" y="1741"/>
                    <a:pt x="1036" y="1727"/>
                    <a:pt x="1036" y="1727"/>
                  </a:cubicBezTo>
                  <a:lnTo>
                    <a:pt x="1036" y="677"/>
                  </a:lnTo>
                  <a:cubicBezTo>
                    <a:pt x="677" y="484"/>
                    <a:pt x="318" y="263"/>
                    <a:pt x="0"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84"/>
            <p:cNvSpPr/>
            <p:nvPr/>
          </p:nvSpPr>
          <p:spPr>
            <a:xfrm>
              <a:off x="5593029" y="1770221"/>
              <a:ext cx="261310" cy="116149"/>
            </a:xfrm>
            <a:custGeom>
              <a:rect b="b" l="l" r="r" t="t"/>
              <a:pathLst>
                <a:path extrusionOk="0" h="5525" w="12430">
                  <a:moveTo>
                    <a:pt x="10206" y="3812"/>
                  </a:moveTo>
                  <a:cubicBezTo>
                    <a:pt x="11269" y="3370"/>
                    <a:pt x="11393" y="2942"/>
                    <a:pt x="11393" y="2832"/>
                  </a:cubicBezTo>
                  <a:cubicBezTo>
                    <a:pt x="11393" y="2708"/>
                    <a:pt x="11242" y="2252"/>
                    <a:pt x="10178" y="1769"/>
                  </a:cubicBezTo>
                  <a:cubicBezTo>
                    <a:pt x="9225" y="1327"/>
                    <a:pt x="7817" y="1037"/>
                    <a:pt x="6215" y="1037"/>
                  </a:cubicBezTo>
                  <a:cubicBezTo>
                    <a:pt x="4613" y="1037"/>
                    <a:pt x="3218" y="1327"/>
                    <a:pt x="2251" y="1769"/>
                  </a:cubicBezTo>
                  <a:cubicBezTo>
                    <a:pt x="1202" y="2252"/>
                    <a:pt x="1036" y="2708"/>
                    <a:pt x="1036" y="2832"/>
                  </a:cubicBezTo>
                  <a:cubicBezTo>
                    <a:pt x="1036" y="2942"/>
                    <a:pt x="1174" y="3370"/>
                    <a:pt x="2224" y="3812"/>
                  </a:cubicBezTo>
                  <a:cubicBezTo>
                    <a:pt x="3190" y="4227"/>
                    <a:pt x="4599" y="4489"/>
                    <a:pt x="6215" y="4489"/>
                  </a:cubicBezTo>
                  <a:cubicBezTo>
                    <a:pt x="7844" y="4489"/>
                    <a:pt x="9253" y="4213"/>
                    <a:pt x="10206" y="3812"/>
                  </a:cubicBezTo>
                  <a:close/>
                  <a:moveTo>
                    <a:pt x="6215" y="5525"/>
                  </a:moveTo>
                  <a:cubicBezTo>
                    <a:pt x="9653" y="5525"/>
                    <a:pt x="12429" y="4406"/>
                    <a:pt x="12429" y="2832"/>
                  </a:cubicBezTo>
                  <a:cubicBezTo>
                    <a:pt x="12429" y="1271"/>
                    <a:pt x="9653" y="1"/>
                    <a:pt x="6215" y="1"/>
                  </a:cubicBezTo>
                  <a:cubicBezTo>
                    <a:pt x="2790" y="1"/>
                    <a:pt x="0" y="1271"/>
                    <a:pt x="0" y="2832"/>
                  </a:cubicBezTo>
                  <a:cubicBezTo>
                    <a:pt x="0" y="4406"/>
                    <a:pt x="2790" y="5525"/>
                    <a:pt x="6215" y="5525"/>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0" name="Google Shape;1320;p84"/>
          <p:cNvGrpSpPr/>
          <p:nvPr/>
        </p:nvGrpSpPr>
        <p:grpSpPr>
          <a:xfrm>
            <a:off x="6170454" y="1755715"/>
            <a:ext cx="246804" cy="290342"/>
            <a:chOff x="6170454" y="1755715"/>
            <a:chExt cx="246804" cy="290342"/>
          </a:xfrm>
        </p:grpSpPr>
        <p:sp>
          <p:nvSpPr>
            <p:cNvPr id="1321" name="Google Shape;1321;p84"/>
            <p:cNvSpPr/>
            <p:nvPr/>
          </p:nvSpPr>
          <p:spPr>
            <a:xfrm>
              <a:off x="6170454" y="1755715"/>
              <a:ext cx="246804" cy="290342"/>
            </a:xfrm>
            <a:custGeom>
              <a:rect b="b" l="l" r="r" t="t"/>
              <a:pathLst>
                <a:path extrusionOk="0" h="13811" w="11740">
                  <a:moveTo>
                    <a:pt x="11739" y="13810"/>
                  </a:moveTo>
                  <a:lnTo>
                    <a:pt x="1" y="13810"/>
                  </a:lnTo>
                  <a:lnTo>
                    <a:pt x="1" y="0"/>
                  </a:lnTo>
                  <a:lnTo>
                    <a:pt x="8977" y="0"/>
                  </a:lnTo>
                  <a:lnTo>
                    <a:pt x="11739" y="2762"/>
                  </a:lnTo>
                  <a:close/>
                  <a:moveTo>
                    <a:pt x="10703" y="12774"/>
                  </a:moveTo>
                  <a:lnTo>
                    <a:pt x="1037" y="12774"/>
                  </a:lnTo>
                  <a:lnTo>
                    <a:pt x="1037" y="1036"/>
                  </a:lnTo>
                  <a:lnTo>
                    <a:pt x="8287" y="1036"/>
                  </a:lnTo>
                  <a:lnTo>
                    <a:pt x="8287" y="3453"/>
                  </a:lnTo>
                  <a:lnTo>
                    <a:pt x="10703" y="345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84"/>
            <p:cNvSpPr/>
            <p:nvPr/>
          </p:nvSpPr>
          <p:spPr>
            <a:xfrm>
              <a:off x="6228518" y="1860807"/>
              <a:ext cx="130676" cy="21800"/>
            </a:xfrm>
            <a:custGeom>
              <a:rect b="b" l="l" r="r" t="t"/>
              <a:pathLst>
                <a:path extrusionOk="0" h="1037" w="6216">
                  <a:moveTo>
                    <a:pt x="6215" y="1036"/>
                  </a:moveTo>
                  <a:lnTo>
                    <a:pt x="1" y="1036"/>
                  </a:lnTo>
                  <a:lnTo>
                    <a:pt x="1" y="0"/>
                  </a:lnTo>
                  <a:lnTo>
                    <a:pt x="6215"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84"/>
            <p:cNvSpPr/>
            <p:nvPr/>
          </p:nvSpPr>
          <p:spPr>
            <a:xfrm>
              <a:off x="6228518" y="1918871"/>
              <a:ext cx="101644" cy="21800"/>
            </a:xfrm>
            <a:custGeom>
              <a:rect b="b" l="l" r="r" t="t"/>
              <a:pathLst>
                <a:path extrusionOk="0" h="1037" w="4835">
                  <a:moveTo>
                    <a:pt x="4834" y="1036"/>
                  </a:moveTo>
                  <a:lnTo>
                    <a:pt x="1" y="1036"/>
                  </a:lnTo>
                  <a:lnTo>
                    <a:pt x="1" y="0"/>
                  </a:lnTo>
                  <a:lnTo>
                    <a:pt x="4834"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4" name="Google Shape;1324;p84"/>
          <p:cNvSpPr/>
          <p:nvPr/>
        </p:nvSpPr>
        <p:spPr>
          <a:xfrm>
            <a:off x="6766484" y="1741189"/>
            <a:ext cx="199461" cy="319374"/>
          </a:xfrm>
          <a:custGeom>
            <a:rect b="b" l="l" r="r" t="t"/>
            <a:pathLst>
              <a:path extrusionOk="0" h="15192" w="9488">
                <a:moveTo>
                  <a:pt x="4309" y="1"/>
                </a:moveTo>
                <a:lnTo>
                  <a:pt x="4309" y="2238"/>
                </a:lnTo>
                <a:lnTo>
                  <a:pt x="2928" y="2238"/>
                </a:lnTo>
                <a:cubicBezTo>
                  <a:pt x="1409" y="2238"/>
                  <a:pt x="166" y="3481"/>
                  <a:pt x="166" y="5000"/>
                </a:cubicBezTo>
                <a:cubicBezTo>
                  <a:pt x="166" y="6353"/>
                  <a:pt x="1146" y="7500"/>
                  <a:pt x="2472" y="7721"/>
                </a:cubicBezTo>
                <a:lnTo>
                  <a:pt x="7016" y="8480"/>
                </a:lnTo>
                <a:cubicBezTo>
                  <a:pt x="7844" y="8618"/>
                  <a:pt x="8452" y="9336"/>
                  <a:pt x="8452" y="10179"/>
                </a:cubicBezTo>
                <a:cubicBezTo>
                  <a:pt x="8452" y="11131"/>
                  <a:pt x="7678" y="11905"/>
                  <a:pt x="6726" y="11905"/>
                </a:cubicBezTo>
                <a:lnTo>
                  <a:pt x="0" y="11905"/>
                </a:lnTo>
                <a:lnTo>
                  <a:pt x="0" y="12941"/>
                </a:lnTo>
                <a:lnTo>
                  <a:pt x="4309" y="12941"/>
                </a:lnTo>
                <a:lnTo>
                  <a:pt x="4309" y="15192"/>
                </a:lnTo>
                <a:lnTo>
                  <a:pt x="5345" y="15192"/>
                </a:lnTo>
                <a:lnTo>
                  <a:pt x="5345" y="12941"/>
                </a:lnTo>
                <a:lnTo>
                  <a:pt x="6726" y="12941"/>
                </a:lnTo>
                <a:cubicBezTo>
                  <a:pt x="8258" y="12941"/>
                  <a:pt x="9487" y="11712"/>
                  <a:pt x="9487" y="10179"/>
                </a:cubicBezTo>
                <a:cubicBezTo>
                  <a:pt x="9487" y="8839"/>
                  <a:pt x="8507" y="7679"/>
                  <a:pt x="7181" y="7458"/>
                </a:cubicBezTo>
                <a:lnTo>
                  <a:pt x="2652" y="6699"/>
                </a:lnTo>
                <a:cubicBezTo>
                  <a:pt x="1809" y="6560"/>
                  <a:pt x="1202" y="5842"/>
                  <a:pt x="1202" y="5000"/>
                </a:cubicBezTo>
                <a:cubicBezTo>
                  <a:pt x="1202" y="4047"/>
                  <a:pt x="1975" y="3274"/>
                  <a:pt x="2928" y="3274"/>
                </a:cubicBezTo>
                <a:lnTo>
                  <a:pt x="8976" y="3274"/>
                </a:lnTo>
                <a:lnTo>
                  <a:pt x="8976" y="2238"/>
                </a:lnTo>
                <a:lnTo>
                  <a:pt x="5345" y="2238"/>
                </a:lnTo>
                <a:lnTo>
                  <a:pt x="5345"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5" name="Google Shape;1325;p84"/>
          <p:cNvGrpSpPr/>
          <p:nvPr/>
        </p:nvGrpSpPr>
        <p:grpSpPr>
          <a:xfrm>
            <a:off x="7322424" y="1786492"/>
            <a:ext cx="232278" cy="228494"/>
            <a:chOff x="7322424" y="1786492"/>
            <a:chExt cx="232278" cy="228494"/>
          </a:xfrm>
        </p:grpSpPr>
        <p:sp>
          <p:nvSpPr>
            <p:cNvPr id="1326" name="Google Shape;1326;p84"/>
            <p:cNvSpPr/>
            <p:nvPr/>
          </p:nvSpPr>
          <p:spPr>
            <a:xfrm>
              <a:off x="7351162" y="1786492"/>
              <a:ext cx="175096" cy="167823"/>
            </a:xfrm>
            <a:custGeom>
              <a:rect b="b" l="l" r="r" t="t"/>
              <a:pathLst>
                <a:path extrusionOk="0" h="7983" w="8329">
                  <a:moveTo>
                    <a:pt x="3647" y="0"/>
                  </a:moveTo>
                  <a:lnTo>
                    <a:pt x="3647" y="5994"/>
                  </a:lnTo>
                  <a:lnTo>
                    <a:pt x="733" y="3080"/>
                  </a:lnTo>
                  <a:lnTo>
                    <a:pt x="1" y="3812"/>
                  </a:lnTo>
                  <a:lnTo>
                    <a:pt x="4158" y="7982"/>
                  </a:lnTo>
                  <a:lnTo>
                    <a:pt x="8328" y="3812"/>
                  </a:lnTo>
                  <a:lnTo>
                    <a:pt x="7596" y="3080"/>
                  </a:lnTo>
                  <a:lnTo>
                    <a:pt x="4682" y="5994"/>
                  </a:lnTo>
                  <a:lnTo>
                    <a:pt x="468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84"/>
            <p:cNvSpPr/>
            <p:nvPr/>
          </p:nvSpPr>
          <p:spPr>
            <a:xfrm>
              <a:off x="7322424" y="1993185"/>
              <a:ext cx="232278" cy="21800"/>
            </a:xfrm>
            <a:custGeom>
              <a:rect b="b" l="l" r="r" t="t"/>
              <a:pathLst>
                <a:path extrusionOk="0" h="1037" w="11049">
                  <a:moveTo>
                    <a:pt x="11048" y="1036"/>
                  </a:moveTo>
                  <a:lnTo>
                    <a:pt x="1" y="1036"/>
                  </a:lnTo>
                  <a:lnTo>
                    <a:pt x="1" y="1"/>
                  </a:lnTo>
                  <a:lnTo>
                    <a:pt x="11048"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8" name="Google Shape;1328;p84"/>
          <p:cNvSpPr/>
          <p:nvPr/>
        </p:nvSpPr>
        <p:spPr>
          <a:xfrm>
            <a:off x="7894930" y="1755715"/>
            <a:ext cx="232278" cy="290342"/>
          </a:xfrm>
          <a:custGeom>
            <a:rect b="b" l="l" r="r" t="t"/>
            <a:pathLst>
              <a:path extrusionOk="0" h="13811" w="11049">
                <a:moveTo>
                  <a:pt x="9018" y="5469"/>
                </a:moveTo>
                <a:lnTo>
                  <a:pt x="9032" y="5483"/>
                </a:lnTo>
                <a:cubicBezTo>
                  <a:pt x="9640" y="6242"/>
                  <a:pt x="10012" y="7223"/>
                  <a:pt x="10012" y="8286"/>
                </a:cubicBezTo>
                <a:cubicBezTo>
                  <a:pt x="10012" y="10758"/>
                  <a:pt x="8010" y="12774"/>
                  <a:pt x="5524" y="12774"/>
                </a:cubicBezTo>
                <a:cubicBezTo>
                  <a:pt x="3052" y="12774"/>
                  <a:pt x="1036" y="10758"/>
                  <a:pt x="1036" y="8286"/>
                </a:cubicBezTo>
                <a:cubicBezTo>
                  <a:pt x="1036" y="7223"/>
                  <a:pt x="1409" y="6242"/>
                  <a:pt x="2017" y="5483"/>
                </a:cubicBezTo>
                <a:lnTo>
                  <a:pt x="2030" y="5469"/>
                </a:lnTo>
                <a:cubicBezTo>
                  <a:pt x="2900" y="4378"/>
                  <a:pt x="3840" y="3370"/>
                  <a:pt x="4806" y="2320"/>
                </a:cubicBezTo>
                <a:cubicBezTo>
                  <a:pt x="5041" y="2072"/>
                  <a:pt x="5276" y="1809"/>
                  <a:pt x="5524" y="1547"/>
                </a:cubicBezTo>
                <a:close/>
                <a:moveTo>
                  <a:pt x="5524" y="0"/>
                </a:moveTo>
                <a:cubicBezTo>
                  <a:pt x="5290" y="249"/>
                  <a:pt x="5055" y="511"/>
                  <a:pt x="4820" y="760"/>
                </a:cubicBezTo>
                <a:cubicBezTo>
                  <a:pt x="4571" y="1036"/>
                  <a:pt x="4323" y="1312"/>
                  <a:pt x="4074" y="1588"/>
                </a:cubicBezTo>
                <a:cubicBezTo>
                  <a:pt x="3094" y="2638"/>
                  <a:pt x="2113" y="3701"/>
                  <a:pt x="1216" y="4820"/>
                </a:cubicBezTo>
                <a:lnTo>
                  <a:pt x="1216" y="4834"/>
                </a:lnTo>
                <a:cubicBezTo>
                  <a:pt x="456" y="5773"/>
                  <a:pt x="0" y="6974"/>
                  <a:pt x="0" y="8286"/>
                </a:cubicBezTo>
                <a:cubicBezTo>
                  <a:pt x="0" y="11338"/>
                  <a:pt x="2472" y="13810"/>
                  <a:pt x="5524" y="13810"/>
                </a:cubicBezTo>
                <a:cubicBezTo>
                  <a:pt x="8576" y="13810"/>
                  <a:pt x="11048" y="11324"/>
                  <a:pt x="11048" y="8286"/>
                </a:cubicBezTo>
                <a:cubicBezTo>
                  <a:pt x="11048" y="7416"/>
                  <a:pt x="10841" y="6588"/>
                  <a:pt x="10496" y="5869"/>
                </a:cubicBezTo>
                <a:cubicBezTo>
                  <a:pt x="10316" y="5497"/>
                  <a:pt x="10095" y="5151"/>
                  <a:pt x="9833" y="4834"/>
                </a:cubicBezTo>
                <a:lnTo>
                  <a:pt x="9833" y="4834"/>
                </a:lnTo>
                <a:lnTo>
                  <a:pt x="9833" y="4834"/>
                </a:lnTo>
                <a:lnTo>
                  <a:pt x="9847" y="483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84"/>
          <p:cNvSpPr/>
          <p:nvPr/>
        </p:nvSpPr>
        <p:spPr>
          <a:xfrm>
            <a:off x="8470631" y="1759205"/>
            <a:ext cx="218613" cy="283068"/>
          </a:xfrm>
          <a:custGeom>
            <a:rect b="b" l="l" r="r" t="t"/>
            <a:pathLst>
              <a:path extrusionOk="0" h="13465" w="10399">
                <a:moveTo>
                  <a:pt x="7595" y="0"/>
                </a:moveTo>
                <a:cubicBezTo>
                  <a:pt x="4820" y="0"/>
                  <a:pt x="2541" y="2072"/>
                  <a:pt x="1809" y="4833"/>
                </a:cubicBezTo>
                <a:lnTo>
                  <a:pt x="0" y="4833"/>
                </a:lnTo>
                <a:lnTo>
                  <a:pt x="0" y="5869"/>
                </a:lnTo>
                <a:lnTo>
                  <a:pt x="1616" y="5869"/>
                </a:lnTo>
                <a:cubicBezTo>
                  <a:pt x="1574" y="6159"/>
                  <a:pt x="1561" y="6449"/>
                  <a:pt x="1561" y="6739"/>
                </a:cubicBezTo>
                <a:cubicBezTo>
                  <a:pt x="1561" y="7029"/>
                  <a:pt x="1574" y="7319"/>
                  <a:pt x="1616" y="7595"/>
                </a:cubicBezTo>
                <a:lnTo>
                  <a:pt x="0" y="7595"/>
                </a:lnTo>
                <a:lnTo>
                  <a:pt x="0" y="8631"/>
                </a:lnTo>
                <a:lnTo>
                  <a:pt x="1809" y="8631"/>
                </a:lnTo>
                <a:cubicBezTo>
                  <a:pt x="2541" y="11393"/>
                  <a:pt x="4820" y="13465"/>
                  <a:pt x="7595" y="13465"/>
                </a:cubicBezTo>
                <a:cubicBezTo>
                  <a:pt x="8603" y="13465"/>
                  <a:pt x="9556" y="13188"/>
                  <a:pt x="10399" y="12705"/>
                </a:cubicBezTo>
                <a:lnTo>
                  <a:pt x="9874" y="11807"/>
                </a:lnTo>
                <a:cubicBezTo>
                  <a:pt x="9184" y="12208"/>
                  <a:pt x="8410" y="12429"/>
                  <a:pt x="7595" y="12429"/>
                </a:cubicBezTo>
                <a:cubicBezTo>
                  <a:pt x="5455" y="12429"/>
                  <a:pt x="3577" y="10868"/>
                  <a:pt x="2872" y="8631"/>
                </a:cubicBezTo>
                <a:lnTo>
                  <a:pt x="6905" y="8631"/>
                </a:lnTo>
                <a:lnTo>
                  <a:pt x="6905" y="7595"/>
                </a:lnTo>
                <a:lnTo>
                  <a:pt x="2652" y="7595"/>
                </a:lnTo>
                <a:cubicBezTo>
                  <a:pt x="2610" y="7319"/>
                  <a:pt x="2596" y="7029"/>
                  <a:pt x="2596" y="6739"/>
                </a:cubicBezTo>
                <a:cubicBezTo>
                  <a:pt x="2596" y="6435"/>
                  <a:pt x="2610" y="6159"/>
                  <a:pt x="2652" y="5869"/>
                </a:cubicBezTo>
                <a:lnTo>
                  <a:pt x="6905" y="5869"/>
                </a:lnTo>
                <a:lnTo>
                  <a:pt x="6905" y="4833"/>
                </a:lnTo>
                <a:lnTo>
                  <a:pt x="2872" y="4833"/>
                </a:lnTo>
                <a:cubicBezTo>
                  <a:pt x="3577" y="2596"/>
                  <a:pt x="5455" y="1036"/>
                  <a:pt x="7595" y="1036"/>
                </a:cubicBezTo>
                <a:cubicBezTo>
                  <a:pt x="8424" y="1036"/>
                  <a:pt x="9184" y="1257"/>
                  <a:pt x="9874" y="1657"/>
                </a:cubicBezTo>
                <a:lnTo>
                  <a:pt x="10399" y="760"/>
                </a:lnTo>
                <a:cubicBezTo>
                  <a:pt x="9556" y="276"/>
                  <a:pt x="8603" y="0"/>
                  <a:pt x="7595"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0" name="Google Shape;1330;p84"/>
          <p:cNvGrpSpPr/>
          <p:nvPr/>
        </p:nvGrpSpPr>
        <p:grpSpPr>
          <a:xfrm>
            <a:off x="2725896" y="2261432"/>
            <a:ext cx="290321" cy="290342"/>
            <a:chOff x="2725896" y="2261432"/>
            <a:chExt cx="290321" cy="290342"/>
          </a:xfrm>
        </p:grpSpPr>
        <p:sp>
          <p:nvSpPr>
            <p:cNvPr id="1331" name="Google Shape;1331;p84"/>
            <p:cNvSpPr/>
            <p:nvPr/>
          </p:nvSpPr>
          <p:spPr>
            <a:xfrm>
              <a:off x="2812698" y="2370014"/>
              <a:ext cx="124264" cy="95547"/>
            </a:xfrm>
            <a:custGeom>
              <a:rect b="b" l="l" r="r" t="t"/>
              <a:pathLst>
                <a:path extrusionOk="0" h="4545" w="5911">
                  <a:moveTo>
                    <a:pt x="5179" y="1"/>
                  </a:moveTo>
                  <a:lnTo>
                    <a:pt x="5911" y="733"/>
                  </a:lnTo>
                  <a:lnTo>
                    <a:pt x="2085" y="4544"/>
                  </a:lnTo>
                  <a:lnTo>
                    <a:pt x="0" y="2459"/>
                  </a:lnTo>
                  <a:lnTo>
                    <a:pt x="732" y="1727"/>
                  </a:lnTo>
                  <a:lnTo>
                    <a:pt x="2085" y="308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84"/>
            <p:cNvSpPr/>
            <p:nvPr/>
          </p:nvSpPr>
          <p:spPr>
            <a:xfrm>
              <a:off x="2725896" y="2261432"/>
              <a:ext cx="290321" cy="290342"/>
            </a:xfrm>
            <a:custGeom>
              <a:rect b="b" l="l" r="r" t="t"/>
              <a:pathLst>
                <a:path extrusionOk="0" h="13811" w="13810">
                  <a:moveTo>
                    <a:pt x="9846" y="1382"/>
                  </a:moveTo>
                  <a:lnTo>
                    <a:pt x="3977" y="1382"/>
                  </a:lnTo>
                  <a:lnTo>
                    <a:pt x="3977" y="1"/>
                  </a:lnTo>
                  <a:lnTo>
                    <a:pt x="2941" y="1"/>
                  </a:lnTo>
                  <a:lnTo>
                    <a:pt x="2941" y="1382"/>
                  </a:lnTo>
                  <a:lnTo>
                    <a:pt x="0" y="1382"/>
                  </a:lnTo>
                  <a:lnTo>
                    <a:pt x="0" y="13811"/>
                  </a:lnTo>
                  <a:lnTo>
                    <a:pt x="13810" y="13811"/>
                  </a:lnTo>
                  <a:lnTo>
                    <a:pt x="13810" y="1382"/>
                  </a:lnTo>
                  <a:lnTo>
                    <a:pt x="10882" y="1382"/>
                  </a:lnTo>
                  <a:lnTo>
                    <a:pt x="10882" y="1"/>
                  </a:lnTo>
                  <a:lnTo>
                    <a:pt x="9846" y="1"/>
                  </a:lnTo>
                  <a:close/>
                  <a:moveTo>
                    <a:pt x="12774" y="2418"/>
                  </a:moveTo>
                  <a:lnTo>
                    <a:pt x="1036" y="2418"/>
                  </a:lnTo>
                  <a:lnTo>
                    <a:pt x="1036" y="12775"/>
                  </a:lnTo>
                  <a:lnTo>
                    <a:pt x="12774" y="12775"/>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3" name="Google Shape;1333;p84"/>
          <p:cNvSpPr/>
          <p:nvPr/>
        </p:nvSpPr>
        <p:spPr>
          <a:xfrm>
            <a:off x="3289089" y="2268412"/>
            <a:ext cx="305436" cy="268857"/>
          </a:xfrm>
          <a:custGeom>
            <a:rect b="b" l="l" r="r" t="t"/>
            <a:pathLst>
              <a:path extrusionOk="0" h="12789" w="14529">
                <a:moveTo>
                  <a:pt x="7265" y="3674"/>
                </a:moveTo>
                <a:lnTo>
                  <a:pt x="5815" y="2182"/>
                </a:lnTo>
                <a:cubicBezTo>
                  <a:pt x="4807" y="1133"/>
                  <a:pt x="3177" y="1133"/>
                  <a:pt x="2169" y="2182"/>
                </a:cubicBezTo>
                <a:cubicBezTo>
                  <a:pt x="1133" y="3246"/>
                  <a:pt x="1133" y="4972"/>
                  <a:pt x="2169" y="6035"/>
                </a:cubicBezTo>
                <a:lnTo>
                  <a:pt x="7265" y="11297"/>
                </a:lnTo>
                <a:lnTo>
                  <a:pt x="12360" y="6035"/>
                </a:lnTo>
                <a:cubicBezTo>
                  <a:pt x="13382" y="4972"/>
                  <a:pt x="13382" y="3246"/>
                  <a:pt x="12360" y="2182"/>
                </a:cubicBezTo>
                <a:cubicBezTo>
                  <a:pt x="11352" y="1133"/>
                  <a:pt x="9723" y="1133"/>
                  <a:pt x="8701" y="2182"/>
                </a:cubicBezTo>
                <a:lnTo>
                  <a:pt x="7265" y="3674"/>
                </a:lnTo>
                <a:close/>
                <a:moveTo>
                  <a:pt x="7265" y="12788"/>
                </a:moveTo>
                <a:lnTo>
                  <a:pt x="1423" y="6767"/>
                </a:lnTo>
                <a:cubicBezTo>
                  <a:pt x="1" y="5303"/>
                  <a:pt x="1" y="2928"/>
                  <a:pt x="1423" y="1464"/>
                </a:cubicBezTo>
                <a:cubicBezTo>
                  <a:pt x="2832" y="0"/>
                  <a:pt x="5124" y="0"/>
                  <a:pt x="6547" y="1436"/>
                </a:cubicBezTo>
                <a:lnTo>
                  <a:pt x="6560" y="1464"/>
                </a:lnTo>
                <a:lnTo>
                  <a:pt x="7265" y="2182"/>
                </a:lnTo>
                <a:lnTo>
                  <a:pt x="7969" y="1464"/>
                </a:lnTo>
                <a:lnTo>
                  <a:pt x="7983" y="1436"/>
                </a:lnTo>
                <a:cubicBezTo>
                  <a:pt x="9405" y="0"/>
                  <a:pt x="11698" y="0"/>
                  <a:pt x="13106" y="1464"/>
                </a:cubicBezTo>
                <a:cubicBezTo>
                  <a:pt x="14529" y="2928"/>
                  <a:pt x="14529" y="5303"/>
                  <a:pt x="13106" y="6767"/>
                </a:cubicBezTo>
                <a:lnTo>
                  <a:pt x="7265" y="12788"/>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4" name="Google Shape;1334;p84"/>
          <p:cNvGrpSpPr/>
          <p:nvPr/>
        </p:nvGrpSpPr>
        <p:grpSpPr>
          <a:xfrm>
            <a:off x="3896429" y="2261432"/>
            <a:ext cx="232278" cy="290342"/>
            <a:chOff x="3896429" y="2261432"/>
            <a:chExt cx="232278" cy="290342"/>
          </a:xfrm>
        </p:grpSpPr>
        <p:sp>
          <p:nvSpPr>
            <p:cNvPr id="1335" name="Google Shape;1335;p84"/>
            <p:cNvSpPr/>
            <p:nvPr/>
          </p:nvSpPr>
          <p:spPr>
            <a:xfrm>
              <a:off x="3896429" y="2261432"/>
              <a:ext cx="232278" cy="290342"/>
            </a:xfrm>
            <a:custGeom>
              <a:rect b="b" l="l" r="r" t="t"/>
              <a:pathLst>
                <a:path extrusionOk="0" h="13811" w="11049">
                  <a:moveTo>
                    <a:pt x="11048" y="13811"/>
                  </a:moveTo>
                  <a:lnTo>
                    <a:pt x="1" y="13811"/>
                  </a:lnTo>
                  <a:lnTo>
                    <a:pt x="1" y="1"/>
                  </a:lnTo>
                  <a:lnTo>
                    <a:pt x="8286" y="1"/>
                  </a:lnTo>
                  <a:lnTo>
                    <a:pt x="11048" y="2763"/>
                  </a:lnTo>
                  <a:close/>
                  <a:moveTo>
                    <a:pt x="10013" y="12775"/>
                  </a:moveTo>
                  <a:lnTo>
                    <a:pt x="1036" y="12775"/>
                  </a:lnTo>
                  <a:lnTo>
                    <a:pt x="1036" y="1037"/>
                  </a:lnTo>
                  <a:lnTo>
                    <a:pt x="7596" y="1037"/>
                  </a:lnTo>
                  <a:lnTo>
                    <a:pt x="7596" y="3453"/>
                  </a:lnTo>
                  <a:lnTo>
                    <a:pt x="10013" y="345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84"/>
            <p:cNvSpPr/>
            <p:nvPr/>
          </p:nvSpPr>
          <p:spPr>
            <a:xfrm>
              <a:off x="3961746" y="2355781"/>
              <a:ext cx="101644" cy="101644"/>
            </a:xfrm>
            <a:custGeom>
              <a:rect b="b" l="l" r="r" t="t"/>
              <a:pathLst>
                <a:path extrusionOk="0" h="4835" w="4835">
                  <a:moveTo>
                    <a:pt x="1893" y="1"/>
                  </a:moveTo>
                  <a:lnTo>
                    <a:pt x="1893" y="1893"/>
                  </a:lnTo>
                  <a:lnTo>
                    <a:pt x="1" y="1893"/>
                  </a:lnTo>
                  <a:lnTo>
                    <a:pt x="1" y="2929"/>
                  </a:lnTo>
                  <a:lnTo>
                    <a:pt x="1893" y="2929"/>
                  </a:lnTo>
                  <a:lnTo>
                    <a:pt x="1893" y="4834"/>
                  </a:lnTo>
                  <a:lnTo>
                    <a:pt x="2928" y="4834"/>
                  </a:lnTo>
                  <a:lnTo>
                    <a:pt x="2928" y="2929"/>
                  </a:lnTo>
                  <a:lnTo>
                    <a:pt x="4834" y="2929"/>
                  </a:lnTo>
                  <a:lnTo>
                    <a:pt x="4834" y="1893"/>
                  </a:lnTo>
                  <a:lnTo>
                    <a:pt x="2928" y="1893"/>
                  </a:lnTo>
                  <a:lnTo>
                    <a:pt x="2928"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7" name="Google Shape;1337;p84"/>
          <p:cNvGrpSpPr/>
          <p:nvPr/>
        </p:nvGrpSpPr>
        <p:grpSpPr>
          <a:xfrm>
            <a:off x="4465151" y="2261432"/>
            <a:ext cx="232278" cy="290342"/>
            <a:chOff x="4465151" y="2261432"/>
            <a:chExt cx="232278" cy="290342"/>
          </a:xfrm>
        </p:grpSpPr>
        <p:sp>
          <p:nvSpPr>
            <p:cNvPr id="1338" name="Google Shape;1338;p84"/>
            <p:cNvSpPr/>
            <p:nvPr/>
          </p:nvSpPr>
          <p:spPr>
            <a:xfrm>
              <a:off x="4465151" y="2261432"/>
              <a:ext cx="232278" cy="290342"/>
            </a:xfrm>
            <a:custGeom>
              <a:rect b="b" l="l" r="r" t="t"/>
              <a:pathLst>
                <a:path extrusionOk="0" h="13811" w="11049">
                  <a:moveTo>
                    <a:pt x="11049" y="13811"/>
                  </a:moveTo>
                  <a:lnTo>
                    <a:pt x="1" y="13811"/>
                  </a:lnTo>
                  <a:lnTo>
                    <a:pt x="1" y="1"/>
                  </a:lnTo>
                  <a:lnTo>
                    <a:pt x="8287" y="1"/>
                  </a:lnTo>
                  <a:lnTo>
                    <a:pt x="11049" y="2763"/>
                  </a:lnTo>
                  <a:close/>
                  <a:moveTo>
                    <a:pt x="10013" y="12775"/>
                  </a:moveTo>
                  <a:lnTo>
                    <a:pt x="1037" y="12775"/>
                  </a:lnTo>
                  <a:lnTo>
                    <a:pt x="1037" y="1037"/>
                  </a:lnTo>
                  <a:lnTo>
                    <a:pt x="7596" y="1037"/>
                  </a:lnTo>
                  <a:lnTo>
                    <a:pt x="7596" y="3453"/>
                  </a:lnTo>
                  <a:lnTo>
                    <a:pt x="10013" y="345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84"/>
            <p:cNvSpPr/>
            <p:nvPr/>
          </p:nvSpPr>
          <p:spPr>
            <a:xfrm>
              <a:off x="4519746" y="2424588"/>
              <a:ext cx="123402" cy="54616"/>
            </a:xfrm>
            <a:custGeom>
              <a:rect b="b" l="l" r="r" t="t"/>
              <a:pathLst>
                <a:path extrusionOk="0" h="2598" w="5870">
                  <a:moveTo>
                    <a:pt x="1892" y="1050"/>
                  </a:moveTo>
                  <a:cubicBezTo>
                    <a:pt x="1422" y="1050"/>
                    <a:pt x="1036" y="1437"/>
                    <a:pt x="1036" y="1907"/>
                  </a:cubicBezTo>
                  <a:lnTo>
                    <a:pt x="1036" y="2597"/>
                  </a:lnTo>
                  <a:lnTo>
                    <a:pt x="0" y="2597"/>
                  </a:lnTo>
                  <a:lnTo>
                    <a:pt x="0" y="1907"/>
                  </a:lnTo>
                  <a:cubicBezTo>
                    <a:pt x="0" y="857"/>
                    <a:pt x="842" y="1"/>
                    <a:pt x="1892" y="1"/>
                  </a:cubicBezTo>
                  <a:lnTo>
                    <a:pt x="3963" y="1"/>
                  </a:lnTo>
                  <a:cubicBezTo>
                    <a:pt x="5013" y="1"/>
                    <a:pt x="5869" y="857"/>
                    <a:pt x="5869" y="1907"/>
                  </a:cubicBezTo>
                  <a:lnTo>
                    <a:pt x="5869" y="2597"/>
                  </a:lnTo>
                  <a:lnTo>
                    <a:pt x="4833" y="2597"/>
                  </a:lnTo>
                  <a:lnTo>
                    <a:pt x="4833" y="1907"/>
                  </a:lnTo>
                  <a:cubicBezTo>
                    <a:pt x="4833" y="1437"/>
                    <a:pt x="4447" y="1050"/>
                    <a:pt x="3963" y="105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84"/>
            <p:cNvSpPr/>
            <p:nvPr/>
          </p:nvSpPr>
          <p:spPr>
            <a:xfrm>
              <a:off x="4552247" y="2348529"/>
              <a:ext cx="58085" cy="58085"/>
            </a:xfrm>
            <a:custGeom>
              <a:rect b="b" l="l" r="r" t="t"/>
              <a:pathLst>
                <a:path extrusionOk="0" h="2763" w="2763">
                  <a:moveTo>
                    <a:pt x="1382" y="1"/>
                  </a:moveTo>
                  <a:cubicBezTo>
                    <a:pt x="622" y="1"/>
                    <a:pt x="1" y="622"/>
                    <a:pt x="1" y="1382"/>
                  </a:cubicBezTo>
                  <a:cubicBezTo>
                    <a:pt x="1" y="2141"/>
                    <a:pt x="622" y="2763"/>
                    <a:pt x="1382" y="2763"/>
                  </a:cubicBezTo>
                  <a:cubicBezTo>
                    <a:pt x="2141" y="2763"/>
                    <a:pt x="2763" y="2141"/>
                    <a:pt x="2763" y="1382"/>
                  </a:cubicBezTo>
                  <a:cubicBezTo>
                    <a:pt x="2763" y="622"/>
                    <a:pt x="2141" y="1"/>
                    <a:pt x="1382"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1" name="Google Shape;1341;p84"/>
          <p:cNvSpPr/>
          <p:nvPr/>
        </p:nvSpPr>
        <p:spPr>
          <a:xfrm>
            <a:off x="5037657" y="2261432"/>
            <a:ext cx="232278" cy="290342"/>
          </a:xfrm>
          <a:custGeom>
            <a:rect b="b" l="l" r="r" t="t"/>
            <a:pathLst>
              <a:path extrusionOk="0" h="13811" w="11049">
                <a:moveTo>
                  <a:pt x="11048" y="13811"/>
                </a:moveTo>
                <a:lnTo>
                  <a:pt x="1" y="13811"/>
                </a:lnTo>
                <a:lnTo>
                  <a:pt x="1" y="1"/>
                </a:lnTo>
                <a:lnTo>
                  <a:pt x="8286" y="1"/>
                </a:lnTo>
                <a:lnTo>
                  <a:pt x="11048" y="2763"/>
                </a:lnTo>
                <a:close/>
                <a:moveTo>
                  <a:pt x="10013" y="12775"/>
                </a:moveTo>
                <a:lnTo>
                  <a:pt x="1036" y="12775"/>
                </a:lnTo>
                <a:lnTo>
                  <a:pt x="1036" y="1037"/>
                </a:lnTo>
                <a:lnTo>
                  <a:pt x="7596" y="1037"/>
                </a:lnTo>
                <a:lnTo>
                  <a:pt x="7596" y="3453"/>
                </a:lnTo>
                <a:lnTo>
                  <a:pt x="10013" y="345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2" name="Google Shape;1342;p84"/>
          <p:cNvGrpSpPr/>
          <p:nvPr/>
        </p:nvGrpSpPr>
        <p:grpSpPr>
          <a:xfrm>
            <a:off x="5593029" y="2261432"/>
            <a:ext cx="261310" cy="290342"/>
            <a:chOff x="5593029" y="2261432"/>
            <a:chExt cx="261310" cy="290342"/>
          </a:xfrm>
        </p:grpSpPr>
        <p:sp>
          <p:nvSpPr>
            <p:cNvPr id="1343" name="Google Shape;1343;p84"/>
            <p:cNvSpPr/>
            <p:nvPr/>
          </p:nvSpPr>
          <p:spPr>
            <a:xfrm>
              <a:off x="5651093" y="2261432"/>
              <a:ext cx="203246" cy="232278"/>
            </a:xfrm>
            <a:custGeom>
              <a:rect b="b" l="l" r="r" t="t"/>
              <a:pathLst>
                <a:path extrusionOk="0" h="11049" w="9668">
                  <a:moveTo>
                    <a:pt x="9667" y="11049"/>
                  </a:moveTo>
                  <a:lnTo>
                    <a:pt x="0" y="11049"/>
                  </a:lnTo>
                  <a:lnTo>
                    <a:pt x="0" y="1"/>
                  </a:lnTo>
                  <a:lnTo>
                    <a:pt x="6905" y="1"/>
                  </a:lnTo>
                  <a:lnTo>
                    <a:pt x="9667" y="2763"/>
                  </a:lnTo>
                  <a:close/>
                  <a:moveTo>
                    <a:pt x="8631" y="10013"/>
                  </a:moveTo>
                  <a:lnTo>
                    <a:pt x="1036" y="10013"/>
                  </a:lnTo>
                  <a:lnTo>
                    <a:pt x="1036" y="1037"/>
                  </a:lnTo>
                  <a:lnTo>
                    <a:pt x="6215" y="1037"/>
                  </a:lnTo>
                  <a:lnTo>
                    <a:pt x="6215" y="3453"/>
                  </a:lnTo>
                  <a:lnTo>
                    <a:pt x="8631" y="345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84"/>
            <p:cNvSpPr/>
            <p:nvPr/>
          </p:nvSpPr>
          <p:spPr>
            <a:xfrm>
              <a:off x="5593029" y="2319497"/>
              <a:ext cx="203246" cy="232278"/>
            </a:xfrm>
            <a:custGeom>
              <a:rect b="b" l="l" r="r" t="t"/>
              <a:pathLst>
                <a:path extrusionOk="0" h="11049" w="9668">
                  <a:moveTo>
                    <a:pt x="0" y="1"/>
                  </a:moveTo>
                  <a:lnTo>
                    <a:pt x="0" y="11049"/>
                  </a:lnTo>
                  <a:lnTo>
                    <a:pt x="9667" y="11049"/>
                  </a:lnTo>
                  <a:lnTo>
                    <a:pt x="9667" y="9322"/>
                  </a:lnTo>
                  <a:lnTo>
                    <a:pt x="8632" y="9322"/>
                  </a:lnTo>
                  <a:lnTo>
                    <a:pt x="8632" y="10013"/>
                  </a:lnTo>
                  <a:lnTo>
                    <a:pt x="1036" y="10013"/>
                  </a:lnTo>
                  <a:lnTo>
                    <a:pt x="1036" y="1037"/>
                  </a:lnTo>
                  <a:lnTo>
                    <a:pt x="1727" y="1037"/>
                  </a:lnTo>
                  <a:lnTo>
                    <a:pt x="1727"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5" name="Google Shape;1345;p84"/>
          <p:cNvGrpSpPr/>
          <p:nvPr/>
        </p:nvGrpSpPr>
        <p:grpSpPr>
          <a:xfrm>
            <a:off x="6134169" y="2275959"/>
            <a:ext cx="319374" cy="261310"/>
            <a:chOff x="6134169" y="2275959"/>
            <a:chExt cx="319374" cy="261310"/>
          </a:xfrm>
        </p:grpSpPr>
        <p:sp>
          <p:nvSpPr>
            <p:cNvPr id="1346" name="Google Shape;1346;p84"/>
            <p:cNvSpPr/>
            <p:nvPr/>
          </p:nvSpPr>
          <p:spPr>
            <a:xfrm>
              <a:off x="6316497" y="2275959"/>
              <a:ext cx="78982" cy="130655"/>
            </a:xfrm>
            <a:custGeom>
              <a:rect b="b" l="l" r="r" t="t"/>
              <a:pathLst>
                <a:path extrusionOk="0" h="6215" w="3757">
                  <a:moveTo>
                    <a:pt x="649" y="0"/>
                  </a:moveTo>
                  <a:cubicBezTo>
                    <a:pt x="428" y="0"/>
                    <a:pt x="207" y="28"/>
                    <a:pt x="0" y="69"/>
                  </a:cubicBezTo>
                  <a:cubicBezTo>
                    <a:pt x="304" y="346"/>
                    <a:pt x="566" y="677"/>
                    <a:pt x="787" y="1036"/>
                  </a:cubicBezTo>
                  <a:cubicBezTo>
                    <a:pt x="1864" y="1119"/>
                    <a:pt x="2721" y="2017"/>
                    <a:pt x="2721" y="3108"/>
                  </a:cubicBezTo>
                  <a:cubicBezTo>
                    <a:pt x="2721" y="4198"/>
                    <a:pt x="1864" y="5110"/>
                    <a:pt x="787" y="5179"/>
                  </a:cubicBezTo>
                  <a:cubicBezTo>
                    <a:pt x="580" y="5538"/>
                    <a:pt x="304" y="5869"/>
                    <a:pt x="0" y="6146"/>
                  </a:cubicBezTo>
                  <a:cubicBezTo>
                    <a:pt x="207" y="6187"/>
                    <a:pt x="428" y="6215"/>
                    <a:pt x="649" y="6215"/>
                  </a:cubicBezTo>
                  <a:cubicBezTo>
                    <a:pt x="2362" y="6215"/>
                    <a:pt x="3756" y="4820"/>
                    <a:pt x="3756" y="3108"/>
                  </a:cubicBezTo>
                  <a:cubicBezTo>
                    <a:pt x="3756" y="1395"/>
                    <a:pt x="2362" y="0"/>
                    <a:pt x="649"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84"/>
            <p:cNvSpPr/>
            <p:nvPr/>
          </p:nvSpPr>
          <p:spPr>
            <a:xfrm>
              <a:off x="6192233" y="2275959"/>
              <a:ext cx="130655" cy="130655"/>
            </a:xfrm>
            <a:custGeom>
              <a:rect b="b" l="l" r="r" t="t"/>
              <a:pathLst>
                <a:path extrusionOk="0" h="6215" w="6215">
                  <a:moveTo>
                    <a:pt x="3108" y="5179"/>
                  </a:moveTo>
                  <a:cubicBezTo>
                    <a:pt x="4254" y="5179"/>
                    <a:pt x="5179" y="4254"/>
                    <a:pt x="5179" y="3108"/>
                  </a:cubicBezTo>
                  <a:cubicBezTo>
                    <a:pt x="5179" y="1961"/>
                    <a:pt x="4254" y="1036"/>
                    <a:pt x="3108" y="1036"/>
                  </a:cubicBezTo>
                  <a:cubicBezTo>
                    <a:pt x="1962" y="1036"/>
                    <a:pt x="1036" y="1961"/>
                    <a:pt x="1036" y="3108"/>
                  </a:cubicBezTo>
                  <a:cubicBezTo>
                    <a:pt x="1036" y="4254"/>
                    <a:pt x="1962" y="5179"/>
                    <a:pt x="3108" y="5179"/>
                  </a:cubicBezTo>
                  <a:close/>
                  <a:moveTo>
                    <a:pt x="3108" y="6215"/>
                  </a:moveTo>
                  <a:cubicBezTo>
                    <a:pt x="4820" y="6215"/>
                    <a:pt x="6215" y="4820"/>
                    <a:pt x="6215" y="3108"/>
                  </a:cubicBezTo>
                  <a:cubicBezTo>
                    <a:pt x="6215" y="1395"/>
                    <a:pt x="4820" y="0"/>
                    <a:pt x="3108" y="0"/>
                  </a:cubicBezTo>
                  <a:cubicBezTo>
                    <a:pt x="1382" y="0"/>
                    <a:pt x="1" y="1395"/>
                    <a:pt x="1" y="3108"/>
                  </a:cubicBezTo>
                  <a:cubicBezTo>
                    <a:pt x="1" y="4820"/>
                    <a:pt x="1382" y="6215"/>
                    <a:pt x="3108" y="6215"/>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84"/>
            <p:cNvSpPr/>
            <p:nvPr/>
          </p:nvSpPr>
          <p:spPr>
            <a:xfrm>
              <a:off x="6134169" y="2435625"/>
              <a:ext cx="246783" cy="101644"/>
            </a:xfrm>
            <a:custGeom>
              <a:rect b="b" l="l" r="r" t="t"/>
              <a:pathLst>
                <a:path extrusionOk="0" h="4835" w="11739">
                  <a:moveTo>
                    <a:pt x="2763" y="1"/>
                  </a:moveTo>
                  <a:cubicBezTo>
                    <a:pt x="1230" y="1"/>
                    <a:pt x="1" y="1244"/>
                    <a:pt x="1" y="2763"/>
                  </a:cubicBezTo>
                  <a:lnTo>
                    <a:pt x="1" y="4834"/>
                  </a:lnTo>
                  <a:lnTo>
                    <a:pt x="1036" y="4834"/>
                  </a:lnTo>
                  <a:lnTo>
                    <a:pt x="1036" y="2763"/>
                  </a:lnTo>
                  <a:cubicBezTo>
                    <a:pt x="1036" y="1810"/>
                    <a:pt x="1810" y="1036"/>
                    <a:pt x="2763" y="1036"/>
                  </a:cubicBezTo>
                  <a:lnTo>
                    <a:pt x="8977" y="1036"/>
                  </a:lnTo>
                  <a:cubicBezTo>
                    <a:pt x="9930" y="1036"/>
                    <a:pt x="10703" y="1810"/>
                    <a:pt x="10703" y="2763"/>
                  </a:cubicBezTo>
                  <a:lnTo>
                    <a:pt x="10703" y="4834"/>
                  </a:lnTo>
                  <a:lnTo>
                    <a:pt x="11739" y="4834"/>
                  </a:lnTo>
                  <a:lnTo>
                    <a:pt x="11739" y="2763"/>
                  </a:lnTo>
                  <a:cubicBezTo>
                    <a:pt x="11739" y="1244"/>
                    <a:pt x="10496" y="1"/>
                    <a:pt x="8977"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84"/>
            <p:cNvSpPr/>
            <p:nvPr/>
          </p:nvSpPr>
          <p:spPr>
            <a:xfrm>
              <a:off x="6377463" y="2435625"/>
              <a:ext cx="76080" cy="101644"/>
            </a:xfrm>
            <a:custGeom>
              <a:rect b="b" l="l" r="r" t="t"/>
              <a:pathLst>
                <a:path extrusionOk="0" h="4835" w="3619">
                  <a:moveTo>
                    <a:pt x="0" y="1"/>
                  </a:moveTo>
                  <a:cubicBezTo>
                    <a:pt x="345" y="318"/>
                    <a:pt x="622" y="705"/>
                    <a:pt x="829" y="1133"/>
                  </a:cubicBezTo>
                  <a:cubicBezTo>
                    <a:pt x="1837" y="1423"/>
                    <a:pt x="2583" y="2348"/>
                    <a:pt x="2583" y="3453"/>
                  </a:cubicBezTo>
                  <a:lnTo>
                    <a:pt x="2583" y="4834"/>
                  </a:lnTo>
                  <a:lnTo>
                    <a:pt x="3618" y="4834"/>
                  </a:lnTo>
                  <a:lnTo>
                    <a:pt x="3618" y="3453"/>
                  </a:lnTo>
                  <a:cubicBezTo>
                    <a:pt x="3618" y="1547"/>
                    <a:pt x="2072" y="1"/>
                    <a:pt x="166"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0" name="Google Shape;1350;p84"/>
          <p:cNvGrpSpPr/>
          <p:nvPr/>
        </p:nvGrpSpPr>
        <p:grpSpPr>
          <a:xfrm>
            <a:off x="6724670" y="2263177"/>
            <a:ext cx="283089" cy="286852"/>
            <a:chOff x="6724670" y="2263177"/>
            <a:chExt cx="283089" cy="286852"/>
          </a:xfrm>
        </p:grpSpPr>
        <p:sp>
          <p:nvSpPr>
            <p:cNvPr id="1351" name="Google Shape;1351;p84"/>
            <p:cNvSpPr/>
            <p:nvPr/>
          </p:nvSpPr>
          <p:spPr>
            <a:xfrm>
              <a:off x="6727866" y="2263177"/>
              <a:ext cx="279894" cy="163765"/>
            </a:xfrm>
            <a:custGeom>
              <a:rect b="b" l="l" r="r" t="t"/>
              <a:pathLst>
                <a:path extrusionOk="0" h="7790" w="13314">
                  <a:moveTo>
                    <a:pt x="10026" y="1"/>
                  </a:moveTo>
                  <a:lnTo>
                    <a:pt x="10026" y="1036"/>
                  </a:lnTo>
                  <a:lnTo>
                    <a:pt x="11545" y="1036"/>
                  </a:lnTo>
                  <a:lnTo>
                    <a:pt x="7955" y="4627"/>
                  </a:lnTo>
                  <a:lnTo>
                    <a:pt x="5193" y="1865"/>
                  </a:lnTo>
                  <a:lnTo>
                    <a:pt x="1" y="7057"/>
                  </a:lnTo>
                  <a:lnTo>
                    <a:pt x="732" y="7789"/>
                  </a:lnTo>
                  <a:lnTo>
                    <a:pt x="5193" y="3329"/>
                  </a:lnTo>
                  <a:lnTo>
                    <a:pt x="7955" y="6091"/>
                  </a:lnTo>
                  <a:lnTo>
                    <a:pt x="12277" y="1768"/>
                  </a:lnTo>
                  <a:lnTo>
                    <a:pt x="12277" y="3287"/>
                  </a:lnTo>
                  <a:lnTo>
                    <a:pt x="13313" y="3287"/>
                  </a:lnTo>
                  <a:lnTo>
                    <a:pt x="13313"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84"/>
            <p:cNvSpPr/>
            <p:nvPr/>
          </p:nvSpPr>
          <p:spPr>
            <a:xfrm>
              <a:off x="6724670" y="2462912"/>
              <a:ext cx="21800" cy="87117"/>
            </a:xfrm>
            <a:custGeom>
              <a:rect b="b" l="l" r="r" t="t"/>
              <a:pathLst>
                <a:path extrusionOk="0" h="4144" w="1037">
                  <a:moveTo>
                    <a:pt x="1" y="4144"/>
                  </a:moveTo>
                  <a:lnTo>
                    <a:pt x="1" y="1"/>
                  </a:lnTo>
                  <a:lnTo>
                    <a:pt x="1036" y="1"/>
                  </a:lnTo>
                  <a:lnTo>
                    <a:pt x="1036" y="414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84"/>
            <p:cNvSpPr/>
            <p:nvPr/>
          </p:nvSpPr>
          <p:spPr>
            <a:xfrm>
              <a:off x="6811766" y="2404848"/>
              <a:ext cx="21800" cy="145181"/>
            </a:xfrm>
            <a:custGeom>
              <a:rect b="b" l="l" r="r" t="t"/>
              <a:pathLst>
                <a:path extrusionOk="0" h="6906" w="1037">
                  <a:moveTo>
                    <a:pt x="1" y="6906"/>
                  </a:moveTo>
                  <a:lnTo>
                    <a:pt x="1" y="1"/>
                  </a:lnTo>
                  <a:lnTo>
                    <a:pt x="1036" y="1"/>
                  </a:lnTo>
                  <a:lnTo>
                    <a:pt x="1036" y="6906"/>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84"/>
            <p:cNvSpPr/>
            <p:nvPr/>
          </p:nvSpPr>
          <p:spPr>
            <a:xfrm>
              <a:off x="6898863" y="2433880"/>
              <a:ext cx="21800" cy="116149"/>
            </a:xfrm>
            <a:custGeom>
              <a:rect b="b" l="l" r="r" t="t"/>
              <a:pathLst>
                <a:path extrusionOk="0" h="5525" w="1037">
                  <a:moveTo>
                    <a:pt x="0" y="5525"/>
                  </a:moveTo>
                  <a:lnTo>
                    <a:pt x="0" y="1"/>
                  </a:lnTo>
                  <a:lnTo>
                    <a:pt x="1036" y="1"/>
                  </a:lnTo>
                  <a:lnTo>
                    <a:pt x="1036" y="5525"/>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84"/>
            <p:cNvSpPr/>
            <p:nvPr/>
          </p:nvSpPr>
          <p:spPr>
            <a:xfrm>
              <a:off x="6985959" y="2375816"/>
              <a:ext cx="21800" cy="174213"/>
            </a:xfrm>
            <a:custGeom>
              <a:rect b="b" l="l" r="r" t="t"/>
              <a:pathLst>
                <a:path extrusionOk="0" h="8287" w="1037">
                  <a:moveTo>
                    <a:pt x="0" y="8287"/>
                  </a:moveTo>
                  <a:lnTo>
                    <a:pt x="0" y="1"/>
                  </a:lnTo>
                  <a:lnTo>
                    <a:pt x="1036" y="1"/>
                  </a:lnTo>
                  <a:lnTo>
                    <a:pt x="1036" y="8287"/>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6" name="Google Shape;1356;p84"/>
          <p:cNvGrpSpPr/>
          <p:nvPr/>
        </p:nvGrpSpPr>
        <p:grpSpPr>
          <a:xfrm>
            <a:off x="7322424" y="2261432"/>
            <a:ext cx="232278" cy="290342"/>
            <a:chOff x="7322424" y="2261432"/>
            <a:chExt cx="232278" cy="290342"/>
          </a:xfrm>
        </p:grpSpPr>
        <p:sp>
          <p:nvSpPr>
            <p:cNvPr id="1357" name="Google Shape;1357;p84"/>
            <p:cNvSpPr/>
            <p:nvPr/>
          </p:nvSpPr>
          <p:spPr>
            <a:xfrm>
              <a:off x="7322424" y="2261432"/>
              <a:ext cx="232278" cy="290342"/>
            </a:xfrm>
            <a:custGeom>
              <a:rect b="b" l="l" r="r" t="t"/>
              <a:pathLst>
                <a:path extrusionOk="0" h="13811" w="11049">
                  <a:moveTo>
                    <a:pt x="5525" y="12678"/>
                  </a:moveTo>
                  <a:cubicBezTo>
                    <a:pt x="5635" y="12637"/>
                    <a:pt x="5759" y="12568"/>
                    <a:pt x="5897" y="12485"/>
                  </a:cubicBezTo>
                  <a:cubicBezTo>
                    <a:pt x="6367" y="12236"/>
                    <a:pt x="6988" y="11850"/>
                    <a:pt x="7610" y="11311"/>
                  </a:cubicBezTo>
                  <a:cubicBezTo>
                    <a:pt x="8839" y="10220"/>
                    <a:pt x="10013" y="8590"/>
                    <a:pt x="10013" y="6215"/>
                  </a:cubicBezTo>
                  <a:lnTo>
                    <a:pt x="10013" y="2790"/>
                  </a:lnTo>
                  <a:lnTo>
                    <a:pt x="5525" y="1106"/>
                  </a:lnTo>
                  <a:lnTo>
                    <a:pt x="1036" y="2790"/>
                  </a:lnTo>
                  <a:lnTo>
                    <a:pt x="1036" y="6215"/>
                  </a:lnTo>
                  <a:cubicBezTo>
                    <a:pt x="1036" y="8590"/>
                    <a:pt x="2210" y="10234"/>
                    <a:pt x="3453" y="11311"/>
                  </a:cubicBezTo>
                  <a:cubicBezTo>
                    <a:pt x="4075" y="11850"/>
                    <a:pt x="4696" y="12236"/>
                    <a:pt x="5166" y="12485"/>
                  </a:cubicBezTo>
                  <a:cubicBezTo>
                    <a:pt x="5304" y="12568"/>
                    <a:pt x="5428" y="12623"/>
                    <a:pt x="5525" y="12678"/>
                  </a:cubicBezTo>
                  <a:close/>
                  <a:moveTo>
                    <a:pt x="1" y="2072"/>
                  </a:moveTo>
                  <a:lnTo>
                    <a:pt x="5525" y="1"/>
                  </a:lnTo>
                  <a:lnTo>
                    <a:pt x="11048" y="2072"/>
                  </a:lnTo>
                  <a:lnTo>
                    <a:pt x="11048" y="6215"/>
                  </a:lnTo>
                  <a:cubicBezTo>
                    <a:pt x="11048" y="11739"/>
                    <a:pt x="5525" y="13811"/>
                    <a:pt x="5525" y="13811"/>
                  </a:cubicBezTo>
                  <a:cubicBezTo>
                    <a:pt x="5525" y="13811"/>
                    <a:pt x="1" y="11739"/>
                    <a:pt x="1" y="6215"/>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84"/>
            <p:cNvSpPr/>
            <p:nvPr/>
          </p:nvSpPr>
          <p:spPr>
            <a:xfrm>
              <a:off x="7395015" y="2363055"/>
              <a:ext cx="87117" cy="87117"/>
            </a:xfrm>
            <a:custGeom>
              <a:rect b="b" l="l" r="r" t="t"/>
              <a:pathLst>
                <a:path extrusionOk="0" h="4144" w="4144">
                  <a:moveTo>
                    <a:pt x="1561" y="0"/>
                  </a:moveTo>
                  <a:lnTo>
                    <a:pt x="1561" y="1547"/>
                  </a:lnTo>
                  <a:lnTo>
                    <a:pt x="0" y="1547"/>
                  </a:lnTo>
                  <a:lnTo>
                    <a:pt x="0" y="2583"/>
                  </a:lnTo>
                  <a:lnTo>
                    <a:pt x="1561" y="2583"/>
                  </a:lnTo>
                  <a:lnTo>
                    <a:pt x="1561" y="4143"/>
                  </a:lnTo>
                  <a:lnTo>
                    <a:pt x="2596" y="4143"/>
                  </a:lnTo>
                  <a:lnTo>
                    <a:pt x="2596" y="2583"/>
                  </a:lnTo>
                  <a:lnTo>
                    <a:pt x="4143" y="2583"/>
                  </a:lnTo>
                  <a:lnTo>
                    <a:pt x="4143" y="1547"/>
                  </a:lnTo>
                  <a:lnTo>
                    <a:pt x="2596" y="1547"/>
                  </a:lnTo>
                  <a:lnTo>
                    <a:pt x="2596"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9" name="Google Shape;1359;p84"/>
          <p:cNvGrpSpPr/>
          <p:nvPr/>
        </p:nvGrpSpPr>
        <p:grpSpPr>
          <a:xfrm>
            <a:off x="7865898" y="2261432"/>
            <a:ext cx="290342" cy="290342"/>
            <a:chOff x="7865898" y="2261432"/>
            <a:chExt cx="290342" cy="290342"/>
          </a:xfrm>
        </p:grpSpPr>
        <p:sp>
          <p:nvSpPr>
            <p:cNvPr id="1360" name="Google Shape;1360;p84"/>
            <p:cNvSpPr/>
            <p:nvPr/>
          </p:nvSpPr>
          <p:spPr>
            <a:xfrm>
              <a:off x="7865898" y="2261432"/>
              <a:ext cx="290342" cy="290342"/>
            </a:xfrm>
            <a:custGeom>
              <a:rect b="b" l="l" r="r" t="t"/>
              <a:pathLst>
                <a:path extrusionOk="0" h="13811" w="13811">
                  <a:moveTo>
                    <a:pt x="6905" y="12775"/>
                  </a:moveTo>
                  <a:cubicBezTo>
                    <a:pt x="10151" y="12775"/>
                    <a:pt x="12774" y="10151"/>
                    <a:pt x="12774" y="6906"/>
                  </a:cubicBezTo>
                  <a:cubicBezTo>
                    <a:pt x="12774" y="3660"/>
                    <a:pt x="10151" y="1037"/>
                    <a:pt x="6905" y="1037"/>
                  </a:cubicBezTo>
                  <a:cubicBezTo>
                    <a:pt x="3660" y="1037"/>
                    <a:pt x="1036" y="3660"/>
                    <a:pt x="1036" y="6906"/>
                  </a:cubicBezTo>
                  <a:cubicBezTo>
                    <a:pt x="1036" y="10151"/>
                    <a:pt x="3660" y="12775"/>
                    <a:pt x="6905" y="12775"/>
                  </a:cubicBezTo>
                  <a:close/>
                  <a:moveTo>
                    <a:pt x="6905" y="13811"/>
                  </a:moveTo>
                  <a:cubicBezTo>
                    <a:pt x="10717" y="13811"/>
                    <a:pt x="13810" y="10717"/>
                    <a:pt x="13810" y="6906"/>
                  </a:cubicBezTo>
                  <a:cubicBezTo>
                    <a:pt x="13810" y="3094"/>
                    <a:pt x="10717" y="1"/>
                    <a:pt x="6905" y="1"/>
                  </a:cubicBezTo>
                  <a:cubicBezTo>
                    <a:pt x="3094" y="1"/>
                    <a:pt x="0" y="3094"/>
                    <a:pt x="0" y="6906"/>
                  </a:cubicBezTo>
                  <a:cubicBezTo>
                    <a:pt x="0" y="10717"/>
                    <a:pt x="3094" y="13811"/>
                    <a:pt x="6905" y="1381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84"/>
            <p:cNvSpPr/>
            <p:nvPr/>
          </p:nvSpPr>
          <p:spPr>
            <a:xfrm>
              <a:off x="7954739" y="2322986"/>
              <a:ext cx="114972" cy="127186"/>
            </a:xfrm>
            <a:custGeom>
              <a:rect b="b" l="l" r="r" t="t"/>
              <a:pathLst>
                <a:path extrusionOk="0" h="6050" w="5469">
                  <a:moveTo>
                    <a:pt x="2693" y="1036"/>
                  </a:moveTo>
                  <a:cubicBezTo>
                    <a:pt x="1878" y="1036"/>
                    <a:pt x="1202" y="1602"/>
                    <a:pt x="1008" y="2348"/>
                  </a:cubicBezTo>
                  <a:lnTo>
                    <a:pt x="0" y="2086"/>
                  </a:lnTo>
                  <a:cubicBezTo>
                    <a:pt x="304" y="898"/>
                    <a:pt x="1395" y="0"/>
                    <a:pt x="2693" y="0"/>
                  </a:cubicBezTo>
                  <a:cubicBezTo>
                    <a:pt x="4226" y="0"/>
                    <a:pt x="5469" y="1243"/>
                    <a:pt x="5469" y="2790"/>
                  </a:cubicBezTo>
                  <a:cubicBezTo>
                    <a:pt x="5469" y="4143"/>
                    <a:pt x="4488" y="5276"/>
                    <a:pt x="3204" y="5511"/>
                  </a:cubicBezTo>
                  <a:lnTo>
                    <a:pt x="3204" y="6049"/>
                  </a:lnTo>
                  <a:lnTo>
                    <a:pt x="2168" y="6049"/>
                  </a:lnTo>
                  <a:lnTo>
                    <a:pt x="2168" y="4530"/>
                  </a:lnTo>
                  <a:lnTo>
                    <a:pt x="2693" y="4530"/>
                  </a:lnTo>
                  <a:cubicBezTo>
                    <a:pt x="3646" y="4530"/>
                    <a:pt x="4433" y="3743"/>
                    <a:pt x="4433" y="2790"/>
                  </a:cubicBezTo>
                  <a:cubicBezTo>
                    <a:pt x="4433" y="1823"/>
                    <a:pt x="3646" y="1050"/>
                    <a:pt x="2693" y="1036"/>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84"/>
            <p:cNvSpPr/>
            <p:nvPr/>
          </p:nvSpPr>
          <p:spPr>
            <a:xfrm>
              <a:off x="8000315" y="2464657"/>
              <a:ext cx="21800" cy="29053"/>
            </a:xfrm>
            <a:custGeom>
              <a:rect b="b" l="l" r="r" t="t"/>
              <a:pathLst>
                <a:path extrusionOk="0" h="1382" w="1037">
                  <a:moveTo>
                    <a:pt x="0" y="1382"/>
                  </a:moveTo>
                  <a:lnTo>
                    <a:pt x="0" y="1"/>
                  </a:lnTo>
                  <a:lnTo>
                    <a:pt x="1036" y="1"/>
                  </a:lnTo>
                  <a:lnTo>
                    <a:pt x="1036" y="1382"/>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3" name="Google Shape;1363;p84"/>
          <p:cNvGrpSpPr/>
          <p:nvPr/>
        </p:nvGrpSpPr>
        <p:grpSpPr>
          <a:xfrm>
            <a:off x="8449146" y="2261432"/>
            <a:ext cx="261289" cy="290342"/>
            <a:chOff x="8449146" y="2261432"/>
            <a:chExt cx="261289" cy="290342"/>
          </a:xfrm>
        </p:grpSpPr>
        <p:sp>
          <p:nvSpPr>
            <p:cNvPr id="1364" name="Google Shape;1364;p84"/>
            <p:cNvSpPr/>
            <p:nvPr/>
          </p:nvSpPr>
          <p:spPr>
            <a:xfrm>
              <a:off x="8525500" y="2348529"/>
              <a:ext cx="108876" cy="159708"/>
            </a:xfrm>
            <a:custGeom>
              <a:rect b="b" l="l" r="r" t="t"/>
              <a:pathLst>
                <a:path extrusionOk="0" h="7597" w="5179">
                  <a:moveTo>
                    <a:pt x="2072" y="1"/>
                  </a:moveTo>
                  <a:lnTo>
                    <a:pt x="2072" y="857"/>
                  </a:lnTo>
                  <a:lnTo>
                    <a:pt x="1643" y="857"/>
                  </a:lnTo>
                  <a:cubicBezTo>
                    <a:pt x="732" y="857"/>
                    <a:pt x="0" y="1603"/>
                    <a:pt x="0" y="2500"/>
                  </a:cubicBezTo>
                  <a:cubicBezTo>
                    <a:pt x="0" y="3301"/>
                    <a:pt x="580" y="3992"/>
                    <a:pt x="1367" y="4116"/>
                  </a:cubicBezTo>
                  <a:lnTo>
                    <a:pt x="3632" y="4503"/>
                  </a:lnTo>
                  <a:cubicBezTo>
                    <a:pt x="3936" y="4544"/>
                    <a:pt x="4143" y="4807"/>
                    <a:pt x="4143" y="5097"/>
                  </a:cubicBezTo>
                  <a:cubicBezTo>
                    <a:pt x="4143" y="5428"/>
                    <a:pt x="3867" y="5704"/>
                    <a:pt x="3535" y="5704"/>
                  </a:cubicBezTo>
                  <a:lnTo>
                    <a:pt x="166" y="5704"/>
                  </a:lnTo>
                  <a:lnTo>
                    <a:pt x="166" y="6740"/>
                  </a:lnTo>
                  <a:lnTo>
                    <a:pt x="2072" y="6740"/>
                  </a:lnTo>
                  <a:lnTo>
                    <a:pt x="2072" y="7596"/>
                  </a:lnTo>
                  <a:lnTo>
                    <a:pt x="3107" y="7596"/>
                  </a:lnTo>
                  <a:lnTo>
                    <a:pt x="3107" y="6740"/>
                  </a:lnTo>
                  <a:lnTo>
                    <a:pt x="3535" y="6740"/>
                  </a:lnTo>
                  <a:cubicBezTo>
                    <a:pt x="4447" y="6740"/>
                    <a:pt x="5179" y="6008"/>
                    <a:pt x="5179" y="5097"/>
                  </a:cubicBezTo>
                  <a:cubicBezTo>
                    <a:pt x="5179" y="4296"/>
                    <a:pt x="4599" y="3605"/>
                    <a:pt x="3812" y="3481"/>
                  </a:cubicBezTo>
                  <a:lnTo>
                    <a:pt x="1533" y="3094"/>
                  </a:lnTo>
                  <a:cubicBezTo>
                    <a:pt x="1243" y="3053"/>
                    <a:pt x="1036" y="2804"/>
                    <a:pt x="1036" y="2500"/>
                  </a:cubicBezTo>
                  <a:cubicBezTo>
                    <a:pt x="1036" y="2169"/>
                    <a:pt x="1312" y="1893"/>
                    <a:pt x="1643" y="1893"/>
                  </a:cubicBezTo>
                  <a:lnTo>
                    <a:pt x="4999" y="1893"/>
                  </a:lnTo>
                  <a:lnTo>
                    <a:pt x="4999" y="857"/>
                  </a:lnTo>
                  <a:lnTo>
                    <a:pt x="3107" y="857"/>
                  </a:lnTo>
                  <a:lnTo>
                    <a:pt x="3107"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84"/>
            <p:cNvSpPr/>
            <p:nvPr/>
          </p:nvSpPr>
          <p:spPr>
            <a:xfrm>
              <a:off x="8449146" y="2261432"/>
              <a:ext cx="261289" cy="290342"/>
            </a:xfrm>
            <a:custGeom>
              <a:rect b="b" l="l" r="r" t="t"/>
              <a:pathLst>
                <a:path extrusionOk="0" h="13811" w="12429">
                  <a:moveTo>
                    <a:pt x="11393" y="5345"/>
                  </a:moveTo>
                  <a:lnTo>
                    <a:pt x="6215" y="1313"/>
                  </a:lnTo>
                  <a:lnTo>
                    <a:pt x="1036" y="5345"/>
                  </a:lnTo>
                  <a:lnTo>
                    <a:pt x="1036" y="12775"/>
                  </a:lnTo>
                  <a:lnTo>
                    <a:pt x="11393" y="12775"/>
                  </a:lnTo>
                  <a:close/>
                  <a:moveTo>
                    <a:pt x="6215" y="1"/>
                  </a:moveTo>
                  <a:lnTo>
                    <a:pt x="12429" y="4834"/>
                  </a:lnTo>
                  <a:lnTo>
                    <a:pt x="12429" y="13811"/>
                  </a:lnTo>
                  <a:lnTo>
                    <a:pt x="0" y="13811"/>
                  </a:lnTo>
                  <a:lnTo>
                    <a:pt x="0" y="483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6" name="Google Shape;1366;p84"/>
          <p:cNvSpPr/>
          <p:nvPr/>
        </p:nvSpPr>
        <p:spPr>
          <a:xfrm>
            <a:off x="2740402" y="2763681"/>
            <a:ext cx="261310" cy="290342"/>
          </a:xfrm>
          <a:custGeom>
            <a:rect b="b" l="l" r="r" t="t"/>
            <a:pathLst>
              <a:path extrusionOk="0" h="13811" w="12430">
                <a:moveTo>
                  <a:pt x="6215" y="1"/>
                </a:moveTo>
                <a:lnTo>
                  <a:pt x="12429" y="4834"/>
                </a:lnTo>
                <a:lnTo>
                  <a:pt x="12429" y="13810"/>
                </a:lnTo>
                <a:lnTo>
                  <a:pt x="7941" y="13810"/>
                </a:lnTo>
                <a:lnTo>
                  <a:pt x="7941" y="9322"/>
                </a:lnTo>
                <a:lnTo>
                  <a:pt x="4489" y="9322"/>
                </a:lnTo>
                <a:lnTo>
                  <a:pt x="4489" y="13810"/>
                </a:lnTo>
                <a:lnTo>
                  <a:pt x="0" y="13810"/>
                </a:lnTo>
                <a:lnTo>
                  <a:pt x="0" y="4834"/>
                </a:lnTo>
                <a:close/>
                <a:moveTo>
                  <a:pt x="6215" y="1313"/>
                </a:moveTo>
                <a:lnTo>
                  <a:pt x="11393" y="5345"/>
                </a:lnTo>
                <a:lnTo>
                  <a:pt x="11393" y="12775"/>
                </a:lnTo>
                <a:lnTo>
                  <a:pt x="8977" y="12775"/>
                </a:lnTo>
                <a:lnTo>
                  <a:pt x="8977" y="8286"/>
                </a:lnTo>
                <a:lnTo>
                  <a:pt x="3453" y="8286"/>
                </a:lnTo>
                <a:lnTo>
                  <a:pt x="3453" y="12775"/>
                </a:lnTo>
                <a:lnTo>
                  <a:pt x="1036" y="12775"/>
                </a:lnTo>
                <a:lnTo>
                  <a:pt x="1036" y="5345"/>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84"/>
          <p:cNvSpPr/>
          <p:nvPr/>
        </p:nvSpPr>
        <p:spPr>
          <a:xfrm>
            <a:off x="3296636" y="2778207"/>
            <a:ext cx="290342" cy="261289"/>
          </a:xfrm>
          <a:custGeom>
            <a:rect b="b" l="l" r="r" t="t"/>
            <a:pathLst>
              <a:path extrusionOk="0" h="12429" w="13811">
                <a:moveTo>
                  <a:pt x="13811" y="6905"/>
                </a:moveTo>
                <a:lnTo>
                  <a:pt x="13811" y="12429"/>
                </a:lnTo>
                <a:lnTo>
                  <a:pt x="1" y="12429"/>
                </a:lnTo>
                <a:lnTo>
                  <a:pt x="1" y="6905"/>
                </a:lnTo>
                <a:lnTo>
                  <a:pt x="2072" y="0"/>
                </a:lnTo>
                <a:lnTo>
                  <a:pt x="11739" y="0"/>
                </a:lnTo>
                <a:close/>
                <a:moveTo>
                  <a:pt x="2846" y="1036"/>
                </a:moveTo>
                <a:lnTo>
                  <a:pt x="1078" y="6905"/>
                </a:lnTo>
                <a:lnTo>
                  <a:pt x="4834" y="6905"/>
                </a:lnTo>
                <a:lnTo>
                  <a:pt x="5525" y="8286"/>
                </a:lnTo>
                <a:lnTo>
                  <a:pt x="8287" y="8286"/>
                </a:lnTo>
                <a:lnTo>
                  <a:pt x="8977" y="6905"/>
                </a:lnTo>
                <a:lnTo>
                  <a:pt x="12733" y="6905"/>
                </a:lnTo>
                <a:lnTo>
                  <a:pt x="10966" y="1036"/>
                </a:lnTo>
                <a:lnTo>
                  <a:pt x="2846" y="1036"/>
                </a:lnTo>
                <a:close/>
                <a:moveTo>
                  <a:pt x="1037" y="7941"/>
                </a:moveTo>
                <a:lnTo>
                  <a:pt x="1037" y="11393"/>
                </a:lnTo>
                <a:lnTo>
                  <a:pt x="12775" y="11393"/>
                </a:lnTo>
                <a:lnTo>
                  <a:pt x="12775" y="7941"/>
                </a:lnTo>
                <a:lnTo>
                  <a:pt x="9612" y="7941"/>
                </a:lnTo>
                <a:lnTo>
                  <a:pt x="8922" y="9322"/>
                </a:lnTo>
                <a:lnTo>
                  <a:pt x="4889" y="9322"/>
                </a:lnTo>
                <a:lnTo>
                  <a:pt x="4199" y="794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8" name="Google Shape;1368;p84"/>
          <p:cNvGrpSpPr/>
          <p:nvPr/>
        </p:nvGrpSpPr>
        <p:grpSpPr>
          <a:xfrm>
            <a:off x="3867397" y="2763681"/>
            <a:ext cx="290342" cy="290342"/>
            <a:chOff x="3867397" y="2763681"/>
            <a:chExt cx="290342" cy="290342"/>
          </a:xfrm>
        </p:grpSpPr>
        <p:sp>
          <p:nvSpPr>
            <p:cNvPr id="1369" name="Google Shape;1369;p84"/>
            <p:cNvSpPr/>
            <p:nvPr/>
          </p:nvSpPr>
          <p:spPr>
            <a:xfrm>
              <a:off x="3867397" y="2763681"/>
              <a:ext cx="290342" cy="290342"/>
            </a:xfrm>
            <a:custGeom>
              <a:rect b="b" l="l" r="r" t="t"/>
              <a:pathLst>
                <a:path extrusionOk="0" h="13811" w="13811">
                  <a:moveTo>
                    <a:pt x="6906" y="12775"/>
                  </a:moveTo>
                  <a:cubicBezTo>
                    <a:pt x="10151" y="12775"/>
                    <a:pt x="12775" y="10151"/>
                    <a:pt x="12775" y="6905"/>
                  </a:cubicBezTo>
                  <a:cubicBezTo>
                    <a:pt x="12775" y="3660"/>
                    <a:pt x="10151" y="1036"/>
                    <a:pt x="6906" y="1036"/>
                  </a:cubicBezTo>
                  <a:cubicBezTo>
                    <a:pt x="3660" y="1036"/>
                    <a:pt x="1036" y="3660"/>
                    <a:pt x="1036" y="6905"/>
                  </a:cubicBezTo>
                  <a:cubicBezTo>
                    <a:pt x="1036" y="10151"/>
                    <a:pt x="3660" y="12775"/>
                    <a:pt x="6906" y="12775"/>
                  </a:cubicBezTo>
                  <a:close/>
                  <a:moveTo>
                    <a:pt x="6906" y="13810"/>
                  </a:moveTo>
                  <a:cubicBezTo>
                    <a:pt x="10717" y="13810"/>
                    <a:pt x="13810" y="10717"/>
                    <a:pt x="13810" y="6905"/>
                  </a:cubicBezTo>
                  <a:cubicBezTo>
                    <a:pt x="13810" y="3094"/>
                    <a:pt x="10717" y="1"/>
                    <a:pt x="6906" y="1"/>
                  </a:cubicBezTo>
                  <a:cubicBezTo>
                    <a:pt x="3094" y="1"/>
                    <a:pt x="1" y="3094"/>
                    <a:pt x="1" y="6905"/>
                  </a:cubicBezTo>
                  <a:cubicBezTo>
                    <a:pt x="1" y="10717"/>
                    <a:pt x="3094" y="13810"/>
                    <a:pt x="6906" y="1381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84"/>
            <p:cNvSpPr/>
            <p:nvPr/>
          </p:nvSpPr>
          <p:spPr>
            <a:xfrm>
              <a:off x="4001521" y="2894315"/>
              <a:ext cx="21800" cy="87117"/>
            </a:xfrm>
            <a:custGeom>
              <a:rect b="b" l="l" r="r" t="t"/>
              <a:pathLst>
                <a:path extrusionOk="0" h="4144" w="1037">
                  <a:moveTo>
                    <a:pt x="1" y="4144"/>
                  </a:moveTo>
                  <a:lnTo>
                    <a:pt x="1" y="1"/>
                  </a:lnTo>
                  <a:lnTo>
                    <a:pt x="1036" y="1"/>
                  </a:lnTo>
                  <a:lnTo>
                    <a:pt x="1036" y="414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84"/>
            <p:cNvSpPr/>
            <p:nvPr/>
          </p:nvSpPr>
          <p:spPr>
            <a:xfrm>
              <a:off x="4001521" y="2836272"/>
              <a:ext cx="21800" cy="29032"/>
            </a:xfrm>
            <a:custGeom>
              <a:rect b="b" l="l" r="r" t="t"/>
              <a:pathLst>
                <a:path extrusionOk="0" h="1381" w="1037">
                  <a:moveTo>
                    <a:pt x="1" y="1381"/>
                  </a:moveTo>
                  <a:lnTo>
                    <a:pt x="1" y="0"/>
                  </a:lnTo>
                  <a:lnTo>
                    <a:pt x="1036" y="0"/>
                  </a:lnTo>
                  <a:lnTo>
                    <a:pt x="1036" y="138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2" name="Google Shape;1372;p84"/>
          <p:cNvSpPr/>
          <p:nvPr/>
        </p:nvSpPr>
        <p:spPr>
          <a:xfrm>
            <a:off x="4439903" y="2767465"/>
            <a:ext cx="283068" cy="283068"/>
          </a:xfrm>
          <a:custGeom>
            <a:rect b="b" l="l" r="r" t="t"/>
            <a:pathLst>
              <a:path extrusionOk="0" h="13465" w="13465">
                <a:moveTo>
                  <a:pt x="0" y="6725"/>
                </a:moveTo>
                <a:cubicBezTo>
                  <a:pt x="0" y="3011"/>
                  <a:pt x="3011" y="0"/>
                  <a:pt x="6726" y="0"/>
                </a:cubicBezTo>
                <a:cubicBezTo>
                  <a:pt x="10441" y="0"/>
                  <a:pt x="13465" y="3011"/>
                  <a:pt x="13465" y="6725"/>
                </a:cubicBezTo>
                <a:cubicBezTo>
                  <a:pt x="13465" y="10440"/>
                  <a:pt x="10441" y="13465"/>
                  <a:pt x="6726" y="13465"/>
                </a:cubicBezTo>
                <a:cubicBezTo>
                  <a:pt x="3011" y="13465"/>
                  <a:pt x="0" y="10440"/>
                  <a:pt x="0" y="6725"/>
                </a:cubicBezTo>
                <a:close/>
                <a:moveTo>
                  <a:pt x="1050" y="6214"/>
                </a:moveTo>
                <a:cubicBezTo>
                  <a:pt x="1271" y="3839"/>
                  <a:pt x="2928" y="1892"/>
                  <a:pt x="5151" y="1257"/>
                </a:cubicBezTo>
                <a:cubicBezTo>
                  <a:pt x="5013" y="1519"/>
                  <a:pt x="4889" y="1837"/>
                  <a:pt x="4765" y="2168"/>
                </a:cubicBezTo>
                <a:cubicBezTo>
                  <a:pt x="4419" y="3245"/>
                  <a:pt x="4185" y="4654"/>
                  <a:pt x="4143" y="6214"/>
                </a:cubicBezTo>
                <a:lnTo>
                  <a:pt x="1050" y="6214"/>
                </a:lnTo>
                <a:close/>
                <a:moveTo>
                  <a:pt x="1050" y="7250"/>
                </a:moveTo>
                <a:cubicBezTo>
                  <a:pt x="1271" y="9612"/>
                  <a:pt x="2928" y="11559"/>
                  <a:pt x="5151" y="12208"/>
                </a:cubicBezTo>
                <a:cubicBezTo>
                  <a:pt x="5013" y="11932"/>
                  <a:pt x="4889" y="11614"/>
                  <a:pt x="4765" y="11283"/>
                </a:cubicBezTo>
                <a:cubicBezTo>
                  <a:pt x="4419" y="10205"/>
                  <a:pt x="4185" y="8797"/>
                  <a:pt x="4143" y="7250"/>
                </a:cubicBezTo>
                <a:lnTo>
                  <a:pt x="1050" y="7250"/>
                </a:lnTo>
                <a:close/>
                <a:moveTo>
                  <a:pt x="5179" y="7250"/>
                </a:moveTo>
                <a:cubicBezTo>
                  <a:pt x="5220" y="8714"/>
                  <a:pt x="5441" y="10012"/>
                  <a:pt x="5759" y="10951"/>
                </a:cubicBezTo>
                <a:cubicBezTo>
                  <a:pt x="5925" y="11490"/>
                  <a:pt x="6132" y="11876"/>
                  <a:pt x="6325" y="12139"/>
                </a:cubicBezTo>
                <a:cubicBezTo>
                  <a:pt x="6532" y="12387"/>
                  <a:pt x="6670" y="12429"/>
                  <a:pt x="6726" y="12429"/>
                </a:cubicBezTo>
                <a:cubicBezTo>
                  <a:pt x="6781" y="12429"/>
                  <a:pt x="6919" y="12387"/>
                  <a:pt x="7126" y="12139"/>
                </a:cubicBezTo>
                <a:cubicBezTo>
                  <a:pt x="7320" y="11876"/>
                  <a:pt x="7513" y="11490"/>
                  <a:pt x="7692" y="10951"/>
                </a:cubicBezTo>
                <a:cubicBezTo>
                  <a:pt x="8010" y="10012"/>
                  <a:pt x="8231" y="8714"/>
                  <a:pt x="8272" y="7250"/>
                </a:cubicBezTo>
                <a:lnTo>
                  <a:pt x="5179" y="7250"/>
                </a:lnTo>
                <a:close/>
                <a:moveTo>
                  <a:pt x="9308" y="7250"/>
                </a:moveTo>
                <a:cubicBezTo>
                  <a:pt x="9267" y="8797"/>
                  <a:pt x="9046" y="10205"/>
                  <a:pt x="8687" y="11283"/>
                </a:cubicBezTo>
                <a:cubicBezTo>
                  <a:pt x="8576" y="11614"/>
                  <a:pt x="8438" y="11932"/>
                  <a:pt x="8300" y="12208"/>
                </a:cubicBezTo>
                <a:cubicBezTo>
                  <a:pt x="10523" y="11559"/>
                  <a:pt x="12181" y="9612"/>
                  <a:pt x="12401" y="7236"/>
                </a:cubicBezTo>
                <a:lnTo>
                  <a:pt x="9308" y="7236"/>
                </a:lnTo>
                <a:close/>
                <a:moveTo>
                  <a:pt x="12401" y="6214"/>
                </a:moveTo>
                <a:lnTo>
                  <a:pt x="9308" y="6214"/>
                </a:lnTo>
                <a:cubicBezTo>
                  <a:pt x="9267" y="4654"/>
                  <a:pt x="9046" y="3245"/>
                  <a:pt x="8687" y="2168"/>
                </a:cubicBezTo>
                <a:cubicBezTo>
                  <a:pt x="8576" y="1837"/>
                  <a:pt x="8438" y="1519"/>
                  <a:pt x="8300" y="1257"/>
                </a:cubicBezTo>
                <a:cubicBezTo>
                  <a:pt x="10523" y="1892"/>
                  <a:pt x="12181" y="3839"/>
                  <a:pt x="12401" y="6214"/>
                </a:cubicBezTo>
                <a:close/>
                <a:moveTo>
                  <a:pt x="8272" y="6214"/>
                </a:moveTo>
                <a:lnTo>
                  <a:pt x="5179" y="6214"/>
                </a:lnTo>
                <a:cubicBezTo>
                  <a:pt x="5220" y="4737"/>
                  <a:pt x="5441" y="3439"/>
                  <a:pt x="5759" y="2500"/>
                </a:cubicBezTo>
                <a:cubicBezTo>
                  <a:pt x="5925" y="1961"/>
                  <a:pt x="6132" y="1574"/>
                  <a:pt x="6325" y="1326"/>
                </a:cubicBezTo>
                <a:cubicBezTo>
                  <a:pt x="6532" y="1063"/>
                  <a:pt x="6670" y="1022"/>
                  <a:pt x="6726" y="1022"/>
                </a:cubicBezTo>
                <a:cubicBezTo>
                  <a:pt x="6781" y="1022"/>
                  <a:pt x="6919" y="1063"/>
                  <a:pt x="7126" y="1326"/>
                </a:cubicBezTo>
                <a:cubicBezTo>
                  <a:pt x="7320" y="1574"/>
                  <a:pt x="7513" y="1961"/>
                  <a:pt x="7692" y="2500"/>
                </a:cubicBezTo>
                <a:cubicBezTo>
                  <a:pt x="8010" y="3439"/>
                  <a:pt x="8231" y="4737"/>
                  <a:pt x="8272" y="6214"/>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3" name="Google Shape;1373;p84"/>
          <p:cNvGrpSpPr/>
          <p:nvPr/>
        </p:nvGrpSpPr>
        <p:grpSpPr>
          <a:xfrm>
            <a:off x="5008624" y="2788067"/>
            <a:ext cx="290342" cy="241570"/>
            <a:chOff x="5008624" y="2788067"/>
            <a:chExt cx="290342" cy="241570"/>
          </a:xfrm>
        </p:grpSpPr>
        <p:sp>
          <p:nvSpPr>
            <p:cNvPr id="1374" name="Google Shape;1374;p84"/>
            <p:cNvSpPr/>
            <p:nvPr/>
          </p:nvSpPr>
          <p:spPr>
            <a:xfrm>
              <a:off x="5008624" y="2921623"/>
              <a:ext cx="290342" cy="108014"/>
            </a:xfrm>
            <a:custGeom>
              <a:rect b="b" l="l" r="r" t="t"/>
              <a:pathLst>
                <a:path extrusionOk="0" h="5138" w="13811">
                  <a:moveTo>
                    <a:pt x="1672" y="0"/>
                  </a:moveTo>
                  <a:lnTo>
                    <a:pt x="1" y="994"/>
                  </a:lnTo>
                  <a:lnTo>
                    <a:pt x="6905" y="5137"/>
                  </a:lnTo>
                  <a:lnTo>
                    <a:pt x="13810" y="994"/>
                  </a:lnTo>
                  <a:lnTo>
                    <a:pt x="12139" y="0"/>
                  </a:lnTo>
                  <a:lnTo>
                    <a:pt x="11131" y="608"/>
                  </a:lnTo>
                  <a:lnTo>
                    <a:pt x="11794" y="994"/>
                  </a:lnTo>
                  <a:lnTo>
                    <a:pt x="6905" y="3936"/>
                  </a:lnTo>
                  <a:lnTo>
                    <a:pt x="2017" y="994"/>
                  </a:lnTo>
                  <a:lnTo>
                    <a:pt x="2680" y="608"/>
                  </a:lnTo>
                  <a:lnTo>
                    <a:pt x="167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84"/>
            <p:cNvSpPr/>
            <p:nvPr/>
          </p:nvSpPr>
          <p:spPr>
            <a:xfrm>
              <a:off x="5008624" y="2788067"/>
              <a:ext cx="290342" cy="174213"/>
            </a:xfrm>
            <a:custGeom>
              <a:rect b="b" l="l" r="r" t="t"/>
              <a:pathLst>
                <a:path extrusionOk="0" h="8287" w="13811">
                  <a:moveTo>
                    <a:pt x="1" y="4144"/>
                  </a:moveTo>
                  <a:lnTo>
                    <a:pt x="6905" y="8286"/>
                  </a:lnTo>
                  <a:lnTo>
                    <a:pt x="13810" y="4144"/>
                  </a:lnTo>
                  <a:lnTo>
                    <a:pt x="6905" y="1"/>
                  </a:lnTo>
                  <a:close/>
                  <a:moveTo>
                    <a:pt x="2017" y="4144"/>
                  </a:moveTo>
                  <a:lnTo>
                    <a:pt x="6905" y="7071"/>
                  </a:lnTo>
                  <a:lnTo>
                    <a:pt x="11794" y="4144"/>
                  </a:lnTo>
                  <a:lnTo>
                    <a:pt x="6905" y="1202"/>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6" name="Google Shape;1376;p84"/>
          <p:cNvSpPr/>
          <p:nvPr/>
        </p:nvSpPr>
        <p:spPr>
          <a:xfrm>
            <a:off x="5577346" y="2773267"/>
            <a:ext cx="281638" cy="281912"/>
          </a:xfrm>
          <a:custGeom>
            <a:rect b="b" l="l" r="r" t="t"/>
            <a:pathLst>
              <a:path extrusionOk="0" h="13410" w="13397">
                <a:moveTo>
                  <a:pt x="2804" y="11352"/>
                </a:moveTo>
                <a:cubicBezTo>
                  <a:pt x="5248" y="13410"/>
                  <a:pt x="8908" y="13299"/>
                  <a:pt x="11200" y="10993"/>
                </a:cubicBezTo>
                <a:cubicBezTo>
                  <a:pt x="11932" y="10261"/>
                  <a:pt x="12443" y="9405"/>
                  <a:pt x="12733" y="8493"/>
                </a:cubicBezTo>
                <a:cubicBezTo>
                  <a:pt x="12858" y="8093"/>
                  <a:pt x="12940" y="7692"/>
                  <a:pt x="12982" y="7292"/>
                </a:cubicBezTo>
                <a:lnTo>
                  <a:pt x="12982" y="7278"/>
                </a:lnTo>
                <a:lnTo>
                  <a:pt x="12982" y="7278"/>
                </a:lnTo>
                <a:lnTo>
                  <a:pt x="12982" y="7278"/>
                </a:lnTo>
                <a:lnTo>
                  <a:pt x="13396" y="0"/>
                </a:lnTo>
                <a:cubicBezTo>
                  <a:pt x="13051" y="28"/>
                  <a:pt x="12706" y="42"/>
                  <a:pt x="12360" y="56"/>
                </a:cubicBezTo>
                <a:cubicBezTo>
                  <a:pt x="11905" y="83"/>
                  <a:pt x="11435" y="97"/>
                  <a:pt x="10979" y="111"/>
                </a:cubicBezTo>
                <a:cubicBezTo>
                  <a:pt x="9364" y="180"/>
                  <a:pt x="7734" y="249"/>
                  <a:pt x="6132" y="415"/>
                </a:cubicBezTo>
                <a:lnTo>
                  <a:pt x="6118" y="415"/>
                </a:lnTo>
                <a:cubicBezTo>
                  <a:pt x="4765" y="567"/>
                  <a:pt x="3453" y="1160"/>
                  <a:pt x="2417" y="2196"/>
                </a:cubicBezTo>
                <a:cubicBezTo>
                  <a:pt x="111" y="4502"/>
                  <a:pt x="1" y="8176"/>
                  <a:pt x="2072" y="10620"/>
                </a:cubicBezTo>
                <a:lnTo>
                  <a:pt x="526" y="12167"/>
                </a:lnTo>
                <a:lnTo>
                  <a:pt x="1257" y="12899"/>
                </a:lnTo>
                <a:lnTo>
                  <a:pt x="2804" y="11352"/>
                </a:lnTo>
                <a:close/>
                <a:moveTo>
                  <a:pt x="11960" y="7168"/>
                </a:moveTo>
                <a:lnTo>
                  <a:pt x="11960" y="7140"/>
                </a:lnTo>
                <a:lnTo>
                  <a:pt x="12305" y="1091"/>
                </a:lnTo>
                <a:cubicBezTo>
                  <a:pt x="11863" y="1119"/>
                  <a:pt x="11408" y="1133"/>
                  <a:pt x="10979" y="1147"/>
                </a:cubicBezTo>
                <a:cubicBezTo>
                  <a:pt x="9378" y="1216"/>
                  <a:pt x="7817" y="1285"/>
                  <a:pt x="6243" y="1450"/>
                </a:cubicBezTo>
                <a:lnTo>
                  <a:pt x="6243" y="1450"/>
                </a:lnTo>
                <a:cubicBezTo>
                  <a:pt x="5110" y="1575"/>
                  <a:pt x="4019" y="2072"/>
                  <a:pt x="3149" y="2942"/>
                </a:cubicBezTo>
                <a:cubicBezTo>
                  <a:pt x="1244" y="4834"/>
                  <a:pt x="1133" y="7844"/>
                  <a:pt x="2804" y="9888"/>
                </a:cubicBezTo>
                <a:lnTo>
                  <a:pt x="9502" y="3190"/>
                </a:lnTo>
                <a:lnTo>
                  <a:pt x="10234" y="3922"/>
                </a:lnTo>
                <a:lnTo>
                  <a:pt x="3536" y="10620"/>
                </a:lnTo>
                <a:cubicBezTo>
                  <a:pt x="5580" y="12277"/>
                  <a:pt x="8577" y="12153"/>
                  <a:pt x="10468" y="10261"/>
                </a:cubicBezTo>
                <a:cubicBezTo>
                  <a:pt x="11338" y="9391"/>
                  <a:pt x="11836" y="8300"/>
                  <a:pt x="11960" y="7168"/>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7" name="Google Shape;1377;p84"/>
          <p:cNvGrpSpPr/>
          <p:nvPr/>
        </p:nvGrpSpPr>
        <p:grpSpPr>
          <a:xfrm>
            <a:off x="6163201" y="2825529"/>
            <a:ext cx="261310" cy="166940"/>
            <a:chOff x="6163201" y="2825529"/>
            <a:chExt cx="261310" cy="166940"/>
          </a:xfrm>
        </p:grpSpPr>
        <p:sp>
          <p:nvSpPr>
            <p:cNvPr id="1378" name="Google Shape;1378;p84"/>
            <p:cNvSpPr/>
            <p:nvPr/>
          </p:nvSpPr>
          <p:spPr>
            <a:xfrm>
              <a:off x="6235792" y="2825529"/>
              <a:ext cx="188719" cy="21779"/>
            </a:xfrm>
            <a:custGeom>
              <a:rect b="b" l="l" r="r" t="t"/>
              <a:pathLst>
                <a:path extrusionOk="0" h="1036" w="8977">
                  <a:moveTo>
                    <a:pt x="8976" y="1036"/>
                  </a:moveTo>
                  <a:lnTo>
                    <a:pt x="0" y="1036"/>
                  </a:lnTo>
                  <a:lnTo>
                    <a:pt x="0" y="0"/>
                  </a:lnTo>
                  <a:lnTo>
                    <a:pt x="8976"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84"/>
            <p:cNvSpPr/>
            <p:nvPr/>
          </p:nvSpPr>
          <p:spPr>
            <a:xfrm>
              <a:off x="6163201" y="2825529"/>
              <a:ext cx="29053" cy="21779"/>
            </a:xfrm>
            <a:custGeom>
              <a:rect b="b" l="l" r="r" t="t"/>
              <a:pathLst>
                <a:path extrusionOk="0" h="1036" w="1382">
                  <a:moveTo>
                    <a:pt x="1382" y="1036"/>
                  </a:moveTo>
                  <a:lnTo>
                    <a:pt x="1" y="1036"/>
                  </a:lnTo>
                  <a:lnTo>
                    <a:pt x="1" y="0"/>
                  </a:lnTo>
                  <a:lnTo>
                    <a:pt x="138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84"/>
            <p:cNvSpPr/>
            <p:nvPr/>
          </p:nvSpPr>
          <p:spPr>
            <a:xfrm>
              <a:off x="6235792" y="2898099"/>
              <a:ext cx="188719" cy="21800"/>
            </a:xfrm>
            <a:custGeom>
              <a:rect b="b" l="l" r="r" t="t"/>
              <a:pathLst>
                <a:path extrusionOk="0" h="1037" w="8977">
                  <a:moveTo>
                    <a:pt x="8976" y="1036"/>
                  </a:moveTo>
                  <a:lnTo>
                    <a:pt x="0" y="1036"/>
                  </a:lnTo>
                  <a:lnTo>
                    <a:pt x="0" y="0"/>
                  </a:lnTo>
                  <a:lnTo>
                    <a:pt x="8976"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84"/>
            <p:cNvSpPr/>
            <p:nvPr/>
          </p:nvSpPr>
          <p:spPr>
            <a:xfrm>
              <a:off x="6163201" y="2898099"/>
              <a:ext cx="29053" cy="21800"/>
            </a:xfrm>
            <a:custGeom>
              <a:rect b="b" l="l" r="r" t="t"/>
              <a:pathLst>
                <a:path extrusionOk="0" h="1037" w="1382">
                  <a:moveTo>
                    <a:pt x="1382" y="1036"/>
                  </a:moveTo>
                  <a:lnTo>
                    <a:pt x="1" y="1036"/>
                  </a:lnTo>
                  <a:lnTo>
                    <a:pt x="1" y="0"/>
                  </a:lnTo>
                  <a:lnTo>
                    <a:pt x="138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84"/>
            <p:cNvSpPr/>
            <p:nvPr/>
          </p:nvSpPr>
          <p:spPr>
            <a:xfrm>
              <a:off x="6235792" y="2970668"/>
              <a:ext cx="188719" cy="21800"/>
            </a:xfrm>
            <a:custGeom>
              <a:rect b="b" l="l" r="r" t="t"/>
              <a:pathLst>
                <a:path extrusionOk="0" h="1037" w="8977">
                  <a:moveTo>
                    <a:pt x="8976" y="1037"/>
                  </a:moveTo>
                  <a:lnTo>
                    <a:pt x="0" y="1037"/>
                  </a:lnTo>
                  <a:lnTo>
                    <a:pt x="0" y="1"/>
                  </a:lnTo>
                  <a:lnTo>
                    <a:pt x="8976"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84"/>
            <p:cNvSpPr/>
            <p:nvPr/>
          </p:nvSpPr>
          <p:spPr>
            <a:xfrm>
              <a:off x="6163201" y="2970668"/>
              <a:ext cx="29053" cy="21800"/>
            </a:xfrm>
            <a:custGeom>
              <a:rect b="b" l="l" r="r" t="t"/>
              <a:pathLst>
                <a:path extrusionOk="0" h="1037" w="1382">
                  <a:moveTo>
                    <a:pt x="1382" y="1037"/>
                  </a:moveTo>
                  <a:lnTo>
                    <a:pt x="1" y="1037"/>
                  </a:lnTo>
                  <a:lnTo>
                    <a:pt x="1" y="1"/>
                  </a:lnTo>
                  <a:lnTo>
                    <a:pt x="1382"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4" name="Google Shape;1384;p84"/>
          <p:cNvGrpSpPr/>
          <p:nvPr/>
        </p:nvGrpSpPr>
        <p:grpSpPr>
          <a:xfrm>
            <a:off x="6749939" y="2763681"/>
            <a:ext cx="232257" cy="290342"/>
            <a:chOff x="6749939" y="2763681"/>
            <a:chExt cx="232257" cy="290342"/>
          </a:xfrm>
        </p:grpSpPr>
        <p:sp>
          <p:nvSpPr>
            <p:cNvPr id="1385" name="Google Shape;1385;p84"/>
            <p:cNvSpPr/>
            <p:nvPr/>
          </p:nvSpPr>
          <p:spPr>
            <a:xfrm>
              <a:off x="6807982" y="2821745"/>
              <a:ext cx="116149" cy="116149"/>
            </a:xfrm>
            <a:custGeom>
              <a:rect b="b" l="l" r="r" t="t"/>
              <a:pathLst>
                <a:path extrusionOk="0" h="5525" w="5525">
                  <a:moveTo>
                    <a:pt x="2763" y="4489"/>
                  </a:moveTo>
                  <a:cubicBezTo>
                    <a:pt x="3716" y="4489"/>
                    <a:pt x="4489" y="3715"/>
                    <a:pt x="4489" y="2762"/>
                  </a:cubicBezTo>
                  <a:cubicBezTo>
                    <a:pt x="4489" y="1810"/>
                    <a:pt x="3716" y="1036"/>
                    <a:pt x="2763" y="1036"/>
                  </a:cubicBezTo>
                  <a:cubicBezTo>
                    <a:pt x="1810" y="1036"/>
                    <a:pt x="1037" y="1810"/>
                    <a:pt x="1037" y="2762"/>
                  </a:cubicBezTo>
                  <a:cubicBezTo>
                    <a:pt x="1037" y="3715"/>
                    <a:pt x="1810" y="4489"/>
                    <a:pt x="2763" y="4489"/>
                  </a:cubicBezTo>
                  <a:close/>
                  <a:moveTo>
                    <a:pt x="5525" y="2762"/>
                  </a:moveTo>
                  <a:cubicBezTo>
                    <a:pt x="5525" y="4295"/>
                    <a:pt x="4296" y="5524"/>
                    <a:pt x="2763" y="5524"/>
                  </a:cubicBezTo>
                  <a:cubicBezTo>
                    <a:pt x="1244" y="5524"/>
                    <a:pt x="1" y="4295"/>
                    <a:pt x="1" y="2762"/>
                  </a:cubicBezTo>
                  <a:cubicBezTo>
                    <a:pt x="1" y="1243"/>
                    <a:pt x="1244" y="1"/>
                    <a:pt x="2763" y="1"/>
                  </a:cubicBezTo>
                  <a:cubicBezTo>
                    <a:pt x="4296" y="1"/>
                    <a:pt x="5525" y="1243"/>
                    <a:pt x="5525" y="2762"/>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84"/>
            <p:cNvSpPr/>
            <p:nvPr/>
          </p:nvSpPr>
          <p:spPr>
            <a:xfrm>
              <a:off x="6749939" y="2763681"/>
              <a:ext cx="232257" cy="290342"/>
            </a:xfrm>
            <a:custGeom>
              <a:rect b="b" l="l" r="r" t="t"/>
              <a:pathLst>
                <a:path extrusionOk="0" h="13811" w="11048">
                  <a:moveTo>
                    <a:pt x="9018" y="8342"/>
                  </a:moveTo>
                  <a:lnTo>
                    <a:pt x="9032" y="8328"/>
                  </a:lnTo>
                  <a:cubicBezTo>
                    <a:pt x="9653" y="7554"/>
                    <a:pt x="10012" y="6588"/>
                    <a:pt x="10012" y="5524"/>
                  </a:cubicBezTo>
                  <a:cubicBezTo>
                    <a:pt x="10012" y="3039"/>
                    <a:pt x="8010" y="1036"/>
                    <a:pt x="5524" y="1036"/>
                  </a:cubicBezTo>
                  <a:cubicBezTo>
                    <a:pt x="3052" y="1036"/>
                    <a:pt x="1036" y="3039"/>
                    <a:pt x="1036" y="5524"/>
                  </a:cubicBezTo>
                  <a:cubicBezTo>
                    <a:pt x="1036" y="6588"/>
                    <a:pt x="1409" y="7554"/>
                    <a:pt x="2030" y="8328"/>
                  </a:cubicBezTo>
                  <a:lnTo>
                    <a:pt x="2030" y="8328"/>
                  </a:lnTo>
                  <a:cubicBezTo>
                    <a:pt x="2900" y="9419"/>
                    <a:pt x="3839" y="10441"/>
                    <a:pt x="4806" y="11476"/>
                  </a:cubicBezTo>
                  <a:cubicBezTo>
                    <a:pt x="5041" y="11739"/>
                    <a:pt x="5289" y="12001"/>
                    <a:pt x="5524" y="12264"/>
                  </a:cubicBezTo>
                  <a:close/>
                  <a:moveTo>
                    <a:pt x="5524" y="13810"/>
                  </a:moveTo>
                  <a:cubicBezTo>
                    <a:pt x="5303" y="13548"/>
                    <a:pt x="5068" y="13299"/>
                    <a:pt x="4833" y="13037"/>
                  </a:cubicBezTo>
                  <a:cubicBezTo>
                    <a:pt x="4585" y="12761"/>
                    <a:pt x="4336" y="12498"/>
                    <a:pt x="4074" y="12222"/>
                  </a:cubicBezTo>
                  <a:cubicBezTo>
                    <a:pt x="3093" y="11159"/>
                    <a:pt x="2113" y="10095"/>
                    <a:pt x="1215" y="8977"/>
                  </a:cubicBezTo>
                  <a:lnTo>
                    <a:pt x="1215" y="8977"/>
                  </a:lnTo>
                  <a:cubicBezTo>
                    <a:pt x="456" y="8038"/>
                    <a:pt x="0" y="6836"/>
                    <a:pt x="0" y="5524"/>
                  </a:cubicBezTo>
                  <a:cubicBezTo>
                    <a:pt x="0" y="2473"/>
                    <a:pt x="2472" y="1"/>
                    <a:pt x="5524" y="1"/>
                  </a:cubicBezTo>
                  <a:cubicBezTo>
                    <a:pt x="8576" y="1"/>
                    <a:pt x="11048" y="2473"/>
                    <a:pt x="11048" y="5524"/>
                  </a:cubicBezTo>
                  <a:cubicBezTo>
                    <a:pt x="11048" y="6394"/>
                    <a:pt x="10854" y="7209"/>
                    <a:pt x="10495" y="7941"/>
                  </a:cubicBezTo>
                  <a:cubicBezTo>
                    <a:pt x="10316" y="8314"/>
                    <a:pt x="10095" y="8659"/>
                    <a:pt x="9846" y="8977"/>
                  </a:cubicBezTo>
                  <a:lnTo>
                    <a:pt x="9846" y="8977"/>
                  </a:lnTo>
                  <a:lnTo>
                    <a:pt x="9846" y="8977"/>
                  </a:lnTo>
                  <a:lnTo>
                    <a:pt x="9846" y="8977"/>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7" name="Google Shape;1387;p84"/>
          <p:cNvGrpSpPr/>
          <p:nvPr/>
        </p:nvGrpSpPr>
        <p:grpSpPr>
          <a:xfrm>
            <a:off x="7293392" y="2792713"/>
            <a:ext cx="290342" cy="232278"/>
            <a:chOff x="7293392" y="2792713"/>
            <a:chExt cx="290342" cy="232278"/>
          </a:xfrm>
        </p:grpSpPr>
        <p:sp>
          <p:nvSpPr>
            <p:cNvPr id="1388" name="Google Shape;1388;p84"/>
            <p:cNvSpPr/>
            <p:nvPr/>
          </p:nvSpPr>
          <p:spPr>
            <a:xfrm>
              <a:off x="7293392" y="2792713"/>
              <a:ext cx="290342" cy="232278"/>
            </a:xfrm>
            <a:custGeom>
              <a:rect b="b" l="l" r="r" t="t"/>
              <a:pathLst>
                <a:path extrusionOk="0" h="11049" w="13811">
                  <a:moveTo>
                    <a:pt x="12775" y="1036"/>
                  </a:moveTo>
                  <a:lnTo>
                    <a:pt x="1037" y="1036"/>
                  </a:lnTo>
                  <a:lnTo>
                    <a:pt x="1037" y="10013"/>
                  </a:lnTo>
                  <a:lnTo>
                    <a:pt x="12775" y="10013"/>
                  </a:lnTo>
                  <a:close/>
                  <a:moveTo>
                    <a:pt x="1" y="1"/>
                  </a:moveTo>
                  <a:lnTo>
                    <a:pt x="1" y="11048"/>
                  </a:lnTo>
                  <a:lnTo>
                    <a:pt x="13810" y="11048"/>
                  </a:lnTo>
                  <a:lnTo>
                    <a:pt x="13810"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84"/>
            <p:cNvSpPr/>
            <p:nvPr/>
          </p:nvSpPr>
          <p:spPr>
            <a:xfrm>
              <a:off x="7336950" y="2840035"/>
              <a:ext cx="203225" cy="81315"/>
            </a:xfrm>
            <a:custGeom>
              <a:rect b="b" l="l" r="r" t="t"/>
              <a:pathLst>
                <a:path extrusionOk="0" h="3868" w="9667">
                  <a:moveTo>
                    <a:pt x="0" y="1"/>
                  </a:moveTo>
                  <a:lnTo>
                    <a:pt x="0" y="1174"/>
                  </a:lnTo>
                  <a:lnTo>
                    <a:pt x="4834" y="3867"/>
                  </a:lnTo>
                  <a:lnTo>
                    <a:pt x="9667" y="1174"/>
                  </a:lnTo>
                  <a:lnTo>
                    <a:pt x="9667" y="1"/>
                  </a:lnTo>
                  <a:lnTo>
                    <a:pt x="4834" y="2680"/>
                  </a:lnTo>
                  <a:lnTo>
                    <a:pt x="0"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0" name="Google Shape;1390;p84"/>
          <p:cNvGrpSpPr/>
          <p:nvPr/>
        </p:nvGrpSpPr>
        <p:grpSpPr>
          <a:xfrm>
            <a:off x="7865898" y="2778207"/>
            <a:ext cx="290342" cy="261289"/>
            <a:chOff x="7865898" y="2778207"/>
            <a:chExt cx="290342" cy="261289"/>
          </a:xfrm>
        </p:grpSpPr>
        <p:sp>
          <p:nvSpPr>
            <p:cNvPr id="1391" name="Google Shape;1391;p84"/>
            <p:cNvSpPr/>
            <p:nvPr/>
          </p:nvSpPr>
          <p:spPr>
            <a:xfrm>
              <a:off x="7865898" y="2778207"/>
              <a:ext cx="217751" cy="261289"/>
            </a:xfrm>
            <a:custGeom>
              <a:rect b="b" l="l" r="r" t="t"/>
              <a:pathLst>
                <a:path extrusionOk="0" h="12429" w="10358">
                  <a:moveTo>
                    <a:pt x="2942" y="7595"/>
                  </a:moveTo>
                  <a:lnTo>
                    <a:pt x="0" y="7595"/>
                  </a:lnTo>
                  <a:lnTo>
                    <a:pt x="0" y="2072"/>
                  </a:lnTo>
                  <a:lnTo>
                    <a:pt x="3453" y="2072"/>
                  </a:lnTo>
                  <a:lnTo>
                    <a:pt x="10358" y="0"/>
                  </a:lnTo>
                  <a:lnTo>
                    <a:pt x="10358" y="9667"/>
                  </a:lnTo>
                  <a:lnTo>
                    <a:pt x="3978" y="7747"/>
                  </a:lnTo>
                  <a:lnTo>
                    <a:pt x="3978" y="12429"/>
                  </a:lnTo>
                  <a:lnTo>
                    <a:pt x="2942" y="12429"/>
                  </a:lnTo>
                  <a:close/>
                  <a:moveTo>
                    <a:pt x="2942" y="3107"/>
                  </a:moveTo>
                  <a:lnTo>
                    <a:pt x="2942" y="6560"/>
                  </a:lnTo>
                  <a:lnTo>
                    <a:pt x="1036" y="6560"/>
                  </a:lnTo>
                  <a:lnTo>
                    <a:pt x="1036" y="3107"/>
                  </a:lnTo>
                  <a:close/>
                  <a:moveTo>
                    <a:pt x="3978" y="6670"/>
                  </a:moveTo>
                  <a:lnTo>
                    <a:pt x="9322" y="8272"/>
                  </a:lnTo>
                  <a:lnTo>
                    <a:pt x="9322" y="1395"/>
                  </a:lnTo>
                  <a:lnTo>
                    <a:pt x="3978" y="2997"/>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84"/>
            <p:cNvSpPr/>
            <p:nvPr/>
          </p:nvSpPr>
          <p:spPr>
            <a:xfrm>
              <a:off x="8098154" y="2821745"/>
              <a:ext cx="58085" cy="116149"/>
            </a:xfrm>
            <a:custGeom>
              <a:rect b="b" l="l" r="r" t="t"/>
              <a:pathLst>
                <a:path extrusionOk="0" h="5525" w="2763">
                  <a:moveTo>
                    <a:pt x="0" y="1"/>
                  </a:moveTo>
                  <a:lnTo>
                    <a:pt x="0" y="1036"/>
                  </a:lnTo>
                  <a:cubicBezTo>
                    <a:pt x="953" y="1036"/>
                    <a:pt x="1726" y="1810"/>
                    <a:pt x="1726" y="2762"/>
                  </a:cubicBezTo>
                  <a:cubicBezTo>
                    <a:pt x="1726" y="3715"/>
                    <a:pt x="953" y="4489"/>
                    <a:pt x="0" y="4489"/>
                  </a:cubicBezTo>
                  <a:lnTo>
                    <a:pt x="0" y="5524"/>
                  </a:lnTo>
                  <a:cubicBezTo>
                    <a:pt x="1533" y="5524"/>
                    <a:pt x="2762" y="4295"/>
                    <a:pt x="2762" y="2762"/>
                  </a:cubicBezTo>
                  <a:cubicBezTo>
                    <a:pt x="2762" y="1243"/>
                    <a:pt x="1533" y="1"/>
                    <a:pt x="0"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3" name="Google Shape;1393;p84"/>
          <p:cNvGrpSpPr/>
          <p:nvPr/>
        </p:nvGrpSpPr>
        <p:grpSpPr>
          <a:xfrm>
            <a:off x="8434619" y="2763681"/>
            <a:ext cx="290342" cy="290342"/>
            <a:chOff x="8434619" y="2763681"/>
            <a:chExt cx="290342" cy="290342"/>
          </a:xfrm>
        </p:grpSpPr>
        <p:sp>
          <p:nvSpPr>
            <p:cNvPr id="1394" name="Google Shape;1394;p84"/>
            <p:cNvSpPr/>
            <p:nvPr/>
          </p:nvSpPr>
          <p:spPr>
            <a:xfrm>
              <a:off x="8434619" y="2763681"/>
              <a:ext cx="290342" cy="290342"/>
            </a:xfrm>
            <a:custGeom>
              <a:rect b="b" l="l" r="r" t="t"/>
              <a:pathLst>
                <a:path extrusionOk="0" h="13811" w="13811">
                  <a:moveTo>
                    <a:pt x="6906" y="12775"/>
                  </a:moveTo>
                  <a:cubicBezTo>
                    <a:pt x="10151" y="12775"/>
                    <a:pt x="12775" y="10151"/>
                    <a:pt x="12775" y="6905"/>
                  </a:cubicBezTo>
                  <a:cubicBezTo>
                    <a:pt x="12775" y="3660"/>
                    <a:pt x="10151" y="1036"/>
                    <a:pt x="6906" y="1036"/>
                  </a:cubicBezTo>
                  <a:cubicBezTo>
                    <a:pt x="3674" y="1036"/>
                    <a:pt x="1036" y="3660"/>
                    <a:pt x="1036" y="6905"/>
                  </a:cubicBezTo>
                  <a:lnTo>
                    <a:pt x="1036" y="12775"/>
                  </a:lnTo>
                  <a:close/>
                  <a:moveTo>
                    <a:pt x="13810" y="6905"/>
                  </a:moveTo>
                  <a:cubicBezTo>
                    <a:pt x="13810" y="10717"/>
                    <a:pt x="10731" y="13810"/>
                    <a:pt x="6906" y="13810"/>
                  </a:cubicBezTo>
                  <a:lnTo>
                    <a:pt x="1" y="13810"/>
                  </a:lnTo>
                  <a:lnTo>
                    <a:pt x="1" y="6905"/>
                  </a:lnTo>
                  <a:cubicBezTo>
                    <a:pt x="1" y="3094"/>
                    <a:pt x="3094" y="1"/>
                    <a:pt x="6906" y="1"/>
                  </a:cubicBezTo>
                  <a:cubicBezTo>
                    <a:pt x="10731" y="1"/>
                    <a:pt x="13810" y="3094"/>
                    <a:pt x="13810" y="6905"/>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84"/>
            <p:cNvSpPr/>
            <p:nvPr/>
          </p:nvSpPr>
          <p:spPr>
            <a:xfrm>
              <a:off x="8521715" y="2869067"/>
              <a:ext cx="116149" cy="21800"/>
            </a:xfrm>
            <a:custGeom>
              <a:rect b="b" l="l" r="r" t="t"/>
              <a:pathLst>
                <a:path extrusionOk="0" h="1037" w="5525">
                  <a:moveTo>
                    <a:pt x="5524" y="1036"/>
                  </a:moveTo>
                  <a:lnTo>
                    <a:pt x="1" y="1036"/>
                  </a:lnTo>
                  <a:lnTo>
                    <a:pt x="1" y="1"/>
                  </a:lnTo>
                  <a:lnTo>
                    <a:pt x="5524"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84"/>
            <p:cNvSpPr/>
            <p:nvPr/>
          </p:nvSpPr>
          <p:spPr>
            <a:xfrm>
              <a:off x="8521715" y="2927131"/>
              <a:ext cx="116149" cy="21800"/>
            </a:xfrm>
            <a:custGeom>
              <a:rect b="b" l="l" r="r" t="t"/>
              <a:pathLst>
                <a:path extrusionOk="0" h="1037" w="5525">
                  <a:moveTo>
                    <a:pt x="5524" y="1036"/>
                  </a:moveTo>
                  <a:lnTo>
                    <a:pt x="1" y="1036"/>
                  </a:lnTo>
                  <a:lnTo>
                    <a:pt x="1" y="0"/>
                  </a:lnTo>
                  <a:lnTo>
                    <a:pt x="5524"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7" name="Google Shape;1397;p84"/>
          <p:cNvSpPr/>
          <p:nvPr/>
        </p:nvSpPr>
        <p:spPr>
          <a:xfrm>
            <a:off x="2729659" y="3273182"/>
            <a:ext cx="283068" cy="283089"/>
          </a:xfrm>
          <a:custGeom>
            <a:rect b="b" l="l" r="r" t="t"/>
            <a:pathLst>
              <a:path extrusionOk="0" h="13466" w="13465">
                <a:moveTo>
                  <a:pt x="3453" y="1"/>
                </a:moveTo>
                <a:lnTo>
                  <a:pt x="9557" y="1"/>
                </a:lnTo>
                <a:lnTo>
                  <a:pt x="8659" y="2238"/>
                </a:lnTo>
                <a:lnTo>
                  <a:pt x="9557" y="4489"/>
                </a:lnTo>
                <a:lnTo>
                  <a:pt x="4489" y="4489"/>
                </a:lnTo>
                <a:lnTo>
                  <a:pt x="4489" y="5828"/>
                </a:lnTo>
                <a:lnTo>
                  <a:pt x="8107" y="9446"/>
                </a:lnTo>
                <a:lnTo>
                  <a:pt x="10178" y="7375"/>
                </a:lnTo>
                <a:lnTo>
                  <a:pt x="13465" y="10662"/>
                </a:lnTo>
                <a:lnTo>
                  <a:pt x="13465" y="13465"/>
                </a:lnTo>
                <a:lnTo>
                  <a:pt x="1" y="13465"/>
                </a:lnTo>
                <a:lnTo>
                  <a:pt x="1" y="9281"/>
                </a:lnTo>
                <a:lnTo>
                  <a:pt x="3453" y="5828"/>
                </a:lnTo>
                <a:close/>
                <a:moveTo>
                  <a:pt x="8038" y="3453"/>
                </a:moveTo>
                <a:lnTo>
                  <a:pt x="4489" y="3453"/>
                </a:lnTo>
                <a:lnTo>
                  <a:pt x="4489" y="1036"/>
                </a:lnTo>
                <a:lnTo>
                  <a:pt x="8038" y="1036"/>
                </a:lnTo>
                <a:lnTo>
                  <a:pt x="7554" y="2238"/>
                </a:lnTo>
                <a:close/>
                <a:moveTo>
                  <a:pt x="1036" y="12429"/>
                </a:moveTo>
                <a:lnTo>
                  <a:pt x="1036" y="9709"/>
                </a:lnTo>
                <a:lnTo>
                  <a:pt x="3964" y="6767"/>
                </a:lnTo>
                <a:lnTo>
                  <a:pt x="8107" y="10910"/>
                </a:lnTo>
                <a:lnTo>
                  <a:pt x="10178" y="8839"/>
                </a:lnTo>
                <a:lnTo>
                  <a:pt x="12429" y="11090"/>
                </a:lnTo>
                <a:lnTo>
                  <a:pt x="12429" y="12429"/>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8" name="Google Shape;1398;p84"/>
          <p:cNvGrpSpPr/>
          <p:nvPr/>
        </p:nvGrpSpPr>
        <p:grpSpPr>
          <a:xfrm>
            <a:off x="3340195" y="3269419"/>
            <a:ext cx="203246" cy="290321"/>
            <a:chOff x="3340195" y="3269419"/>
            <a:chExt cx="203246" cy="290321"/>
          </a:xfrm>
        </p:grpSpPr>
        <p:sp>
          <p:nvSpPr>
            <p:cNvPr id="1399" name="Google Shape;1399;p84"/>
            <p:cNvSpPr/>
            <p:nvPr/>
          </p:nvSpPr>
          <p:spPr>
            <a:xfrm>
              <a:off x="3340195" y="3269419"/>
              <a:ext cx="203246" cy="290321"/>
            </a:xfrm>
            <a:custGeom>
              <a:rect b="b" l="l" r="r" t="t"/>
              <a:pathLst>
                <a:path extrusionOk="0" h="13810" w="9668">
                  <a:moveTo>
                    <a:pt x="8631" y="12774"/>
                  </a:moveTo>
                  <a:lnTo>
                    <a:pt x="8631" y="1036"/>
                  </a:lnTo>
                  <a:lnTo>
                    <a:pt x="1036" y="1036"/>
                  </a:lnTo>
                  <a:lnTo>
                    <a:pt x="1036" y="12774"/>
                  </a:lnTo>
                  <a:close/>
                  <a:moveTo>
                    <a:pt x="0" y="0"/>
                  </a:moveTo>
                  <a:lnTo>
                    <a:pt x="0" y="13810"/>
                  </a:lnTo>
                  <a:lnTo>
                    <a:pt x="9667" y="13810"/>
                  </a:lnTo>
                  <a:lnTo>
                    <a:pt x="9667"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84"/>
            <p:cNvSpPr/>
            <p:nvPr/>
          </p:nvSpPr>
          <p:spPr>
            <a:xfrm>
              <a:off x="3427291" y="3312957"/>
              <a:ext cx="29053" cy="29053"/>
            </a:xfrm>
            <a:custGeom>
              <a:rect b="b" l="l" r="r" t="t"/>
              <a:pathLst>
                <a:path extrusionOk="0" h="1382" w="1382">
                  <a:moveTo>
                    <a:pt x="691" y="1"/>
                  </a:moveTo>
                  <a:cubicBezTo>
                    <a:pt x="304" y="1"/>
                    <a:pt x="0" y="318"/>
                    <a:pt x="0" y="691"/>
                  </a:cubicBezTo>
                  <a:cubicBezTo>
                    <a:pt x="0" y="1078"/>
                    <a:pt x="304" y="1381"/>
                    <a:pt x="691" y="1381"/>
                  </a:cubicBezTo>
                  <a:cubicBezTo>
                    <a:pt x="1077" y="1381"/>
                    <a:pt x="1381" y="1078"/>
                    <a:pt x="1381" y="691"/>
                  </a:cubicBezTo>
                  <a:cubicBezTo>
                    <a:pt x="1381" y="318"/>
                    <a:pt x="1077" y="1"/>
                    <a:pt x="691"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1" name="Google Shape;1401;p84"/>
          <p:cNvGrpSpPr/>
          <p:nvPr/>
        </p:nvGrpSpPr>
        <p:grpSpPr>
          <a:xfrm>
            <a:off x="3867691" y="3262145"/>
            <a:ext cx="289459" cy="304847"/>
            <a:chOff x="3867691" y="3262145"/>
            <a:chExt cx="289459" cy="304847"/>
          </a:xfrm>
        </p:grpSpPr>
        <p:sp>
          <p:nvSpPr>
            <p:cNvPr id="1402" name="Google Shape;1402;p84"/>
            <p:cNvSpPr/>
            <p:nvPr/>
          </p:nvSpPr>
          <p:spPr>
            <a:xfrm>
              <a:off x="3867691" y="3262145"/>
              <a:ext cx="289459" cy="246804"/>
            </a:xfrm>
            <a:custGeom>
              <a:rect b="b" l="l" r="r" t="t"/>
              <a:pathLst>
                <a:path extrusionOk="0" h="11740" w="13769">
                  <a:moveTo>
                    <a:pt x="12388" y="9668"/>
                  </a:moveTo>
                  <a:lnTo>
                    <a:pt x="12388" y="5511"/>
                  </a:lnTo>
                  <a:cubicBezTo>
                    <a:pt x="12388" y="2473"/>
                    <a:pt x="9916" y="1"/>
                    <a:pt x="6878" y="1"/>
                  </a:cubicBezTo>
                  <a:cubicBezTo>
                    <a:pt x="3840" y="1"/>
                    <a:pt x="1368" y="2487"/>
                    <a:pt x="1381" y="5525"/>
                  </a:cubicBezTo>
                  <a:lnTo>
                    <a:pt x="1381" y="9668"/>
                  </a:lnTo>
                  <a:lnTo>
                    <a:pt x="0" y="10358"/>
                  </a:lnTo>
                  <a:lnTo>
                    <a:pt x="0" y="11739"/>
                  </a:lnTo>
                  <a:lnTo>
                    <a:pt x="13769" y="11739"/>
                  </a:lnTo>
                  <a:lnTo>
                    <a:pt x="13769" y="10358"/>
                  </a:lnTo>
                  <a:close/>
                  <a:moveTo>
                    <a:pt x="12139" y="10703"/>
                  </a:moveTo>
                  <a:lnTo>
                    <a:pt x="11352" y="10317"/>
                  </a:lnTo>
                  <a:lnTo>
                    <a:pt x="11352" y="5511"/>
                  </a:lnTo>
                  <a:cubicBezTo>
                    <a:pt x="11352" y="3039"/>
                    <a:pt x="9350" y="1037"/>
                    <a:pt x="6878" y="1037"/>
                  </a:cubicBezTo>
                  <a:cubicBezTo>
                    <a:pt x="4420" y="1037"/>
                    <a:pt x="2403" y="3053"/>
                    <a:pt x="2417" y="5525"/>
                  </a:cubicBezTo>
                  <a:lnTo>
                    <a:pt x="2431" y="10317"/>
                  </a:lnTo>
                  <a:lnTo>
                    <a:pt x="1630" y="10717"/>
                  </a:lnTo>
                  <a:lnTo>
                    <a:pt x="12139" y="10717"/>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84"/>
            <p:cNvSpPr/>
            <p:nvPr/>
          </p:nvSpPr>
          <p:spPr>
            <a:xfrm>
              <a:off x="3968431" y="3523434"/>
              <a:ext cx="87117" cy="43559"/>
            </a:xfrm>
            <a:custGeom>
              <a:rect b="b" l="l" r="r" t="t"/>
              <a:pathLst>
                <a:path extrusionOk="0" h="2072" w="4144">
                  <a:moveTo>
                    <a:pt x="0" y="1"/>
                  </a:moveTo>
                  <a:cubicBezTo>
                    <a:pt x="0" y="1147"/>
                    <a:pt x="926" y="2072"/>
                    <a:pt x="2072" y="2072"/>
                  </a:cubicBezTo>
                  <a:cubicBezTo>
                    <a:pt x="3218" y="2072"/>
                    <a:pt x="4143" y="1147"/>
                    <a:pt x="4143" y="1"/>
                  </a:cubicBezTo>
                  <a:lnTo>
                    <a:pt x="3108" y="1"/>
                  </a:lnTo>
                  <a:cubicBezTo>
                    <a:pt x="3108" y="581"/>
                    <a:pt x="2638" y="1036"/>
                    <a:pt x="2072" y="1036"/>
                  </a:cubicBezTo>
                  <a:cubicBezTo>
                    <a:pt x="1506" y="1036"/>
                    <a:pt x="1036" y="581"/>
                    <a:pt x="1036"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4" name="Google Shape;1404;p84"/>
          <p:cNvGrpSpPr/>
          <p:nvPr/>
        </p:nvGrpSpPr>
        <p:grpSpPr>
          <a:xfrm>
            <a:off x="4450645" y="3283925"/>
            <a:ext cx="261310" cy="261310"/>
            <a:chOff x="4450645" y="3283925"/>
            <a:chExt cx="261310" cy="261310"/>
          </a:xfrm>
        </p:grpSpPr>
        <p:sp>
          <p:nvSpPr>
            <p:cNvPr id="1405" name="Google Shape;1405;p84"/>
            <p:cNvSpPr/>
            <p:nvPr/>
          </p:nvSpPr>
          <p:spPr>
            <a:xfrm>
              <a:off x="4450645" y="3283925"/>
              <a:ext cx="261310" cy="261310"/>
            </a:xfrm>
            <a:custGeom>
              <a:rect b="b" l="l" r="r" t="t"/>
              <a:pathLst>
                <a:path extrusionOk="0" h="12430" w="12430">
                  <a:moveTo>
                    <a:pt x="0" y="1"/>
                  </a:moveTo>
                  <a:lnTo>
                    <a:pt x="0" y="12429"/>
                  </a:lnTo>
                  <a:lnTo>
                    <a:pt x="12429" y="12429"/>
                  </a:lnTo>
                  <a:lnTo>
                    <a:pt x="12429" y="5524"/>
                  </a:lnTo>
                  <a:lnTo>
                    <a:pt x="11393" y="5524"/>
                  </a:lnTo>
                  <a:lnTo>
                    <a:pt x="11393" y="11394"/>
                  </a:lnTo>
                  <a:lnTo>
                    <a:pt x="1036" y="11394"/>
                  </a:lnTo>
                  <a:lnTo>
                    <a:pt x="1036" y="1036"/>
                  </a:lnTo>
                  <a:lnTo>
                    <a:pt x="6905" y="1036"/>
                  </a:lnTo>
                  <a:lnTo>
                    <a:pt x="6905"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84"/>
            <p:cNvSpPr/>
            <p:nvPr/>
          </p:nvSpPr>
          <p:spPr>
            <a:xfrm>
              <a:off x="4588259" y="3283925"/>
              <a:ext cx="123696" cy="123991"/>
            </a:xfrm>
            <a:custGeom>
              <a:rect b="b" l="l" r="r" t="t"/>
              <a:pathLst>
                <a:path extrusionOk="0" h="5898" w="5884">
                  <a:moveTo>
                    <a:pt x="1920" y="1"/>
                  </a:moveTo>
                  <a:lnTo>
                    <a:pt x="1920" y="1036"/>
                  </a:lnTo>
                  <a:lnTo>
                    <a:pt x="4115" y="1036"/>
                  </a:lnTo>
                  <a:lnTo>
                    <a:pt x="0" y="5165"/>
                  </a:lnTo>
                  <a:lnTo>
                    <a:pt x="732" y="5897"/>
                  </a:lnTo>
                  <a:lnTo>
                    <a:pt x="4847" y="1768"/>
                  </a:lnTo>
                  <a:lnTo>
                    <a:pt x="4847" y="3978"/>
                  </a:lnTo>
                  <a:lnTo>
                    <a:pt x="5883" y="3978"/>
                  </a:lnTo>
                  <a:lnTo>
                    <a:pt x="5883"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7" name="Google Shape;1407;p84"/>
          <p:cNvGrpSpPr/>
          <p:nvPr/>
        </p:nvGrpSpPr>
        <p:grpSpPr>
          <a:xfrm>
            <a:off x="4994119" y="3254893"/>
            <a:ext cx="319353" cy="319374"/>
            <a:chOff x="4994119" y="3254893"/>
            <a:chExt cx="319353" cy="319374"/>
          </a:xfrm>
        </p:grpSpPr>
        <p:sp>
          <p:nvSpPr>
            <p:cNvPr id="1408" name="Google Shape;1408;p84"/>
            <p:cNvSpPr/>
            <p:nvPr/>
          </p:nvSpPr>
          <p:spPr>
            <a:xfrm>
              <a:off x="5095721" y="3312957"/>
              <a:ext cx="116149" cy="116149"/>
            </a:xfrm>
            <a:custGeom>
              <a:rect b="b" l="l" r="r" t="t"/>
              <a:pathLst>
                <a:path extrusionOk="0" h="5525" w="5525">
                  <a:moveTo>
                    <a:pt x="2762" y="4489"/>
                  </a:moveTo>
                  <a:cubicBezTo>
                    <a:pt x="3715" y="4489"/>
                    <a:pt x="4489" y="3715"/>
                    <a:pt x="4489" y="2762"/>
                  </a:cubicBezTo>
                  <a:cubicBezTo>
                    <a:pt x="4489" y="1810"/>
                    <a:pt x="3715" y="1036"/>
                    <a:pt x="2762" y="1036"/>
                  </a:cubicBezTo>
                  <a:cubicBezTo>
                    <a:pt x="1810" y="1036"/>
                    <a:pt x="1036" y="1810"/>
                    <a:pt x="1036" y="2762"/>
                  </a:cubicBezTo>
                  <a:cubicBezTo>
                    <a:pt x="1036" y="3715"/>
                    <a:pt x="1810" y="4489"/>
                    <a:pt x="2762" y="4489"/>
                  </a:cubicBezTo>
                  <a:close/>
                  <a:moveTo>
                    <a:pt x="2762" y="5524"/>
                  </a:moveTo>
                  <a:cubicBezTo>
                    <a:pt x="4281" y="5524"/>
                    <a:pt x="5524" y="4295"/>
                    <a:pt x="5524" y="2762"/>
                  </a:cubicBezTo>
                  <a:cubicBezTo>
                    <a:pt x="5524" y="1243"/>
                    <a:pt x="4281" y="1"/>
                    <a:pt x="2762" y="1"/>
                  </a:cubicBezTo>
                  <a:cubicBezTo>
                    <a:pt x="1230" y="1"/>
                    <a:pt x="0" y="1243"/>
                    <a:pt x="0" y="2762"/>
                  </a:cubicBezTo>
                  <a:cubicBezTo>
                    <a:pt x="0" y="4295"/>
                    <a:pt x="1230" y="5524"/>
                    <a:pt x="2762" y="5524"/>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84"/>
            <p:cNvSpPr/>
            <p:nvPr/>
          </p:nvSpPr>
          <p:spPr>
            <a:xfrm>
              <a:off x="4994119" y="3254893"/>
              <a:ext cx="319353" cy="319374"/>
            </a:xfrm>
            <a:custGeom>
              <a:rect b="b" l="l" r="r" t="t"/>
              <a:pathLst>
                <a:path extrusionOk="0" h="15192" w="15191">
                  <a:moveTo>
                    <a:pt x="15191" y="7596"/>
                  </a:moveTo>
                  <a:cubicBezTo>
                    <a:pt x="15191" y="11794"/>
                    <a:pt x="11794" y="15191"/>
                    <a:pt x="7595" y="15191"/>
                  </a:cubicBezTo>
                  <a:cubicBezTo>
                    <a:pt x="3397" y="15191"/>
                    <a:pt x="0" y="11794"/>
                    <a:pt x="0" y="7596"/>
                  </a:cubicBezTo>
                  <a:cubicBezTo>
                    <a:pt x="0" y="3412"/>
                    <a:pt x="3397" y="1"/>
                    <a:pt x="7595" y="1"/>
                  </a:cubicBezTo>
                  <a:cubicBezTo>
                    <a:pt x="11794" y="1"/>
                    <a:pt x="15191" y="3412"/>
                    <a:pt x="15191" y="7596"/>
                  </a:cubicBezTo>
                  <a:close/>
                  <a:moveTo>
                    <a:pt x="11559" y="12830"/>
                  </a:moveTo>
                  <a:cubicBezTo>
                    <a:pt x="10454" y="13658"/>
                    <a:pt x="9087" y="14155"/>
                    <a:pt x="7595" y="14155"/>
                  </a:cubicBezTo>
                  <a:cubicBezTo>
                    <a:pt x="6104" y="14155"/>
                    <a:pt x="4737" y="13672"/>
                    <a:pt x="3632" y="12830"/>
                  </a:cubicBezTo>
                  <a:cubicBezTo>
                    <a:pt x="4543" y="11642"/>
                    <a:pt x="5980" y="10883"/>
                    <a:pt x="7595" y="10883"/>
                  </a:cubicBezTo>
                  <a:cubicBezTo>
                    <a:pt x="9211" y="10883"/>
                    <a:pt x="10647" y="11642"/>
                    <a:pt x="11559" y="12830"/>
                  </a:cubicBezTo>
                  <a:close/>
                  <a:moveTo>
                    <a:pt x="12332" y="12139"/>
                  </a:moveTo>
                  <a:cubicBezTo>
                    <a:pt x="11227" y="10745"/>
                    <a:pt x="9515" y="9847"/>
                    <a:pt x="7595" y="9847"/>
                  </a:cubicBezTo>
                  <a:cubicBezTo>
                    <a:pt x="5676" y="9847"/>
                    <a:pt x="3963" y="10745"/>
                    <a:pt x="2859" y="12139"/>
                  </a:cubicBezTo>
                  <a:cubicBezTo>
                    <a:pt x="1726" y="10965"/>
                    <a:pt x="1036" y="9364"/>
                    <a:pt x="1036" y="7596"/>
                  </a:cubicBezTo>
                  <a:cubicBezTo>
                    <a:pt x="1036" y="3978"/>
                    <a:pt x="3977" y="1036"/>
                    <a:pt x="7595" y="1036"/>
                  </a:cubicBezTo>
                  <a:cubicBezTo>
                    <a:pt x="11214" y="1036"/>
                    <a:pt x="14155" y="3978"/>
                    <a:pt x="14155" y="7596"/>
                  </a:cubicBezTo>
                  <a:cubicBezTo>
                    <a:pt x="14155" y="9364"/>
                    <a:pt x="13465" y="10965"/>
                    <a:pt x="12332" y="12139"/>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0" name="Google Shape;1410;p84"/>
          <p:cNvSpPr/>
          <p:nvPr/>
        </p:nvSpPr>
        <p:spPr>
          <a:xfrm>
            <a:off x="5595068" y="3287709"/>
            <a:ext cx="257526" cy="254036"/>
          </a:xfrm>
          <a:custGeom>
            <a:rect b="b" l="l" r="r" t="t"/>
            <a:pathLst>
              <a:path extrusionOk="0" h="12084" w="12250">
                <a:moveTo>
                  <a:pt x="6035" y="0"/>
                </a:moveTo>
                <a:cubicBezTo>
                  <a:pt x="2693" y="0"/>
                  <a:pt x="0" y="2707"/>
                  <a:pt x="0" y="6049"/>
                </a:cubicBezTo>
                <a:cubicBezTo>
                  <a:pt x="0" y="9377"/>
                  <a:pt x="2693" y="12084"/>
                  <a:pt x="6035" y="12084"/>
                </a:cubicBezTo>
                <a:cubicBezTo>
                  <a:pt x="9377" y="12084"/>
                  <a:pt x="12084" y="9377"/>
                  <a:pt x="12084" y="6049"/>
                </a:cubicBezTo>
                <a:lnTo>
                  <a:pt x="11048" y="6049"/>
                </a:lnTo>
                <a:cubicBezTo>
                  <a:pt x="11048" y="8811"/>
                  <a:pt x="8797" y="11048"/>
                  <a:pt x="6035" y="11048"/>
                </a:cubicBezTo>
                <a:cubicBezTo>
                  <a:pt x="3273" y="11048"/>
                  <a:pt x="1036" y="8811"/>
                  <a:pt x="1036" y="6049"/>
                </a:cubicBezTo>
                <a:lnTo>
                  <a:pt x="1036" y="6035"/>
                </a:lnTo>
                <a:cubicBezTo>
                  <a:pt x="1036" y="3273"/>
                  <a:pt x="3273" y="1036"/>
                  <a:pt x="6035" y="1036"/>
                </a:cubicBezTo>
                <a:cubicBezTo>
                  <a:pt x="7595" y="1036"/>
                  <a:pt x="8976" y="1740"/>
                  <a:pt x="9902" y="2859"/>
                </a:cubicBezTo>
                <a:lnTo>
                  <a:pt x="8106" y="4654"/>
                </a:lnTo>
                <a:lnTo>
                  <a:pt x="12249" y="4668"/>
                </a:lnTo>
                <a:lnTo>
                  <a:pt x="12249" y="525"/>
                </a:lnTo>
                <a:lnTo>
                  <a:pt x="10634" y="2127"/>
                </a:lnTo>
                <a:cubicBezTo>
                  <a:pt x="9529" y="829"/>
                  <a:pt x="7885" y="0"/>
                  <a:pt x="6035"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84"/>
          <p:cNvSpPr/>
          <p:nvPr/>
        </p:nvSpPr>
        <p:spPr>
          <a:xfrm>
            <a:off x="6203564" y="3275221"/>
            <a:ext cx="180310" cy="279011"/>
          </a:xfrm>
          <a:custGeom>
            <a:rect b="b" l="l" r="r" t="t"/>
            <a:pathLst>
              <a:path extrusionOk="0" h="13272" w="8577">
                <a:moveTo>
                  <a:pt x="290" y="0"/>
                </a:moveTo>
                <a:lnTo>
                  <a:pt x="290" y="1036"/>
                </a:lnTo>
                <a:lnTo>
                  <a:pt x="2693" y="1036"/>
                </a:lnTo>
                <a:cubicBezTo>
                  <a:pt x="3826" y="1036"/>
                  <a:pt x="4778" y="1768"/>
                  <a:pt x="5137" y="2762"/>
                </a:cubicBezTo>
                <a:lnTo>
                  <a:pt x="290" y="2762"/>
                </a:lnTo>
                <a:lnTo>
                  <a:pt x="290" y="3798"/>
                </a:lnTo>
                <a:lnTo>
                  <a:pt x="5276" y="3798"/>
                </a:lnTo>
                <a:cubicBezTo>
                  <a:pt x="5193" y="5151"/>
                  <a:pt x="4060" y="6215"/>
                  <a:pt x="2693" y="6215"/>
                </a:cubicBezTo>
                <a:lnTo>
                  <a:pt x="415" y="6215"/>
                </a:lnTo>
                <a:lnTo>
                  <a:pt x="0" y="7057"/>
                </a:lnTo>
                <a:lnTo>
                  <a:pt x="4709" y="13271"/>
                </a:lnTo>
                <a:lnTo>
                  <a:pt x="5538" y="12636"/>
                </a:lnTo>
                <a:lnTo>
                  <a:pt x="1450" y="7250"/>
                </a:lnTo>
                <a:lnTo>
                  <a:pt x="2693" y="7250"/>
                </a:lnTo>
                <a:cubicBezTo>
                  <a:pt x="4640" y="7250"/>
                  <a:pt x="6228" y="5717"/>
                  <a:pt x="6311" y="3798"/>
                </a:cubicBezTo>
                <a:lnTo>
                  <a:pt x="8576" y="3798"/>
                </a:lnTo>
                <a:lnTo>
                  <a:pt x="8576" y="2762"/>
                </a:lnTo>
                <a:lnTo>
                  <a:pt x="6215" y="2762"/>
                </a:lnTo>
                <a:cubicBezTo>
                  <a:pt x="6049" y="2099"/>
                  <a:pt x="5704" y="1506"/>
                  <a:pt x="5234" y="1036"/>
                </a:cubicBezTo>
                <a:lnTo>
                  <a:pt x="8576" y="1036"/>
                </a:lnTo>
                <a:lnTo>
                  <a:pt x="8576"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2" name="Google Shape;1412;p84"/>
          <p:cNvGrpSpPr/>
          <p:nvPr/>
        </p:nvGrpSpPr>
        <p:grpSpPr>
          <a:xfrm>
            <a:off x="6720907" y="3269419"/>
            <a:ext cx="290321" cy="290321"/>
            <a:chOff x="6720907" y="3269419"/>
            <a:chExt cx="290321" cy="290321"/>
          </a:xfrm>
        </p:grpSpPr>
        <p:sp>
          <p:nvSpPr>
            <p:cNvPr id="1413" name="Google Shape;1413;p84"/>
            <p:cNvSpPr/>
            <p:nvPr/>
          </p:nvSpPr>
          <p:spPr>
            <a:xfrm>
              <a:off x="6720907" y="3269419"/>
              <a:ext cx="290321" cy="290321"/>
            </a:xfrm>
            <a:custGeom>
              <a:rect b="b" l="l" r="r" t="t"/>
              <a:pathLst>
                <a:path extrusionOk="0" h="13810" w="13810">
                  <a:moveTo>
                    <a:pt x="6394" y="0"/>
                  </a:moveTo>
                  <a:lnTo>
                    <a:pt x="9322" y="0"/>
                  </a:lnTo>
                  <a:lnTo>
                    <a:pt x="9322" y="2072"/>
                  </a:lnTo>
                  <a:lnTo>
                    <a:pt x="7430" y="2072"/>
                  </a:lnTo>
                  <a:lnTo>
                    <a:pt x="7430" y="3080"/>
                  </a:lnTo>
                  <a:lnTo>
                    <a:pt x="10357" y="4833"/>
                  </a:lnTo>
                  <a:lnTo>
                    <a:pt x="10357" y="6214"/>
                  </a:lnTo>
                  <a:lnTo>
                    <a:pt x="13810" y="6214"/>
                  </a:lnTo>
                  <a:lnTo>
                    <a:pt x="13810" y="13810"/>
                  </a:lnTo>
                  <a:lnTo>
                    <a:pt x="0" y="13810"/>
                  </a:lnTo>
                  <a:lnTo>
                    <a:pt x="0" y="6214"/>
                  </a:lnTo>
                  <a:lnTo>
                    <a:pt x="3453" y="6214"/>
                  </a:lnTo>
                  <a:lnTo>
                    <a:pt x="3453" y="4833"/>
                  </a:lnTo>
                  <a:lnTo>
                    <a:pt x="6394" y="3080"/>
                  </a:lnTo>
                  <a:close/>
                  <a:moveTo>
                    <a:pt x="6905" y="3977"/>
                  </a:moveTo>
                  <a:lnTo>
                    <a:pt x="9322" y="5427"/>
                  </a:lnTo>
                  <a:lnTo>
                    <a:pt x="9322" y="12774"/>
                  </a:lnTo>
                  <a:lnTo>
                    <a:pt x="7430" y="12774"/>
                  </a:lnTo>
                  <a:lnTo>
                    <a:pt x="7430" y="10357"/>
                  </a:lnTo>
                  <a:lnTo>
                    <a:pt x="6394" y="10357"/>
                  </a:lnTo>
                  <a:lnTo>
                    <a:pt x="6394" y="12774"/>
                  </a:lnTo>
                  <a:lnTo>
                    <a:pt x="4488" y="12774"/>
                  </a:lnTo>
                  <a:lnTo>
                    <a:pt x="4488" y="5427"/>
                  </a:lnTo>
                  <a:close/>
                  <a:moveTo>
                    <a:pt x="10357" y="12774"/>
                  </a:moveTo>
                  <a:lnTo>
                    <a:pt x="10357" y="7250"/>
                  </a:lnTo>
                  <a:lnTo>
                    <a:pt x="12774" y="7250"/>
                  </a:lnTo>
                  <a:lnTo>
                    <a:pt x="12774" y="12774"/>
                  </a:lnTo>
                  <a:close/>
                  <a:moveTo>
                    <a:pt x="3453" y="7250"/>
                  </a:moveTo>
                  <a:lnTo>
                    <a:pt x="1036" y="7250"/>
                  </a:lnTo>
                  <a:lnTo>
                    <a:pt x="1036" y="12774"/>
                  </a:lnTo>
                  <a:lnTo>
                    <a:pt x="3453" y="1277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84"/>
            <p:cNvSpPr/>
            <p:nvPr/>
          </p:nvSpPr>
          <p:spPr>
            <a:xfrm>
              <a:off x="6855304" y="3400053"/>
              <a:ext cx="21800" cy="29053"/>
            </a:xfrm>
            <a:custGeom>
              <a:rect b="b" l="l" r="r" t="t"/>
              <a:pathLst>
                <a:path extrusionOk="0" h="1382" w="1037">
                  <a:moveTo>
                    <a:pt x="1" y="1381"/>
                  </a:moveTo>
                  <a:lnTo>
                    <a:pt x="1" y="0"/>
                  </a:lnTo>
                  <a:lnTo>
                    <a:pt x="1037" y="0"/>
                  </a:lnTo>
                  <a:lnTo>
                    <a:pt x="1037" y="138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5" name="Google Shape;1415;p84"/>
          <p:cNvGrpSpPr/>
          <p:nvPr/>
        </p:nvGrpSpPr>
        <p:grpSpPr>
          <a:xfrm>
            <a:off x="7298332" y="3269419"/>
            <a:ext cx="280461" cy="290321"/>
            <a:chOff x="7298332" y="3269419"/>
            <a:chExt cx="280461" cy="290321"/>
          </a:xfrm>
        </p:grpSpPr>
        <p:sp>
          <p:nvSpPr>
            <p:cNvPr id="1416" name="Google Shape;1416;p84"/>
            <p:cNvSpPr/>
            <p:nvPr/>
          </p:nvSpPr>
          <p:spPr>
            <a:xfrm>
              <a:off x="7380488" y="3356494"/>
              <a:ext cx="116149" cy="116149"/>
            </a:xfrm>
            <a:custGeom>
              <a:rect b="b" l="l" r="r" t="t"/>
              <a:pathLst>
                <a:path extrusionOk="0" h="5525" w="5525">
                  <a:moveTo>
                    <a:pt x="2763" y="4489"/>
                  </a:moveTo>
                  <a:cubicBezTo>
                    <a:pt x="3715" y="4489"/>
                    <a:pt x="4489" y="3716"/>
                    <a:pt x="4489" y="2763"/>
                  </a:cubicBezTo>
                  <a:cubicBezTo>
                    <a:pt x="4489" y="1810"/>
                    <a:pt x="3715" y="1037"/>
                    <a:pt x="2763" y="1037"/>
                  </a:cubicBezTo>
                  <a:cubicBezTo>
                    <a:pt x="1810" y="1037"/>
                    <a:pt x="1036" y="1810"/>
                    <a:pt x="1036" y="2763"/>
                  </a:cubicBezTo>
                  <a:cubicBezTo>
                    <a:pt x="1036" y="3716"/>
                    <a:pt x="1810" y="4489"/>
                    <a:pt x="2763" y="4489"/>
                  </a:cubicBezTo>
                  <a:close/>
                  <a:moveTo>
                    <a:pt x="5525" y="2763"/>
                  </a:moveTo>
                  <a:cubicBezTo>
                    <a:pt x="5525" y="4296"/>
                    <a:pt x="4295" y="5525"/>
                    <a:pt x="2763" y="5525"/>
                  </a:cubicBezTo>
                  <a:cubicBezTo>
                    <a:pt x="1244" y="5525"/>
                    <a:pt x="1" y="4296"/>
                    <a:pt x="1" y="2763"/>
                  </a:cubicBezTo>
                  <a:cubicBezTo>
                    <a:pt x="1" y="1244"/>
                    <a:pt x="1244" y="1"/>
                    <a:pt x="2763" y="1"/>
                  </a:cubicBezTo>
                  <a:cubicBezTo>
                    <a:pt x="4295" y="1"/>
                    <a:pt x="5525" y="1244"/>
                    <a:pt x="5525" y="2763"/>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84"/>
            <p:cNvSpPr/>
            <p:nvPr/>
          </p:nvSpPr>
          <p:spPr>
            <a:xfrm>
              <a:off x="7298332" y="3269419"/>
              <a:ext cx="280461" cy="290321"/>
            </a:xfrm>
            <a:custGeom>
              <a:rect b="b" l="l" r="r" t="t"/>
              <a:pathLst>
                <a:path extrusionOk="0" h="13810" w="13341">
                  <a:moveTo>
                    <a:pt x="5373" y="2596"/>
                  </a:moveTo>
                  <a:lnTo>
                    <a:pt x="4972" y="2762"/>
                  </a:lnTo>
                  <a:cubicBezTo>
                    <a:pt x="4599" y="2914"/>
                    <a:pt x="4254" y="3107"/>
                    <a:pt x="3936" y="3356"/>
                  </a:cubicBezTo>
                  <a:lnTo>
                    <a:pt x="3591" y="3618"/>
                  </a:lnTo>
                  <a:lnTo>
                    <a:pt x="1934" y="3383"/>
                  </a:lnTo>
                  <a:lnTo>
                    <a:pt x="1257" y="4557"/>
                  </a:lnTo>
                  <a:lnTo>
                    <a:pt x="2279" y="5869"/>
                  </a:lnTo>
                  <a:lnTo>
                    <a:pt x="2224" y="6311"/>
                  </a:lnTo>
                  <a:cubicBezTo>
                    <a:pt x="2196" y="6504"/>
                    <a:pt x="2182" y="6712"/>
                    <a:pt x="2182" y="6905"/>
                  </a:cubicBezTo>
                  <a:cubicBezTo>
                    <a:pt x="2182" y="7112"/>
                    <a:pt x="2196" y="7319"/>
                    <a:pt x="2224" y="7513"/>
                  </a:cubicBezTo>
                  <a:lnTo>
                    <a:pt x="2279" y="7941"/>
                  </a:lnTo>
                  <a:lnTo>
                    <a:pt x="1257" y="9253"/>
                  </a:lnTo>
                  <a:lnTo>
                    <a:pt x="1934" y="10426"/>
                  </a:lnTo>
                  <a:lnTo>
                    <a:pt x="3591" y="10192"/>
                  </a:lnTo>
                  <a:lnTo>
                    <a:pt x="3936" y="10468"/>
                  </a:lnTo>
                  <a:cubicBezTo>
                    <a:pt x="4254" y="10703"/>
                    <a:pt x="4599" y="10910"/>
                    <a:pt x="4972" y="11062"/>
                  </a:cubicBezTo>
                  <a:lnTo>
                    <a:pt x="5373" y="11227"/>
                  </a:lnTo>
                  <a:lnTo>
                    <a:pt x="5994" y="12774"/>
                  </a:lnTo>
                  <a:lnTo>
                    <a:pt x="7361" y="12774"/>
                  </a:lnTo>
                  <a:lnTo>
                    <a:pt x="7969" y="11227"/>
                  </a:lnTo>
                  <a:lnTo>
                    <a:pt x="8383" y="11062"/>
                  </a:lnTo>
                  <a:cubicBezTo>
                    <a:pt x="8756" y="10910"/>
                    <a:pt x="9101" y="10703"/>
                    <a:pt x="9419" y="10468"/>
                  </a:cubicBezTo>
                  <a:lnTo>
                    <a:pt x="9764" y="10192"/>
                  </a:lnTo>
                  <a:lnTo>
                    <a:pt x="11421" y="10426"/>
                  </a:lnTo>
                  <a:lnTo>
                    <a:pt x="12098" y="9253"/>
                  </a:lnTo>
                  <a:lnTo>
                    <a:pt x="11062" y="7941"/>
                  </a:lnTo>
                  <a:lnTo>
                    <a:pt x="11117" y="7513"/>
                  </a:lnTo>
                  <a:cubicBezTo>
                    <a:pt x="11145" y="7319"/>
                    <a:pt x="11159" y="7112"/>
                    <a:pt x="11159" y="6905"/>
                  </a:cubicBezTo>
                  <a:cubicBezTo>
                    <a:pt x="11159" y="6712"/>
                    <a:pt x="11145" y="6504"/>
                    <a:pt x="11117" y="6311"/>
                  </a:cubicBezTo>
                  <a:lnTo>
                    <a:pt x="11062" y="5869"/>
                  </a:lnTo>
                  <a:lnTo>
                    <a:pt x="12098" y="4557"/>
                  </a:lnTo>
                  <a:lnTo>
                    <a:pt x="11421" y="3383"/>
                  </a:lnTo>
                  <a:lnTo>
                    <a:pt x="9764" y="3618"/>
                  </a:lnTo>
                  <a:lnTo>
                    <a:pt x="9419" y="3356"/>
                  </a:lnTo>
                  <a:cubicBezTo>
                    <a:pt x="9101" y="3107"/>
                    <a:pt x="8756" y="2914"/>
                    <a:pt x="8383" y="2762"/>
                  </a:cubicBezTo>
                  <a:lnTo>
                    <a:pt x="7969" y="2596"/>
                  </a:lnTo>
                  <a:lnTo>
                    <a:pt x="7361" y="1036"/>
                  </a:lnTo>
                  <a:lnTo>
                    <a:pt x="5994" y="1036"/>
                  </a:lnTo>
                  <a:close/>
                  <a:moveTo>
                    <a:pt x="5290" y="0"/>
                  </a:moveTo>
                  <a:lnTo>
                    <a:pt x="8052" y="0"/>
                  </a:lnTo>
                  <a:lnTo>
                    <a:pt x="8770" y="1795"/>
                  </a:lnTo>
                  <a:cubicBezTo>
                    <a:pt x="9239" y="1989"/>
                    <a:pt x="9667" y="2237"/>
                    <a:pt x="10054" y="2541"/>
                  </a:cubicBezTo>
                  <a:lnTo>
                    <a:pt x="11960" y="2265"/>
                  </a:lnTo>
                  <a:lnTo>
                    <a:pt x="13341" y="4654"/>
                  </a:lnTo>
                  <a:lnTo>
                    <a:pt x="12153" y="6173"/>
                  </a:lnTo>
                  <a:cubicBezTo>
                    <a:pt x="12181" y="6408"/>
                    <a:pt x="12194" y="6656"/>
                    <a:pt x="12194" y="6905"/>
                  </a:cubicBezTo>
                  <a:cubicBezTo>
                    <a:pt x="12194" y="7153"/>
                    <a:pt x="12181" y="7402"/>
                    <a:pt x="12153" y="7651"/>
                  </a:cubicBezTo>
                  <a:lnTo>
                    <a:pt x="13341" y="9170"/>
                  </a:lnTo>
                  <a:lnTo>
                    <a:pt x="11960" y="11559"/>
                  </a:lnTo>
                  <a:lnTo>
                    <a:pt x="10054" y="11283"/>
                  </a:lnTo>
                  <a:cubicBezTo>
                    <a:pt x="9667" y="11586"/>
                    <a:pt x="9239" y="11835"/>
                    <a:pt x="8770" y="12014"/>
                  </a:cubicBezTo>
                  <a:lnTo>
                    <a:pt x="8052" y="13810"/>
                  </a:lnTo>
                  <a:lnTo>
                    <a:pt x="5290" y="13810"/>
                  </a:lnTo>
                  <a:lnTo>
                    <a:pt x="4572" y="12014"/>
                  </a:lnTo>
                  <a:cubicBezTo>
                    <a:pt x="4116" y="11835"/>
                    <a:pt x="3688" y="11586"/>
                    <a:pt x="3301" y="11283"/>
                  </a:cubicBezTo>
                  <a:lnTo>
                    <a:pt x="1382" y="11559"/>
                  </a:lnTo>
                  <a:lnTo>
                    <a:pt x="1" y="9170"/>
                  </a:lnTo>
                  <a:lnTo>
                    <a:pt x="1202" y="7651"/>
                  </a:lnTo>
                  <a:cubicBezTo>
                    <a:pt x="1161" y="7402"/>
                    <a:pt x="1147" y="7153"/>
                    <a:pt x="1147" y="6905"/>
                  </a:cubicBezTo>
                  <a:cubicBezTo>
                    <a:pt x="1147" y="6656"/>
                    <a:pt x="1161" y="6408"/>
                    <a:pt x="1202" y="6173"/>
                  </a:cubicBezTo>
                  <a:lnTo>
                    <a:pt x="1" y="4654"/>
                  </a:lnTo>
                  <a:lnTo>
                    <a:pt x="1382" y="2265"/>
                  </a:lnTo>
                  <a:lnTo>
                    <a:pt x="3301" y="2541"/>
                  </a:lnTo>
                  <a:cubicBezTo>
                    <a:pt x="3688" y="2237"/>
                    <a:pt x="4116" y="1989"/>
                    <a:pt x="4572" y="1795"/>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8" name="Google Shape;1418;p84"/>
          <p:cNvGrpSpPr/>
          <p:nvPr/>
        </p:nvGrpSpPr>
        <p:grpSpPr>
          <a:xfrm>
            <a:off x="7873150" y="3269419"/>
            <a:ext cx="275815" cy="290321"/>
            <a:chOff x="7873150" y="3269419"/>
            <a:chExt cx="275815" cy="290321"/>
          </a:xfrm>
        </p:grpSpPr>
        <p:sp>
          <p:nvSpPr>
            <p:cNvPr id="1419" name="Google Shape;1419;p84"/>
            <p:cNvSpPr/>
            <p:nvPr/>
          </p:nvSpPr>
          <p:spPr>
            <a:xfrm>
              <a:off x="7976224" y="3269419"/>
              <a:ext cx="172742" cy="127459"/>
            </a:xfrm>
            <a:custGeom>
              <a:rect b="b" l="l" r="r" t="t"/>
              <a:pathLst>
                <a:path extrusionOk="0" h="6063" w="8217">
                  <a:moveTo>
                    <a:pt x="8217" y="2762"/>
                  </a:moveTo>
                  <a:cubicBezTo>
                    <a:pt x="8217" y="4295"/>
                    <a:pt x="6988" y="5524"/>
                    <a:pt x="5455" y="5524"/>
                  </a:cubicBezTo>
                  <a:cubicBezTo>
                    <a:pt x="4599" y="5524"/>
                    <a:pt x="3825" y="5137"/>
                    <a:pt x="3328" y="4516"/>
                  </a:cubicBezTo>
                  <a:lnTo>
                    <a:pt x="497" y="6063"/>
                  </a:lnTo>
                  <a:cubicBezTo>
                    <a:pt x="387" y="5731"/>
                    <a:pt x="207" y="5427"/>
                    <a:pt x="0" y="5151"/>
                  </a:cubicBezTo>
                  <a:lnTo>
                    <a:pt x="2831" y="3618"/>
                  </a:lnTo>
                  <a:cubicBezTo>
                    <a:pt x="2734" y="3342"/>
                    <a:pt x="2693" y="3066"/>
                    <a:pt x="2693" y="2762"/>
                  </a:cubicBezTo>
                  <a:cubicBezTo>
                    <a:pt x="2693" y="1243"/>
                    <a:pt x="3936" y="0"/>
                    <a:pt x="5455" y="0"/>
                  </a:cubicBezTo>
                  <a:cubicBezTo>
                    <a:pt x="6988" y="0"/>
                    <a:pt x="8217" y="1243"/>
                    <a:pt x="8217" y="2762"/>
                  </a:cubicBezTo>
                  <a:close/>
                  <a:moveTo>
                    <a:pt x="5455" y="4488"/>
                  </a:moveTo>
                  <a:cubicBezTo>
                    <a:pt x="6408" y="4488"/>
                    <a:pt x="7181" y="3715"/>
                    <a:pt x="7181" y="2762"/>
                  </a:cubicBezTo>
                  <a:cubicBezTo>
                    <a:pt x="7181" y="1809"/>
                    <a:pt x="6408" y="1036"/>
                    <a:pt x="5455" y="1036"/>
                  </a:cubicBezTo>
                  <a:cubicBezTo>
                    <a:pt x="4502" y="1036"/>
                    <a:pt x="3729" y="1809"/>
                    <a:pt x="3729" y="2762"/>
                  </a:cubicBezTo>
                  <a:cubicBezTo>
                    <a:pt x="3729" y="3715"/>
                    <a:pt x="4502" y="4488"/>
                    <a:pt x="5455" y="4488"/>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84"/>
            <p:cNvSpPr/>
            <p:nvPr/>
          </p:nvSpPr>
          <p:spPr>
            <a:xfrm>
              <a:off x="7873150" y="3356494"/>
              <a:ext cx="275815" cy="203246"/>
            </a:xfrm>
            <a:custGeom>
              <a:rect b="b" l="l" r="r" t="t"/>
              <a:pathLst>
                <a:path extrusionOk="0" h="9668" w="13120">
                  <a:moveTo>
                    <a:pt x="4903" y="4517"/>
                  </a:moveTo>
                  <a:lnTo>
                    <a:pt x="7734" y="6063"/>
                  </a:lnTo>
                  <a:cubicBezTo>
                    <a:pt x="7637" y="6340"/>
                    <a:pt x="7596" y="6616"/>
                    <a:pt x="7596" y="6906"/>
                  </a:cubicBezTo>
                  <a:cubicBezTo>
                    <a:pt x="7596" y="8439"/>
                    <a:pt x="8839" y="9668"/>
                    <a:pt x="10358" y="9668"/>
                  </a:cubicBezTo>
                  <a:cubicBezTo>
                    <a:pt x="11891" y="9668"/>
                    <a:pt x="13120" y="8439"/>
                    <a:pt x="13120" y="6906"/>
                  </a:cubicBezTo>
                  <a:cubicBezTo>
                    <a:pt x="13120" y="5387"/>
                    <a:pt x="11891" y="4144"/>
                    <a:pt x="10358" y="4144"/>
                  </a:cubicBezTo>
                  <a:cubicBezTo>
                    <a:pt x="9502" y="4144"/>
                    <a:pt x="8728" y="4544"/>
                    <a:pt x="8231" y="5152"/>
                  </a:cubicBezTo>
                  <a:lnTo>
                    <a:pt x="5400" y="3619"/>
                  </a:lnTo>
                  <a:cubicBezTo>
                    <a:pt x="5483" y="3343"/>
                    <a:pt x="5525" y="3067"/>
                    <a:pt x="5525" y="2763"/>
                  </a:cubicBezTo>
                  <a:cubicBezTo>
                    <a:pt x="5525" y="1244"/>
                    <a:pt x="4296" y="1"/>
                    <a:pt x="2763" y="1"/>
                  </a:cubicBezTo>
                  <a:cubicBezTo>
                    <a:pt x="1244" y="1"/>
                    <a:pt x="1" y="1244"/>
                    <a:pt x="1" y="2763"/>
                  </a:cubicBezTo>
                  <a:cubicBezTo>
                    <a:pt x="1" y="4296"/>
                    <a:pt x="1244" y="5525"/>
                    <a:pt x="2763" y="5525"/>
                  </a:cubicBezTo>
                  <a:cubicBezTo>
                    <a:pt x="3619" y="5525"/>
                    <a:pt x="4392" y="5138"/>
                    <a:pt x="4903" y="4517"/>
                  </a:cubicBezTo>
                  <a:close/>
                  <a:moveTo>
                    <a:pt x="10358" y="8632"/>
                  </a:moveTo>
                  <a:cubicBezTo>
                    <a:pt x="11311" y="8632"/>
                    <a:pt x="12084" y="7859"/>
                    <a:pt x="12084" y="6906"/>
                  </a:cubicBezTo>
                  <a:cubicBezTo>
                    <a:pt x="12084" y="5953"/>
                    <a:pt x="11311" y="5180"/>
                    <a:pt x="10358" y="5180"/>
                  </a:cubicBezTo>
                  <a:cubicBezTo>
                    <a:pt x="9405" y="5180"/>
                    <a:pt x="8632" y="5953"/>
                    <a:pt x="8632" y="6906"/>
                  </a:cubicBezTo>
                  <a:cubicBezTo>
                    <a:pt x="8632" y="7859"/>
                    <a:pt x="9405" y="8632"/>
                    <a:pt x="10358" y="8632"/>
                  </a:cubicBezTo>
                  <a:close/>
                  <a:moveTo>
                    <a:pt x="4489" y="2763"/>
                  </a:moveTo>
                  <a:cubicBezTo>
                    <a:pt x="4489" y="3716"/>
                    <a:pt x="3716" y="4489"/>
                    <a:pt x="2763" y="4489"/>
                  </a:cubicBezTo>
                  <a:cubicBezTo>
                    <a:pt x="1810" y="4489"/>
                    <a:pt x="1036" y="3716"/>
                    <a:pt x="1036" y="2763"/>
                  </a:cubicBezTo>
                  <a:cubicBezTo>
                    <a:pt x="1036" y="1810"/>
                    <a:pt x="1810" y="1037"/>
                    <a:pt x="2763" y="1037"/>
                  </a:cubicBezTo>
                  <a:cubicBezTo>
                    <a:pt x="3716" y="1037"/>
                    <a:pt x="4489" y="1810"/>
                    <a:pt x="4489" y="2763"/>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1" name="Google Shape;1421;p84"/>
          <p:cNvGrpSpPr/>
          <p:nvPr/>
        </p:nvGrpSpPr>
        <p:grpSpPr>
          <a:xfrm>
            <a:off x="8463651" y="3269419"/>
            <a:ext cx="232278" cy="290321"/>
            <a:chOff x="8463651" y="3269419"/>
            <a:chExt cx="232278" cy="290321"/>
          </a:xfrm>
        </p:grpSpPr>
        <p:sp>
          <p:nvSpPr>
            <p:cNvPr id="1422" name="Google Shape;1422;p84"/>
            <p:cNvSpPr/>
            <p:nvPr/>
          </p:nvSpPr>
          <p:spPr>
            <a:xfrm>
              <a:off x="8463651" y="3269419"/>
              <a:ext cx="232278" cy="290321"/>
            </a:xfrm>
            <a:custGeom>
              <a:rect b="b" l="l" r="r" t="t"/>
              <a:pathLst>
                <a:path extrusionOk="0" h="13810" w="11049">
                  <a:moveTo>
                    <a:pt x="5525" y="12691"/>
                  </a:moveTo>
                  <a:cubicBezTo>
                    <a:pt x="5635" y="12636"/>
                    <a:pt x="5759" y="12567"/>
                    <a:pt x="5897" y="12498"/>
                  </a:cubicBezTo>
                  <a:cubicBezTo>
                    <a:pt x="6367" y="12235"/>
                    <a:pt x="6988" y="11849"/>
                    <a:pt x="7610" y="11310"/>
                  </a:cubicBezTo>
                  <a:cubicBezTo>
                    <a:pt x="8839" y="10233"/>
                    <a:pt x="10013" y="8590"/>
                    <a:pt x="10013" y="6214"/>
                  </a:cubicBezTo>
                  <a:lnTo>
                    <a:pt x="10013" y="2790"/>
                  </a:lnTo>
                  <a:lnTo>
                    <a:pt x="5525" y="1119"/>
                  </a:lnTo>
                  <a:lnTo>
                    <a:pt x="1036" y="2790"/>
                  </a:lnTo>
                  <a:lnTo>
                    <a:pt x="1036" y="6214"/>
                  </a:lnTo>
                  <a:cubicBezTo>
                    <a:pt x="1036" y="8590"/>
                    <a:pt x="2210" y="10233"/>
                    <a:pt x="3453" y="11310"/>
                  </a:cubicBezTo>
                  <a:cubicBezTo>
                    <a:pt x="4074" y="11849"/>
                    <a:pt x="4696" y="12235"/>
                    <a:pt x="5165" y="12498"/>
                  </a:cubicBezTo>
                  <a:cubicBezTo>
                    <a:pt x="5304" y="12567"/>
                    <a:pt x="5428" y="12636"/>
                    <a:pt x="5525" y="12691"/>
                  </a:cubicBezTo>
                  <a:close/>
                  <a:moveTo>
                    <a:pt x="1" y="2072"/>
                  </a:moveTo>
                  <a:lnTo>
                    <a:pt x="5525" y="0"/>
                  </a:lnTo>
                  <a:lnTo>
                    <a:pt x="11048" y="2072"/>
                  </a:lnTo>
                  <a:lnTo>
                    <a:pt x="11048" y="6214"/>
                  </a:lnTo>
                  <a:cubicBezTo>
                    <a:pt x="11048" y="11738"/>
                    <a:pt x="5525" y="13810"/>
                    <a:pt x="5525" y="13810"/>
                  </a:cubicBezTo>
                  <a:cubicBezTo>
                    <a:pt x="5525" y="13810"/>
                    <a:pt x="1" y="11738"/>
                    <a:pt x="1" y="6214"/>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84"/>
            <p:cNvSpPr/>
            <p:nvPr/>
          </p:nvSpPr>
          <p:spPr>
            <a:xfrm>
              <a:off x="8521421" y="3363474"/>
              <a:ext cx="124285" cy="95526"/>
            </a:xfrm>
            <a:custGeom>
              <a:rect b="b" l="l" r="r" t="t"/>
              <a:pathLst>
                <a:path extrusionOk="0" h="4544" w="5912">
                  <a:moveTo>
                    <a:pt x="5179" y="0"/>
                  </a:moveTo>
                  <a:lnTo>
                    <a:pt x="5911" y="732"/>
                  </a:lnTo>
                  <a:lnTo>
                    <a:pt x="2086" y="4544"/>
                  </a:lnTo>
                  <a:lnTo>
                    <a:pt x="1" y="2459"/>
                  </a:lnTo>
                  <a:lnTo>
                    <a:pt x="733" y="1727"/>
                  </a:lnTo>
                  <a:lnTo>
                    <a:pt x="2086" y="308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4" name="Google Shape;1424;p84"/>
          <p:cNvGrpSpPr/>
          <p:nvPr/>
        </p:nvGrpSpPr>
        <p:grpSpPr>
          <a:xfrm>
            <a:off x="2745636" y="3793426"/>
            <a:ext cx="250840" cy="254036"/>
            <a:chOff x="2745636" y="3793426"/>
            <a:chExt cx="250840" cy="254036"/>
          </a:xfrm>
        </p:grpSpPr>
        <p:sp>
          <p:nvSpPr>
            <p:cNvPr id="1425" name="Google Shape;1425;p84"/>
            <p:cNvSpPr/>
            <p:nvPr/>
          </p:nvSpPr>
          <p:spPr>
            <a:xfrm>
              <a:off x="2887307" y="3938586"/>
              <a:ext cx="109170" cy="108876"/>
            </a:xfrm>
            <a:custGeom>
              <a:rect b="b" l="l" r="r" t="t"/>
              <a:pathLst>
                <a:path extrusionOk="0" h="5179" w="5193">
                  <a:moveTo>
                    <a:pt x="732" y="0"/>
                  </a:moveTo>
                  <a:lnTo>
                    <a:pt x="0" y="732"/>
                  </a:lnTo>
                  <a:lnTo>
                    <a:pt x="3425" y="4143"/>
                  </a:lnTo>
                  <a:lnTo>
                    <a:pt x="1215" y="4143"/>
                  </a:lnTo>
                  <a:lnTo>
                    <a:pt x="1215" y="5179"/>
                  </a:lnTo>
                  <a:lnTo>
                    <a:pt x="5193" y="5179"/>
                  </a:lnTo>
                  <a:lnTo>
                    <a:pt x="5193" y="1216"/>
                  </a:lnTo>
                  <a:lnTo>
                    <a:pt x="4157" y="1216"/>
                  </a:lnTo>
                  <a:lnTo>
                    <a:pt x="4157" y="3411"/>
                  </a:lnTo>
                  <a:lnTo>
                    <a:pt x="73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84"/>
            <p:cNvSpPr/>
            <p:nvPr/>
          </p:nvSpPr>
          <p:spPr>
            <a:xfrm>
              <a:off x="2745636" y="3796621"/>
              <a:ext cx="105974" cy="105974"/>
            </a:xfrm>
            <a:custGeom>
              <a:rect b="b" l="l" r="r" t="t"/>
              <a:pathLst>
                <a:path extrusionOk="0" h="5041" w="5041">
                  <a:moveTo>
                    <a:pt x="732" y="0"/>
                  </a:moveTo>
                  <a:lnTo>
                    <a:pt x="0" y="732"/>
                  </a:lnTo>
                  <a:lnTo>
                    <a:pt x="4309" y="5041"/>
                  </a:lnTo>
                  <a:lnTo>
                    <a:pt x="5041" y="4309"/>
                  </a:lnTo>
                  <a:lnTo>
                    <a:pt x="73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84"/>
            <p:cNvSpPr/>
            <p:nvPr/>
          </p:nvSpPr>
          <p:spPr>
            <a:xfrm>
              <a:off x="2745636" y="3793426"/>
              <a:ext cx="250840" cy="250861"/>
            </a:xfrm>
            <a:custGeom>
              <a:rect b="b" l="l" r="r" t="t"/>
              <a:pathLst>
                <a:path extrusionOk="0" h="11933" w="11932">
                  <a:moveTo>
                    <a:pt x="7968" y="1"/>
                  </a:moveTo>
                  <a:lnTo>
                    <a:pt x="7968" y="1036"/>
                  </a:lnTo>
                  <a:lnTo>
                    <a:pt x="10164" y="1036"/>
                  </a:lnTo>
                  <a:lnTo>
                    <a:pt x="0" y="11200"/>
                  </a:lnTo>
                  <a:lnTo>
                    <a:pt x="732" y="11932"/>
                  </a:lnTo>
                  <a:lnTo>
                    <a:pt x="10896" y="1768"/>
                  </a:lnTo>
                  <a:lnTo>
                    <a:pt x="10896" y="3978"/>
                  </a:lnTo>
                  <a:lnTo>
                    <a:pt x="11932" y="3978"/>
                  </a:lnTo>
                  <a:lnTo>
                    <a:pt x="11932"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8" name="Google Shape;1428;p84"/>
          <p:cNvGrpSpPr/>
          <p:nvPr/>
        </p:nvGrpSpPr>
        <p:grpSpPr>
          <a:xfrm>
            <a:off x="3280680" y="3775431"/>
            <a:ext cx="322275" cy="290321"/>
            <a:chOff x="3280680" y="3775431"/>
            <a:chExt cx="322275" cy="290321"/>
          </a:xfrm>
        </p:grpSpPr>
        <p:sp>
          <p:nvSpPr>
            <p:cNvPr id="1429" name="Google Shape;1429;p84"/>
            <p:cNvSpPr/>
            <p:nvPr/>
          </p:nvSpPr>
          <p:spPr>
            <a:xfrm>
              <a:off x="3311163" y="3912161"/>
              <a:ext cx="261310" cy="153590"/>
            </a:xfrm>
            <a:custGeom>
              <a:rect b="b" l="l" r="r" t="t"/>
              <a:pathLst>
                <a:path extrusionOk="0" h="7306" w="12430">
                  <a:moveTo>
                    <a:pt x="0" y="1"/>
                  </a:moveTo>
                  <a:lnTo>
                    <a:pt x="0" y="7306"/>
                  </a:lnTo>
                  <a:lnTo>
                    <a:pt x="4488" y="7306"/>
                  </a:lnTo>
                  <a:lnTo>
                    <a:pt x="4488" y="2818"/>
                  </a:lnTo>
                  <a:lnTo>
                    <a:pt x="7941" y="2818"/>
                  </a:lnTo>
                  <a:lnTo>
                    <a:pt x="7941" y="7306"/>
                  </a:lnTo>
                  <a:lnTo>
                    <a:pt x="12429" y="7306"/>
                  </a:lnTo>
                  <a:lnTo>
                    <a:pt x="12429" y="1"/>
                  </a:lnTo>
                  <a:cubicBezTo>
                    <a:pt x="12236" y="125"/>
                    <a:pt x="12001" y="208"/>
                    <a:pt x="11766" y="249"/>
                  </a:cubicBezTo>
                  <a:cubicBezTo>
                    <a:pt x="11642" y="277"/>
                    <a:pt x="11518" y="291"/>
                    <a:pt x="11393" y="291"/>
                  </a:cubicBezTo>
                  <a:lnTo>
                    <a:pt x="11393" y="6270"/>
                  </a:lnTo>
                  <a:lnTo>
                    <a:pt x="8977" y="6270"/>
                  </a:lnTo>
                  <a:lnTo>
                    <a:pt x="8977" y="1782"/>
                  </a:lnTo>
                  <a:lnTo>
                    <a:pt x="3453" y="1782"/>
                  </a:lnTo>
                  <a:lnTo>
                    <a:pt x="3453" y="6270"/>
                  </a:lnTo>
                  <a:lnTo>
                    <a:pt x="1036" y="6270"/>
                  </a:lnTo>
                  <a:lnTo>
                    <a:pt x="1036" y="291"/>
                  </a:lnTo>
                  <a:cubicBezTo>
                    <a:pt x="912" y="291"/>
                    <a:pt x="787" y="277"/>
                    <a:pt x="663" y="249"/>
                  </a:cubicBezTo>
                  <a:cubicBezTo>
                    <a:pt x="428" y="208"/>
                    <a:pt x="194" y="125"/>
                    <a:pt x="0"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84"/>
            <p:cNvSpPr/>
            <p:nvPr/>
          </p:nvSpPr>
          <p:spPr>
            <a:xfrm>
              <a:off x="3280680" y="3775431"/>
              <a:ext cx="322275" cy="144004"/>
            </a:xfrm>
            <a:custGeom>
              <a:rect b="b" l="l" r="r" t="t"/>
              <a:pathLst>
                <a:path extrusionOk="0" h="6850" w="15330">
                  <a:moveTo>
                    <a:pt x="7665" y="5096"/>
                  </a:moveTo>
                  <a:lnTo>
                    <a:pt x="8493" y="5428"/>
                  </a:lnTo>
                  <a:cubicBezTo>
                    <a:pt x="9073" y="5662"/>
                    <a:pt x="9709" y="5662"/>
                    <a:pt x="10289" y="5428"/>
                  </a:cubicBezTo>
                  <a:lnTo>
                    <a:pt x="11159" y="5082"/>
                  </a:lnTo>
                  <a:lnTo>
                    <a:pt x="12305" y="5648"/>
                  </a:lnTo>
                  <a:cubicBezTo>
                    <a:pt x="12526" y="5759"/>
                    <a:pt x="12774" y="5787"/>
                    <a:pt x="13009" y="5745"/>
                  </a:cubicBezTo>
                  <a:cubicBezTo>
                    <a:pt x="13713" y="5607"/>
                    <a:pt x="14100" y="4820"/>
                    <a:pt x="13769" y="4185"/>
                  </a:cubicBezTo>
                  <a:lnTo>
                    <a:pt x="12208" y="1036"/>
                  </a:lnTo>
                  <a:lnTo>
                    <a:pt x="3121" y="1036"/>
                  </a:lnTo>
                  <a:lnTo>
                    <a:pt x="1547" y="4185"/>
                  </a:lnTo>
                  <a:cubicBezTo>
                    <a:pt x="1229" y="4820"/>
                    <a:pt x="1616" y="5607"/>
                    <a:pt x="2320" y="5745"/>
                  </a:cubicBezTo>
                  <a:cubicBezTo>
                    <a:pt x="2555" y="5787"/>
                    <a:pt x="2804" y="5759"/>
                    <a:pt x="3025" y="5648"/>
                  </a:cubicBezTo>
                  <a:lnTo>
                    <a:pt x="4171" y="5082"/>
                  </a:lnTo>
                  <a:lnTo>
                    <a:pt x="5041" y="5428"/>
                  </a:lnTo>
                  <a:cubicBezTo>
                    <a:pt x="5621" y="5662"/>
                    <a:pt x="6256" y="5662"/>
                    <a:pt x="6836" y="5428"/>
                  </a:cubicBezTo>
                  <a:close/>
                  <a:moveTo>
                    <a:pt x="2486" y="0"/>
                  </a:moveTo>
                  <a:lnTo>
                    <a:pt x="12843" y="0"/>
                  </a:lnTo>
                  <a:lnTo>
                    <a:pt x="14708" y="3715"/>
                  </a:lnTo>
                  <a:cubicBezTo>
                    <a:pt x="15329" y="4972"/>
                    <a:pt x="14597" y="6491"/>
                    <a:pt x="13216" y="6753"/>
                  </a:cubicBezTo>
                  <a:cubicBezTo>
                    <a:pt x="12747" y="6850"/>
                    <a:pt x="12263" y="6781"/>
                    <a:pt x="11849" y="6574"/>
                  </a:cubicBezTo>
                  <a:lnTo>
                    <a:pt x="11117" y="6215"/>
                  </a:lnTo>
                  <a:lnTo>
                    <a:pt x="10675" y="6394"/>
                  </a:lnTo>
                  <a:cubicBezTo>
                    <a:pt x="9847" y="6726"/>
                    <a:pt x="8935" y="6726"/>
                    <a:pt x="8107" y="6394"/>
                  </a:cubicBezTo>
                  <a:lnTo>
                    <a:pt x="7665" y="6215"/>
                  </a:lnTo>
                  <a:lnTo>
                    <a:pt x="7223" y="6394"/>
                  </a:lnTo>
                  <a:cubicBezTo>
                    <a:pt x="6394" y="6726"/>
                    <a:pt x="5483" y="6726"/>
                    <a:pt x="4654" y="6394"/>
                  </a:cubicBezTo>
                  <a:lnTo>
                    <a:pt x="4212" y="6215"/>
                  </a:lnTo>
                  <a:lnTo>
                    <a:pt x="3480" y="6574"/>
                  </a:lnTo>
                  <a:cubicBezTo>
                    <a:pt x="3066" y="6795"/>
                    <a:pt x="2583" y="6850"/>
                    <a:pt x="2113" y="6753"/>
                  </a:cubicBezTo>
                  <a:cubicBezTo>
                    <a:pt x="732" y="6477"/>
                    <a:pt x="0" y="4972"/>
                    <a:pt x="622" y="3715"/>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1" name="Google Shape;1431;p84"/>
          <p:cNvGrpSpPr/>
          <p:nvPr/>
        </p:nvGrpSpPr>
        <p:grpSpPr>
          <a:xfrm>
            <a:off x="3867397" y="3775431"/>
            <a:ext cx="290342" cy="290321"/>
            <a:chOff x="3867397" y="3775431"/>
            <a:chExt cx="290342" cy="290321"/>
          </a:xfrm>
        </p:grpSpPr>
        <p:sp>
          <p:nvSpPr>
            <p:cNvPr id="1432" name="Google Shape;1432;p84"/>
            <p:cNvSpPr/>
            <p:nvPr/>
          </p:nvSpPr>
          <p:spPr>
            <a:xfrm>
              <a:off x="3925461" y="3833495"/>
              <a:ext cx="174213" cy="174213"/>
            </a:xfrm>
            <a:custGeom>
              <a:rect b="b" l="l" r="r" t="t"/>
              <a:pathLst>
                <a:path extrusionOk="0" h="8287" w="8287">
                  <a:moveTo>
                    <a:pt x="4144" y="7250"/>
                  </a:moveTo>
                  <a:cubicBezTo>
                    <a:pt x="5856" y="7250"/>
                    <a:pt x="7251" y="5856"/>
                    <a:pt x="7251" y="4143"/>
                  </a:cubicBezTo>
                  <a:cubicBezTo>
                    <a:pt x="7251" y="2431"/>
                    <a:pt x="5856" y="1036"/>
                    <a:pt x="4144" y="1036"/>
                  </a:cubicBezTo>
                  <a:cubicBezTo>
                    <a:pt x="2431" y="1036"/>
                    <a:pt x="1036" y="2431"/>
                    <a:pt x="1036" y="4143"/>
                  </a:cubicBezTo>
                  <a:cubicBezTo>
                    <a:pt x="1036" y="5856"/>
                    <a:pt x="2431" y="7250"/>
                    <a:pt x="4144" y="7250"/>
                  </a:cubicBezTo>
                  <a:close/>
                  <a:moveTo>
                    <a:pt x="8286" y="4143"/>
                  </a:moveTo>
                  <a:cubicBezTo>
                    <a:pt x="8286" y="6436"/>
                    <a:pt x="6436" y="8286"/>
                    <a:pt x="4144" y="8286"/>
                  </a:cubicBezTo>
                  <a:cubicBezTo>
                    <a:pt x="1851" y="8286"/>
                    <a:pt x="1" y="6436"/>
                    <a:pt x="1" y="4143"/>
                  </a:cubicBezTo>
                  <a:cubicBezTo>
                    <a:pt x="1" y="1851"/>
                    <a:pt x="1851" y="0"/>
                    <a:pt x="4144" y="0"/>
                  </a:cubicBezTo>
                  <a:cubicBezTo>
                    <a:pt x="6436" y="0"/>
                    <a:pt x="8286" y="1851"/>
                    <a:pt x="8286" y="4143"/>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84"/>
            <p:cNvSpPr/>
            <p:nvPr/>
          </p:nvSpPr>
          <p:spPr>
            <a:xfrm>
              <a:off x="4001521" y="3775431"/>
              <a:ext cx="21800" cy="29053"/>
            </a:xfrm>
            <a:custGeom>
              <a:rect b="b" l="l" r="r" t="t"/>
              <a:pathLst>
                <a:path extrusionOk="0" h="1382" w="1037">
                  <a:moveTo>
                    <a:pt x="1" y="1381"/>
                  </a:moveTo>
                  <a:lnTo>
                    <a:pt x="1" y="0"/>
                  </a:lnTo>
                  <a:lnTo>
                    <a:pt x="1036" y="0"/>
                  </a:lnTo>
                  <a:lnTo>
                    <a:pt x="1036" y="138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84"/>
            <p:cNvSpPr/>
            <p:nvPr/>
          </p:nvSpPr>
          <p:spPr>
            <a:xfrm>
              <a:off x="4001521" y="4036719"/>
              <a:ext cx="21800" cy="29032"/>
            </a:xfrm>
            <a:custGeom>
              <a:rect b="b" l="l" r="r" t="t"/>
              <a:pathLst>
                <a:path extrusionOk="0" h="1381" w="1037">
                  <a:moveTo>
                    <a:pt x="1" y="1381"/>
                  </a:moveTo>
                  <a:lnTo>
                    <a:pt x="1" y="0"/>
                  </a:lnTo>
                  <a:lnTo>
                    <a:pt x="1036" y="0"/>
                  </a:lnTo>
                  <a:lnTo>
                    <a:pt x="1036" y="138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84"/>
            <p:cNvSpPr/>
            <p:nvPr/>
          </p:nvSpPr>
          <p:spPr>
            <a:xfrm>
              <a:off x="3903114" y="3811421"/>
              <a:ext cx="37168" cy="36894"/>
            </a:xfrm>
            <a:custGeom>
              <a:rect b="b" l="l" r="r" t="t"/>
              <a:pathLst>
                <a:path extrusionOk="0" h="1755" w="1768">
                  <a:moveTo>
                    <a:pt x="1036" y="1755"/>
                  </a:moveTo>
                  <a:lnTo>
                    <a:pt x="0" y="733"/>
                  </a:lnTo>
                  <a:lnTo>
                    <a:pt x="732" y="1"/>
                  </a:lnTo>
                  <a:lnTo>
                    <a:pt x="1768" y="102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84"/>
            <p:cNvSpPr/>
            <p:nvPr/>
          </p:nvSpPr>
          <p:spPr>
            <a:xfrm>
              <a:off x="4084559" y="3992867"/>
              <a:ext cx="37168" cy="36894"/>
            </a:xfrm>
            <a:custGeom>
              <a:rect b="b" l="l" r="r" t="t"/>
              <a:pathLst>
                <a:path extrusionOk="0" h="1755" w="1768">
                  <a:moveTo>
                    <a:pt x="1036" y="1755"/>
                  </a:moveTo>
                  <a:lnTo>
                    <a:pt x="0" y="733"/>
                  </a:lnTo>
                  <a:lnTo>
                    <a:pt x="732" y="1"/>
                  </a:lnTo>
                  <a:lnTo>
                    <a:pt x="1768" y="1023"/>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84"/>
            <p:cNvSpPr/>
            <p:nvPr/>
          </p:nvSpPr>
          <p:spPr>
            <a:xfrm>
              <a:off x="3867397" y="3909554"/>
              <a:ext cx="29053" cy="21800"/>
            </a:xfrm>
            <a:custGeom>
              <a:rect b="b" l="l" r="r" t="t"/>
              <a:pathLst>
                <a:path extrusionOk="0" h="1037" w="1382">
                  <a:moveTo>
                    <a:pt x="1382" y="1036"/>
                  </a:moveTo>
                  <a:lnTo>
                    <a:pt x="1" y="1036"/>
                  </a:lnTo>
                  <a:lnTo>
                    <a:pt x="1" y="0"/>
                  </a:lnTo>
                  <a:lnTo>
                    <a:pt x="138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84"/>
            <p:cNvSpPr/>
            <p:nvPr/>
          </p:nvSpPr>
          <p:spPr>
            <a:xfrm>
              <a:off x="4128686" y="3909554"/>
              <a:ext cx="29053" cy="21800"/>
            </a:xfrm>
            <a:custGeom>
              <a:rect b="b" l="l" r="r" t="t"/>
              <a:pathLst>
                <a:path extrusionOk="0" h="1037" w="1382">
                  <a:moveTo>
                    <a:pt x="1381" y="1036"/>
                  </a:moveTo>
                  <a:lnTo>
                    <a:pt x="0" y="1036"/>
                  </a:lnTo>
                  <a:lnTo>
                    <a:pt x="0" y="0"/>
                  </a:lnTo>
                  <a:lnTo>
                    <a:pt x="1381"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84"/>
            <p:cNvSpPr/>
            <p:nvPr/>
          </p:nvSpPr>
          <p:spPr>
            <a:xfrm>
              <a:off x="3903114" y="3992572"/>
              <a:ext cx="37168" cy="37189"/>
            </a:xfrm>
            <a:custGeom>
              <a:rect b="b" l="l" r="r" t="t"/>
              <a:pathLst>
                <a:path extrusionOk="0" h="1769" w="1768">
                  <a:moveTo>
                    <a:pt x="1768" y="733"/>
                  </a:moveTo>
                  <a:lnTo>
                    <a:pt x="732" y="1769"/>
                  </a:lnTo>
                  <a:lnTo>
                    <a:pt x="0" y="1037"/>
                  </a:lnTo>
                  <a:lnTo>
                    <a:pt x="1036"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84"/>
            <p:cNvSpPr/>
            <p:nvPr/>
          </p:nvSpPr>
          <p:spPr>
            <a:xfrm>
              <a:off x="4084559" y="3811127"/>
              <a:ext cx="37168" cy="37189"/>
            </a:xfrm>
            <a:custGeom>
              <a:rect b="b" l="l" r="r" t="t"/>
              <a:pathLst>
                <a:path extrusionOk="0" h="1769" w="1768">
                  <a:moveTo>
                    <a:pt x="1768" y="733"/>
                  </a:moveTo>
                  <a:lnTo>
                    <a:pt x="732" y="1769"/>
                  </a:lnTo>
                  <a:lnTo>
                    <a:pt x="0" y="1037"/>
                  </a:lnTo>
                  <a:lnTo>
                    <a:pt x="1036"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1" name="Google Shape;1441;p84"/>
          <p:cNvGrpSpPr/>
          <p:nvPr/>
        </p:nvGrpSpPr>
        <p:grpSpPr>
          <a:xfrm>
            <a:off x="4439903" y="3778921"/>
            <a:ext cx="283068" cy="283068"/>
            <a:chOff x="4439903" y="3778921"/>
            <a:chExt cx="283068" cy="283068"/>
          </a:xfrm>
        </p:grpSpPr>
        <p:sp>
          <p:nvSpPr>
            <p:cNvPr id="1442" name="Google Shape;1442;p84"/>
            <p:cNvSpPr/>
            <p:nvPr/>
          </p:nvSpPr>
          <p:spPr>
            <a:xfrm>
              <a:off x="4439903" y="3778921"/>
              <a:ext cx="275815" cy="141692"/>
            </a:xfrm>
            <a:custGeom>
              <a:rect b="b" l="l" r="r" t="t"/>
              <a:pathLst>
                <a:path extrusionOk="0" h="6740" w="13120">
                  <a:moveTo>
                    <a:pt x="6726" y="0"/>
                  </a:moveTo>
                  <a:cubicBezTo>
                    <a:pt x="3011" y="0"/>
                    <a:pt x="0" y="3024"/>
                    <a:pt x="0" y="6739"/>
                  </a:cubicBezTo>
                  <a:lnTo>
                    <a:pt x="1036" y="6739"/>
                  </a:lnTo>
                  <a:cubicBezTo>
                    <a:pt x="1036" y="3591"/>
                    <a:pt x="3577" y="1036"/>
                    <a:pt x="6726" y="1036"/>
                  </a:cubicBezTo>
                  <a:cubicBezTo>
                    <a:pt x="8645" y="1036"/>
                    <a:pt x="10316" y="1989"/>
                    <a:pt x="11338" y="3452"/>
                  </a:cubicBezTo>
                  <a:lnTo>
                    <a:pt x="9833" y="3452"/>
                  </a:lnTo>
                  <a:lnTo>
                    <a:pt x="9833" y="4488"/>
                  </a:lnTo>
                  <a:lnTo>
                    <a:pt x="13120" y="4488"/>
                  </a:lnTo>
                  <a:lnTo>
                    <a:pt x="13120" y="1215"/>
                  </a:lnTo>
                  <a:lnTo>
                    <a:pt x="12084" y="1215"/>
                  </a:lnTo>
                  <a:lnTo>
                    <a:pt x="12084" y="2707"/>
                  </a:lnTo>
                  <a:cubicBezTo>
                    <a:pt x="10869" y="1063"/>
                    <a:pt x="8935" y="0"/>
                    <a:pt x="6726"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84"/>
            <p:cNvSpPr/>
            <p:nvPr/>
          </p:nvSpPr>
          <p:spPr>
            <a:xfrm>
              <a:off x="4447156" y="3920591"/>
              <a:ext cx="275815" cy="141397"/>
            </a:xfrm>
            <a:custGeom>
              <a:rect b="b" l="l" r="r" t="t"/>
              <a:pathLst>
                <a:path extrusionOk="0" h="6726" w="13120">
                  <a:moveTo>
                    <a:pt x="12084" y="0"/>
                  </a:moveTo>
                  <a:cubicBezTo>
                    <a:pt x="12084" y="3149"/>
                    <a:pt x="9529" y="5690"/>
                    <a:pt x="6381" y="5690"/>
                  </a:cubicBezTo>
                  <a:cubicBezTo>
                    <a:pt x="4461" y="5690"/>
                    <a:pt x="2790" y="4751"/>
                    <a:pt x="1768" y="3287"/>
                  </a:cubicBezTo>
                  <a:lnTo>
                    <a:pt x="3274" y="3287"/>
                  </a:lnTo>
                  <a:lnTo>
                    <a:pt x="3274" y="2251"/>
                  </a:lnTo>
                  <a:lnTo>
                    <a:pt x="1" y="2237"/>
                  </a:lnTo>
                  <a:lnTo>
                    <a:pt x="1" y="5524"/>
                  </a:lnTo>
                  <a:lnTo>
                    <a:pt x="1036" y="5524"/>
                  </a:lnTo>
                  <a:lnTo>
                    <a:pt x="1036" y="4033"/>
                  </a:lnTo>
                  <a:cubicBezTo>
                    <a:pt x="2252" y="5662"/>
                    <a:pt x="4171" y="6725"/>
                    <a:pt x="6381" y="6725"/>
                  </a:cubicBezTo>
                  <a:cubicBezTo>
                    <a:pt x="10096" y="6725"/>
                    <a:pt x="13120" y="3715"/>
                    <a:pt x="13120"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4" name="Google Shape;1444;p84"/>
          <p:cNvSpPr/>
          <p:nvPr/>
        </p:nvSpPr>
        <p:spPr>
          <a:xfrm>
            <a:off x="5013859" y="3838709"/>
            <a:ext cx="279873" cy="163765"/>
          </a:xfrm>
          <a:custGeom>
            <a:rect b="b" l="l" r="r" t="t"/>
            <a:pathLst>
              <a:path extrusionOk="0" h="7790" w="13313">
                <a:moveTo>
                  <a:pt x="9335" y="1"/>
                </a:moveTo>
                <a:lnTo>
                  <a:pt x="9335" y="1037"/>
                </a:lnTo>
                <a:lnTo>
                  <a:pt x="11545" y="1037"/>
                </a:lnTo>
                <a:lnTo>
                  <a:pt x="7264" y="5304"/>
                </a:lnTo>
                <a:lnTo>
                  <a:pt x="4502" y="2542"/>
                </a:lnTo>
                <a:lnTo>
                  <a:pt x="0" y="7058"/>
                </a:lnTo>
                <a:lnTo>
                  <a:pt x="732" y="7789"/>
                </a:lnTo>
                <a:lnTo>
                  <a:pt x="4502" y="4006"/>
                </a:lnTo>
                <a:lnTo>
                  <a:pt x="7264" y="6768"/>
                </a:lnTo>
                <a:lnTo>
                  <a:pt x="12277" y="1768"/>
                </a:lnTo>
                <a:lnTo>
                  <a:pt x="12277" y="3964"/>
                </a:lnTo>
                <a:lnTo>
                  <a:pt x="13313" y="3964"/>
                </a:lnTo>
                <a:lnTo>
                  <a:pt x="13313"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5" name="Google Shape;1445;p84"/>
          <p:cNvGrpSpPr/>
          <p:nvPr/>
        </p:nvGrpSpPr>
        <p:grpSpPr>
          <a:xfrm>
            <a:off x="5607534" y="3775431"/>
            <a:ext cx="232278" cy="290321"/>
            <a:chOff x="5607534" y="3775431"/>
            <a:chExt cx="232278" cy="290321"/>
          </a:xfrm>
        </p:grpSpPr>
        <p:sp>
          <p:nvSpPr>
            <p:cNvPr id="1446" name="Google Shape;1446;p84"/>
            <p:cNvSpPr/>
            <p:nvPr/>
          </p:nvSpPr>
          <p:spPr>
            <a:xfrm>
              <a:off x="5712920" y="3935097"/>
              <a:ext cx="21800" cy="58085"/>
            </a:xfrm>
            <a:custGeom>
              <a:rect b="b" l="l" r="r" t="t"/>
              <a:pathLst>
                <a:path extrusionOk="0" h="2763" w="1037">
                  <a:moveTo>
                    <a:pt x="1" y="1"/>
                  </a:moveTo>
                  <a:lnTo>
                    <a:pt x="1" y="2763"/>
                  </a:lnTo>
                  <a:lnTo>
                    <a:pt x="1037" y="2763"/>
                  </a:lnTo>
                  <a:lnTo>
                    <a:pt x="1037"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84"/>
            <p:cNvSpPr/>
            <p:nvPr/>
          </p:nvSpPr>
          <p:spPr>
            <a:xfrm>
              <a:off x="5607534" y="3775431"/>
              <a:ext cx="232278" cy="290321"/>
            </a:xfrm>
            <a:custGeom>
              <a:rect b="b" l="l" r="r" t="t"/>
              <a:pathLst>
                <a:path extrusionOk="0" h="13810" w="11049">
                  <a:moveTo>
                    <a:pt x="3108" y="4143"/>
                  </a:moveTo>
                  <a:lnTo>
                    <a:pt x="3108" y="3453"/>
                  </a:lnTo>
                  <a:cubicBezTo>
                    <a:pt x="3108" y="2113"/>
                    <a:pt x="4199" y="1036"/>
                    <a:pt x="5525" y="1036"/>
                  </a:cubicBezTo>
                  <a:cubicBezTo>
                    <a:pt x="6740" y="1036"/>
                    <a:pt x="7748" y="1934"/>
                    <a:pt x="7928" y="3108"/>
                  </a:cubicBezTo>
                  <a:lnTo>
                    <a:pt x="8963" y="3108"/>
                  </a:lnTo>
                  <a:cubicBezTo>
                    <a:pt x="8798" y="1354"/>
                    <a:pt x="7320" y="0"/>
                    <a:pt x="5525" y="0"/>
                  </a:cubicBezTo>
                  <a:cubicBezTo>
                    <a:pt x="3619" y="0"/>
                    <a:pt x="2072" y="1547"/>
                    <a:pt x="2072" y="3453"/>
                  </a:cubicBezTo>
                  <a:lnTo>
                    <a:pt x="2072" y="4143"/>
                  </a:lnTo>
                  <a:lnTo>
                    <a:pt x="1" y="4143"/>
                  </a:lnTo>
                  <a:lnTo>
                    <a:pt x="1" y="13810"/>
                  </a:lnTo>
                  <a:lnTo>
                    <a:pt x="11049" y="13810"/>
                  </a:lnTo>
                  <a:lnTo>
                    <a:pt x="11049" y="4143"/>
                  </a:lnTo>
                  <a:close/>
                  <a:moveTo>
                    <a:pt x="1037" y="5179"/>
                  </a:moveTo>
                  <a:lnTo>
                    <a:pt x="10013" y="5179"/>
                  </a:lnTo>
                  <a:lnTo>
                    <a:pt x="10013" y="12774"/>
                  </a:lnTo>
                  <a:lnTo>
                    <a:pt x="1037" y="1277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8" name="Google Shape;1448;p84"/>
          <p:cNvGrpSpPr/>
          <p:nvPr/>
        </p:nvGrpSpPr>
        <p:grpSpPr>
          <a:xfrm>
            <a:off x="6155948" y="3778921"/>
            <a:ext cx="275815" cy="283068"/>
            <a:chOff x="6155948" y="3778921"/>
            <a:chExt cx="275815" cy="283068"/>
          </a:xfrm>
        </p:grpSpPr>
        <p:sp>
          <p:nvSpPr>
            <p:cNvPr id="1449" name="Google Shape;1449;p84"/>
            <p:cNvSpPr/>
            <p:nvPr/>
          </p:nvSpPr>
          <p:spPr>
            <a:xfrm>
              <a:off x="6155948" y="3778921"/>
              <a:ext cx="275815" cy="283068"/>
            </a:xfrm>
            <a:custGeom>
              <a:rect b="b" l="l" r="r" t="t"/>
              <a:pathLst>
                <a:path extrusionOk="0" h="13465" w="13120">
                  <a:moveTo>
                    <a:pt x="6726" y="0"/>
                  </a:moveTo>
                  <a:cubicBezTo>
                    <a:pt x="3011" y="0"/>
                    <a:pt x="0" y="3024"/>
                    <a:pt x="0" y="6739"/>
                  </a:cubicBezTo>
                  <a:cubicBezTo>
                    <a:pt x="0" y="10454"/>
                    <a:pt x="3011" y="13464"/>
                    <a:pt x="6726" y="13464"/>
                  </a:cubicBezTo>
                  <a:cubicBezTo>
                    <a:pt x="9377" y="13464"/>
                    <a:pt x="11614" y="11945"/>
                    <a:pt x="12719" y="9736"/>
                  </a:cubicBezTo>
                  <a:lnTo>
                    <a:pt x="11794" y="9266"/>
                  </a:lnTo>
                  <a:cubicBezTo>
                    <a:pt x="10855" y="11144"/>
                    <a:pt x="8963" y="12429"/>
                    <a:pt x="6726" y="12429"/>
                  </a:cubicBezTo>
                  <a:cubicBezTo>
                    <a:pt x="3577" y="12429"/>
                    <a:pt x="1036" y="9888"/>
                    <a:pt x="1036" y="6739"/>
                  </a:cubicBezTo>
                  <a:cubicBezTo>
                    <a:pt x="1036" y="3591"/>
                    <a:pt x="3577" y="1036"/>
                    <a:pt x="6726" y="1036"/>
                  </a:cubicBezTo>
                  <a:cubicBezTo>
                    <a:pt x="8645" y="1036"/>
                    <a:pt x="10316" y="1989"/>
                    <a:pt x="11338" y="3452"/>
                  </a:cubicBezTo>
                  <a:lnTo>
                    <a:pt x="9833" y="3452"/>
                  </a:lnTo>
                  <a:lnTo>
                    <a:pt x="9833" y="4488"/>
                  </a:lnTo>
                  <a:lnTo>
                    <a:pt x="13120" y="4488"/>
                  </a:lnTo>
                  <a:lnTo>
                    <a:pt x="13120" y="1215"/>
                  </a:lnTo>
                  <a:lnTo>
                    <a:pt x="12084" y="1215"/>
                  </a:lnTo>
                  <a:lnTo>
                    <a:pt x="12084" y="2707"/>
                  </a:lnTo>
                  <a:cubicBezTo>
                    <a:pt x="10869" y="1063"/>
                    <a:pt x="8935" y="0"/>
                    <a:pt x="6726"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84"/>
            <p:cNvSpPr/>
            <p:nvPr/>
          </p:nvSpPr>
          <p:spPr>
            <a:xfrm>
              <a:off x="6286582" y="3848000"/>
              <a:ext cx="47637" cy="109191"/>
            </a:xfrm>
            <a:custGeom>
              <a:rect b="b" l="l" r="r" t="t"/>
              <a:pathLst>
                <a:path extrusionOk="0" h="5194" w="2266">
                  <a:moveTo>
                    <a:pt x="1" y="1"/>
                  </a:moveTo>
                  <a:lnTo>
                    <a:pt x="1037" y="1"/>
                  </a:lnTo>
                  <a:lnTo>
                    <a:pt x="1037" y="3232"/>
                  </a:lnTo>
                  <a:lnTo>
                    <a:pt x="2266" y="4461"/>
                  </a:lnTo>
                  <a:lnTo>
                    <a:pt x="1534" y="5193"/>
                  </a:lnTo>
                  <a:lnTo>
                    <a:pt x="1" y="366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1" name="Google Shape;1451;p84"/>
          <p:cNvGrpSpPr/>
          <p:nvPr/>
        </p:nvGrpSpPr>
        <p:grpSpPr>
          <a:xfrm>
            <a:off x="6724670" y="3793426"/>
            <a:ext cx="283089" cy="254036"/>
            <a:chOff x="6724670" y="3793426"/>
            <a:chExt cx="283089" cy="254036"/>
          </a:xfrm>
        </p:grpSpPr>
        <p:sp>
          <p:nvSpPr>
            <p:cNvPr id="1452" name="Google Shape;1452;p84"/>
            <p:cNvSpPr/>
            <p:nvPr/>
          </p:nvSpPr>
          <p:spPr>
            <a:xfrm>
              <a:off x="6909605" y="3938586"/>
              <a:ext cx="43559" cy="21800"/>
            </a:xfrm>
            <a:custGeom>
              <a:rect b="b" l="l" r="r" t="t"/>
              <a:pathLst>
                <a:path extrusionOk="0" h="1037" w="2072">
                  <a:moveTo>
                    <a:pt x="2072" y="1036"/>
                  </a:moveTo>
                  <a:lnTo>
                    <a:pt x="0" y="1036"/>
                  </a:lnTo>
                  <a:lnTo>
                    <a:pt x="0" y="0"/>
                  </a:lnTo>
                  <a:lnTo>
                    <a:pt x="2072"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84"/>
            <p:cNvSpPr/>
            <p:nvPr/>
          </p:nvSpPr>
          <p:spPr>
            <a:xfrm>
              <a:off x="6724670" y="3793426"/>
              <a:ext cx="283089" cy="254036"/>
            </a:xfrm>
            <a:custGeom>
              <a:rect b="b" l="l" r="r" t="t"/>
              <a:pathLst>
                <a:path extrusionOk="0" h="12084" w="13466">
                  <a:moveTo>
                    <a:pt x="1036" y="1906"/>
                  </a:moveTo>
                  <a:cubicBezTo>
                    <a:pt x="1036" y="1423"/>
                    <a:pt x="1423" y="1036"/>
                    <a:pt x="1893" y="1036"/>
                  </a:cubicBezTo>
                  <a:lnTo>
                    <a:pt x="11559" y="1036"/>
                  </a:lnTo>
                  <a:lnTo>
                    <a:pt x="11559" y="1"/>
                  </a:lnTo>
                  <a:lnTo>
                    <a:pt x="1893" y="1"/>
                  </a:lnTo>
                  <a:cubicBezTo>
                    <a:pt x="843" y="1"/>
                    <a:pt x="1" y="857"/>
                    <a:pt x="1" y="1906"/>
                  </a:cubicBezTo>
                  <a:lnTo>
                    <a:pt x="1" y="10192"/>
                  </a:lnTo>
                  <a:cubicBezTo>
                    <a:pt x="1" y="11242"/>
                    <a:pt x="843" y="12084"/>
                    <a:pt x="1893" y="12084"/>
                  </a:cubicBezTo>
                  <a:lnTo>
                    <a:pt x="13465" y="12084"/>
                  </a:lnTo>
                  <a:lnTo>
                    <a:pt x="13465" y="2762"/>
                  </a:lnTo>
                  <a:lnTo>
                    <a:pt x="1893" y="2762"/>
                  </a:lnTo>
                  <a:cubicBezTo>
                    <a:pt x="1423" y="2762"/>
                    <a:pt x="1036" y="2376"/>
                    <a:pt x="1036" y="1906"/>
                  </a:cubicBezTo>
                  <a:close/>
                  <a:moveTo>
                    <a:pt x="1036" y="3591"/>
                  </a:moveTo>
                  <a:lnTo>
                    <a:pt x="1036" y="10192"/>
                  </a:lnTo>
                  <a:cubicBezTo>
                    <a:pt x="1036" y="10662"/>
                    <a:pt x="1423" y="11048"/>
                    <a:pt x="1893" y="11048"/>
                  </a:cubicBezTo>
                  <a:lnTo>
                    <a:pt x="12429" y="11048"/>
                  </a:lnTo>
                  <a:lnTo>
                    <a:pt x="12429" y="3798"/>
                  </a:lnTo>
                  <a:lnTo>
                    <a:pt x="1893" y="3798"/>
                  </a:lnTo>
                  <a:cubicBezTo>
                    <a:pt x="1589" y="3798"/>
                    <a:pt x="1299" y="3729"/>
                    <a:pt x="1036" y="359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4" name="Google Shape;1454;p84"/>
          <p:cNvGrpSpPr/>
          <p:nvPr/>
        </p:nvGrpSpPr>
        <p:grpSpPr>
          <a:xfrm>
            <a:off x="7278886" y="3789936"/>
            <a:ext cx="319353" cy="261310"/>
            <a:chOff x="7278886" y="3789936"/>
            <a:chExt cx="319353" cy="261310"/>
          </a:xfrm>
        </p:grpSpPr>
        <p:sp>
          <p:nvSpPr>
            <p:cNvPr id="1455" name="Google Shape;1455;p84"/>
            <p:cNvSpPr/>
            <p:nvPr/>
          </p:nvSpPr>
          <p:spPr>
            <a:xfrm>
              <a:off x="7427810" y="3898812"/>
              <a:ext cx="21800" cy="65338"/>
            </a:xfrm>
            <a:custGeom>
              <a:rect b="b" l="l" r="r" t="t"/>
              <a:pathLst>
                <a:path extrusionOk="0" h="3108" w="1037">
                  <a:moveTo>
                    <a:pt x="1" y="0"/>
                  </a:moveTo>
                  <a:lnTo>
                    <a:pt x="1" y="3108"/>
                  </a:lnTo>
                  <a:lnTo>
                    <a:pt x="1036" y="3108"/>
                  </a:lnTo>
                  <a:lnTo>
                    <a:pt x="1036"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84"/>
            <p:cNvSpPr/>
            <p:nvPr/>
          </p:nvSpPr>
          <p:spPr>
            <a:xfrm>
              <a:off x="7278886" y="3789936"/>
              <a:ext cx="319353" cy="261310"/>
            </a:xfrm>
            <a:custGeom>
              <a:rect b="b" l="l" r="r" t="t"/>
              <a:pathLst>
                <a:path extrusionOk="0" h="12430" w="15191">
                  <a:moveTo>
                    <a:pt x="7596" y="1"/>
                  </a:moveTo>
                  <a:lnTo>
                    <a:pt x="0" y="12430"/>
                  </a:lnTo>
                  <a:lnTo>
                    <a:pt x="15191" y="12430"/>
                  </a:lnTo>
                  <a:close/>
                  <a:moveTo>
                    <a:pt x="7596" y="1989"/>
                  </a:moveTo>
                  <a:lnTo>
                    <a:pt x="1851" y="11394"/>
                  </a:lnTo>
                  <a:lnTo>
                    <a:pt x="13354" y="11394"/>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84"/>
            <p:cNvSpPr/>
            <p:nvPr/>
          </p:nvSpPr>
          <p:spPr>
            <a:xfrm>
              <a:off x="7424047" y="3978655"/>
              <a:ext cx="29053" cy="29053"/>
            </a:xfrm>
            <a:custGeom>
              <a:rect b="b" l="l" r="r" t="t"/>
              <a:pathLst>
                <a:path extrusionOk="0" h="1382" w="1382">
                  <a:moveTo>
                    <a:pt x="691" y="0"/>
                  </a:moveTo>
                  <a:cubicBezTo>
                    <a:pt x="318" y="0"/>
                    <a:pt x="0" y="304"/>
                    <a:pt x="0" y="691"/>
                  </a:cubicBezTo>
                  <a:cubicBezTo>
                    <a:pt x="0" y="1063"/>
                    <a:pt x="318" y="1381"/>
                    <a:pt x="691" y="1381"/>
                  </a:cubicBezTo>
                  <a:cubicBezTo>
                    <a:pt x="1077" y="1381"/>
                    <a:pt x="1381" y="1063"/>
                    <a:pt x="1381" y="691"/>
                  </a:cubicBezTo>
                  <a:cubicBezTo>
                    <a:pt x="1381" y="304"/>
                    <a:pt x="1077" y="0"/>
                    <a:pt x="691" y="0"/>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8" name="Google Shape;1458;p84"/>
          <p:cNvGrpSpPr/>
          <p:nvPr/>
        </p:nvGrpSpPr>
        <p:grpSpPr>
          <a:xfrm>
            <a:off x="7865898" y="3775431"/>
            <a:ext cx="290342" cy="290321"/>
            <a:chOff x="7865898" y="3775431"/>
            <a:chExt cx="290342" cy="290321"/>
          </a:xfrm>
        </p:grpSpPr>
        <p:sp>
          <p:nvSpPr>
            <p:cNvPr id="1459" name="Google Shape;1459;p84"/>
            <p:cNvSpPr/>
            <p:nvPr/>
          </p:nvSpPr>
          <p:spPr>
            <a:xfrm>
              <a:off x="8032543" y="3912750"/>
              <a:ext cx="66494" cy="102506"/>
            </a:xfrm>
            <a:custGeom>
              <a:rect b="b" l="l" r="r" t="t"/>
              <a:pathLst>
                <a:path extrusionOk="0" h="4876" w="3163">
                  <a:moveTo>
                    <a:pt x="732" y="0"/>
                  </a:moveTo>
                  <a:lnTo>
                    <a:pt x="3163" y="2445"/>
                  </a:lnTo>
                  <a:lnTo>
                    <a:pt x="732" y="4875"/>
                  </a:lnTo>
                  <a:lnTo>
                    <a:pt x="0" y="4143"/>
                  </a:lnTo>
                  <a:lnTo>
                    <a:pt x="1699" y="2445"/>
                  </a:lnTo>
                  <a:lnTo>
                    <a:pt x="0" y="732"/>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84"/>
            <p:cNvSpPr/>
            <p:nvPr/>
          </p:nvSpPr>
          <p:spPr>
            <a:xfrm>
              <a:off x="7923079" y="3912750"/>
              <a:ext cx="66810" cy="102506"/>
            </a:xfrm>
            <a:custGeom>
              <a:rect b="b" l="l" r="r" t="t"/>
              <a:pathLst>
                <a:path extrusionOk="0" h="4876" w="3178">
                  <a:moveTo>
                    <a:pt x="2445" y="4875"/>
                  </a:moveTo>
                  <a:lnTo>
                    <a:pt x="3177" y="4143"/>
                  </a:lnTo>
                  <a:lnTo>
                    <a:pt x="1465" y="2445"/>
                  </a:lnTo>
                  <a:lnTo>
                    <a:pt x="3177" y="732"/>
                  </a:lnTo>
                  <a:lnTo>
                    <a:pt x="2445" y="0"/>
                  </a:lnTo>
                  <a:lnTo>
                    <a:pt x="1" y="2445"/>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84"/>
            <p:cNvSpPr/>
            <p:nvPr/>
          </p:nvSpPr>
          <p:spPr>
            <a:xfrm>
              <a:off x="7909435" y="3818968"/>
              <a:ext cx="29053" cy="29053"/>
            </a:xfrm>
            <a:custGeom>
              <a:rect b="b" l="l" r="r" t="t"/>
              <a:pathLst>
                <a:path extrusionOk="0" h="1382" w="1382">
                  <a:moveTo>
                    <a:pt x="691" y="1"/>
                  </a:moveTo>
                  <a:cubicBezTo>
                    <a:pt x="305" y="1"/>
                    <a:pt x="1" y="305"/>
                    <a:pt x="1" y="691"/>
                  </a:cubicBezTo>
                  <a:cubicBezTo>
                    <a:pt x="1" y="1064"/>
                    <a:pt x="305" y="1382"/>
                    <a:pt x="691" y="1382"/>
                  </a:cubicBezTo>
                  <a:cubicBezTo>
                    <a:pt x="1078" y="1382"/>
                    <a:pt x="1382" y="1064"/>
                    <a:pt x="1382" y="691"/>
                  </a:cubicBezTo>
                  <a:cubicBezTo>
                    <a:pt x="1382" y="305"/>
                    <a:pt x="1078" y="1"/>
                    <a:pt x="691"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84"/>
            <p:cNvSpPr/>
            <p:nvPr/>
          </p:nvSpPr>
          <p:spPr>
            <a:xfrm>
              <a:off x="7952994" y="3818968"/>
              <a:ext cx="29053" cy="29053"/>
            </a:xfrm>
            <a:custGeom>
              <a:rect b="b" l="l" r="r" t="t"/>
              <a:pathLst>
                <a:path extrusionOk="0" h="1382" w="1382">
                  <a:moveTo>
                    <a:pt x="691" y="1"/>
                  </a:moveTo>
                  <a:cubicBezTo>
                    <a:pt x="304" y="1"/>
                    <a:pt x="0" y="305"/>
                    <a:pt x="0" y="691"/>
                  </a:cubicBezTo>
                  <a:cubicBezTo>
                    <a:pt x="0" y="1064"/>
                    <a:pt x="304" y="1382"/>
                    <a:pt x="691" y="1382"/>
                  </a:cubicBezTo>
                  <a:cubicBezTo>
                    <a:pt x="1078" y="1382"/>
                    <a:pt x="1381" y="1064"/>
                    <a:pt x="1381" y="691"/>
                  </a:cubicBezTo>
                  <a:cubicBezTo>
                    <a:pt x="1381" y="305"/>
                    <a:pt x="1078" y="1"/>
                    <a:pt x="691"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84"/>
            <p:cNvSpPr/>
            <p:nvPr/>
          </p:nvSpPr>
          <p:spPr>
            <a:xfrm>
              <a:off x="7996531" y="3818968"/>
              <a:ext cx="29053" cy="29053"/>
            </a:xfrm>
            <a:custGeom>
              <a:rect b="b" l="l" r="r" t="t"/>
              <a:pathLst>
                <a:path extrusionOk="0" h="1382" w="1382">
                  <a:moveTo>
                    <a:pt x="691" y="1"/>
                  </a:moveTo>
                  <a:cubicBezTo>
                    <a:pt x="305" y="1"/>
                    <a:pt x="1" y="305"/>
                    <a:pt x="1" y="691"/>
                  </a:cubicBezTo>
                  <a:cubicBezTo>
                    <a:pt x="1" y="1064"/>
                    <a:pt x="305" y="1382"/>
                    <a:pt x="691" y="1382"/>
                  </a:cubicBezTo>
                  <a:cubicBezTo>
                    <a:pt x="1078" y="1382"/>
                    <a:pt x="1382" y="1064"/>
                    <a:pt x="1382" y="691"/>
                  </a:cubicBezTo>
                  <a:cubicBezTo>
                    <a:pt x="1382" y="305"/>
                    <a:pt x="1078" y="1"/>
                    <a:pt x="691" y="1"/>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84"/>
            <p:cNvSpPr/>
            <p:nvPr/>
          </p:nvSpPr>
          <p:spPr>
            <a:xfrm>
              <a:off x="7865898" y="3775431"/>
              <a:ext cx="290342" cy="290321"/>
            </a:xfrm>
            <a:custGeom>
              <a:rect b="b" l="l" r="r" t="t"/>
              <a:pathLst>
                <a:path extrusionOk="0" h="13810" w="13811">
                  <a:moveTo>
                    <a:pt x="0" y="13810"/>
                  </a:moveTo>
                  <a:lnTo>
                    <a:pt x="0" y="0"/>
                  </a:lnTo>
                  <a:lnTo>
                    <a:pt x="13810" y="0"/>
                  </a:lnTo>
                  <a:lnTo>
                    <a:pt x="13810" y="13810"/>
                  </a:lnTo>
                  <a:close/>
                  <a:moveTo>
                    <a:pt x="1036" y="1036"/>
                  </a:moveTo>
                  <a:lnTo>
                    <a:pt x="12774" y="1036"/>
                  </a:lnTo>
                  <a:lnTo>
                    <a:pt x="12774" y="4309"/>
                  </a:lnTo>
                  <a:lnTo>
                    <a:pt x="1036" y="4309"/>
                  </a:lnTo>
                  <a:close/>
                  <a:moveTo>
                    <a:pt x="1036" y="5345"/>
                  </a:moveTo>
                  <a:lnTo>
                    <a:pt x="1036" y="12774"/>
                  </a:lnTo>
                  <a:lnTo>
                    <a:pt x="12774" y="12774"/>
                  </a:lnTo>
                  <a:lnTo>
                    <a:pt x="12774" y="5345"/>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84"/>
          <p:cNvGrpSpPr/>
          <p:nvPr/>
        </p:nvGrpSpPr>
        <p:grpSpPr>
          <a:xfrm>
            <a:off x="8467709" y="3784428"/>
            <a:ext cx="224436" cy="272325"/>
            <a:chOff x="8467709" y="3784428"/>
            <a:chExt cx="224436" cy="272325"/>
          </a:xfrm>
        </p:grpSpPr>
        <p:sp>
          <p:nvSpPr>
            <p:cNvPr id="1466" name="Google Shape;1466;p84"/>
            <p:cNvSpPr/>
            <p:nvPr/>
          </p:nvSpPr>
          <p:spPr>
            <a:xfrm>
              <a:off x="8467709" y="3889814"/>
              <a:ext cx="165804" cy="166940"/>
            </a:xfrm>
            <a:custGeom>
              <a:rect b="b" l="l" r="r" t="t"/>
              <a:pathLst>
                <a:path extrusionOk="0" h="7941" w="7887">
                  <a:moveTo>
                    <a:pt x="3978" y="0"/>
                  </a:moveTo>
                  <a:cubicBezTo>
                    <a:pt x="1782" y="0"/>
                    <a:pt x="1" y="1768"/>
                    <a:pt x="1" y="3964"/>
                  </a:cubicBezTo>
                  <a:cubicBezTo>
                    <a:pt x="1" y="6159"/>
                    <a:pt x="1782" y="7941"/>
                    <a:pt x="3978" y="7941"/>
                  </a:cubicBezTo>
                  <a:cubicBezTo>
                    <a:pt x="5939" y="7941"/>
                    <a:pt x="7555" y="6519"/>
                    <a:pt x="7886" y="4654"/>
                  </a:cubicBezTo>
                  <a:lnTo>
                    <a:pt x="6823" y="4654"/>
                  </a:lnTo>
                  <a:cubicBezTo>
                    <a:pt x="6519" y="5939"/>
                    <a:pt x="5359" y="6905"/>
                    <a:pt x="3978" y="6905"/>
                  </a:cubicBezTo>
                  <a:cubicBezTo>
                    <a:pt x="2349" y="6905"/>
                    <a:pt x="1037" y="5579"/>
                    <a:pt x="1037" y="3964"/>
                  </a:cubicBezTo>
                  <a:cubicBezTo>
                    <a:pt x="1037" y="2348"/>
                    <a:pt x="2349" y="1036"/>
                    <a:pt x="3978" y="1036"/>
                  </a:cubicBezTo>
                  <a:lnTo>
                    <a:pt x="3978" y="0"/>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84"/>
            <p:cNvSpPr/>
            <p:nvPr/>
          </p:nvSpPr>
          <p:spPr>
            <a:xfrm>
              <a:off x="8551336" y="3784428"/>
              <a:ext cx="58085" cy="58085"/>
            </a:xfrm>
            <a:custGeom>
              <a:rect b="b" l="l" r="r" t="t"/>
              <a:pathLst>
                <a:path extrusionOk="0" h="2763" w="2763">
                  <a:moveTo>
                    <a:pt x="1381" y="2762"/>
                  </a:moveTo>
                  <a:cubicBezTo>
                    <a:pt x="2141" y="2762"/>
                    <a:pt x="2762" y="2141"/>
                    <a:pt x="2762" y="1381"/>
                  </a:cubicBezTo>
                  <a:cubicBezTo>
                    <a:pt x="2762" y="622"/>
                    <a:pt x="2141" y="0"/>
                    <a:pt x="1381" y="0"/>
                  </a:cubicBezTo>
                  <a:cubicBezTo>
                    <a:pt x="622" y="0"/>
                    <a:pt x="0" y="622"/>
                    <a:pt x="0" y="1381"/>
                  </a:cubicBezTo>
                  <a:cubicBezTo>
                    <a:pt x="0" y="2141"/>
                    <a:pt x="622" y="2762"/>
                    <a:pt x="1381" y="2762"/>
                  </a:cubicBez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84"/>
            <p:cNvSpPr/>
            <p:nvPr/>
          </p:nvSpPr>
          <p:spPr>
            <a:xfrm>
              <a:off x="8569331" y="3856998"/>
              <a:ext cx="122813" cy="178271"/>
            </a:xfrm>
            <a:custGeom>
              <a:rect b="b" l="l" r="r" t="t"/>
              <a:pathLst>
                <a:path extrusionOk="0" h="8480" w="5842">
                  <a:moveTo>
                    <a:pt x="0" y="1"/>
                  </a:moveTo>
                  <a:lnTo>
                    <a:pt x="0" y="5359"/>
                  </a:lnTo>
                  <a:lnTo>
                    <a:pt x="3618" y="5359"/>
                  </a:lnTo>
                  <a:lnTo>
                    <a:pt x="4875" y="8480"/>
                  </a:lnTo>
                  <a:lnTo>
                    <a:pt x="5842" y="8093"/>
                  </a:lnTo>
                  <a:lnTo>
                    <a:pt x="4323" y="4309"/>
                  </a:lnTo>
                  <a:lnTo>
                    <a:pt x="1036" y="4309"/>
                  </a:lnTo>
                  <a:lnTo>
                    <a:pt x="1036" y="2583"/>
                  </a:lnTo>
                  <a:lnTo>
                    <a:pt x="3978" y="2583"/>
                  </a:lnTo>
                  <a:lnTo>
                    <a:pt x="3978" y="1548"/>
                  </a:lnTo>
                  <a:lnTo>
                    <a:pt x="1036" y="1548"/>
                  </a:lnTo>
                  <a:lnTo>
                    <a:pt x="1036" y="1"/>
                  </a:lnTo>
                  <a:close/>
                </a:path>
              </a:pathLst>
            </a:custGeom>
            <a:solidFill>
              <a:srgbClr val="1300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85"/>
          <p:cNvSpPr txBox="1"/>
          <p:nvPr>
            <p:ph idx="1" type="subTitle"/>
          </p:nvPr>
        </p:nvSpPr>
        <p:spPr>
          <a:xfrm>
            <a:off x="3252300" y="2651350"/>
            <a:ext cx="5548800" cy="139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Access our full brand style guide for additional creative support and guidance.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https://brand.docusign.com/</a:t>
            </a:r>
            <a:endParaRPr/>
          </a:p>
          <a:p>
            <a:pPr indent="0" lvl="0" marL="0" rtl="0" algn="l">
              <a:spcBef>
                <a:spcPts val="0"/>
              </a:spcBef>
              <a:spcAft>
                <a:spcPts val="0"/>
              </a:spcAft>
              <a:buNone/>
            </a:pPr>
            <a:r>
              <a:t/>
            </a:r>
            <a:endParaRPr/>
          </a:p>
          <a:p>
            <a:pPr indent="0" lvl="0" marL="0" rtl="0" algn="l">
              <a:lnSpc>
                <a:spcPct val="120000"/>
              </a:lnSpc>
              <a:spcBef>
                <a:spcPts val="1200"/>
              </a:spcBef>
              <a:spcAft>
                <a:spcPts val="0"/>
              </a:spcAft>
              <a:buNone/>
            </a:pPr>
            <a:r>
              <a:rPr b="1" lang="en" sz="1100">
                <a:latin typeface="DS Indigo"/>
                <a:ea typeface="DS Indigo"/>
                <a:cs typeface="DS Indigo"/>
                <a:sym typeface="DS Indigo"/>
              </a:rPr>
              <a:t>Still need help?</a:t>
            </a:r>
            <a:br>
              <a:rPr lang="en" sz="1100">
                <a:latin typeface="DS Indigo"/>
                <a:ea typeface="DS Indigo"/>
                <a:cs typeface="DS Indigo"/>
                <a:sym typeface="DS Indigo"/>
              </a:rPr>
            </a:br>
            <a:r>
              <a:rPr lang="en" sz="1100">
                <a:latin typeface="DS Indigo"/>
                <a:ea typeface="DS Indigo"/>
                <a:cs typeface="DS Indigo"/>
                <a:sym typeface="DS Indigo"/>
              </a:rPr>
              <a:t>If you have questions that are not covered in this Guide, or if you can't find what you need on the Brand website mentioned above, </a:t>
            </a:r>
            <a:r>
              <a:rPr lang="en" sz="1100" u="sng">
                <a:solidFill>
                  <a:schemeClr val="hlink"/>
                </a:solidFill>
                <a:latin typeface="DS Indigo"/>
                <a:ea typeface="DS Indigo"/>
                <a:cs typeface="DS Indigo"/>
                <a:sym typeface="DS Indigo"/>
                <a:hlinkClick r:id="rId4"/>
              </a:rPr>
              <a:t>send us a message</a:t>
            </a:r>
            <a:r>
              <a:rPr lang="en" sz="1100">
                <a:latin typeface="DS Indigo"/>
                <a:ea typeface="DS Indigo"/>
                <a:cs typeface="DS Indigo"/>
                <a:sym typeface="DS Indigo"/>
              </a:rPr>
              <a:t>, and we'll reply as soon as we can.</a:t>
            </a:r>
            <a:endParaRPr>
              <a:latin typeface="DS Indigo"/>
              <a:ea typeface="DS Indigo"/>
              <a:cs typeface="DS Indigo"/>
              <a:sym typeface="DS Indigo"/>
            </a:endParaRPr>
          </a:p>
          <a:p>
            <a:pPr indent="0" lvl="0" marL="0" rtl="0" algn="l">
              <a:spcBef>
                <a:spcPts val="1200"/>
              </a:spcBef>
              <a:spcAft>
                <a:spcPts val="0"/>
              </a:spcAft>
              <a:buNone/>
            </a:pPr>
            <a:r>
              <a:t/>
            </a:r>
            <a:endParaRPr/>
          </a:p>
        </p:txBody>
      </p:sp>
      <p:sp>
        <p:nvSpPr>
          <p:cNvPr id="1474" name="Google Shape;1474;p85"/>
          <p:cNvSpPr txBox="1"/>
          <p:nvPr/>
        </p:nvSpPr>
        <p:spPr>
          <a:xfrm>
            <a:off x="8555150" y="4800600"/>
            <a:ext cx="246000" cy="1374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None/>
            </a:pPr>
            <a:fld id="{00000000-1234-1234-1234-123412341234}" type="slidenum">
              <a:rPr lang="en" sz="700">
                <a:solidFill>
                  <a:srgbClr val="000000"/>
                </a:solidFill>
                <a:latin typeface="DS Indigo"/>
                <a:ea typeface="DS Indigo"/>
                <a:cs typeface="DS Indigo"/>
                <a:sym typeface="DS Indigo"/>
              </a:rPr>
              <a:t>‹#›</a:t>
            </a:fld>
            <a:endParaRPr sz="700">
              <a:solidFill>
                <a:srgbClr val="000000"/>
              </a:solidFill>
              <a:latin typeface="DS Indigo"/>
              <a:ea typeface="DS Indigo"/>
              <a:cs typeface="DS Indigo"/>
              <a:sym typeface="DS Indigo"/>
            </a:endParaRPr>
          </a:p>
        </p:txBody>
      </p:sp>
      <p:sp>
        <p:nvSpPr>
          <p:cNvPr id="1475" name="Google Shape;1475;p85"/>
          <p:cNvSpPr txBox="1"/>
          <p:nvPr>
            <p:ph type="title"/>
          </p:nvPr>
        </p:nvSpPr>
        <p:spPr>
          <a:xfrm>
            <a:off x="3252375" y="1113200"/>
            <a:ext cx="5548800" cy="1314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Resources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ocuSign Base Corporate Template - Light">
  <a:themeElements>
    <a:clrScheme name="Simple Light">
      <a:dk1>
        <a:srgbClr val="130032"/>
      </a:dk1>
      <a:lt1>
        <a:srgbClr val="FFFFFF"/>
      </a:lt1>
      <a:dk2>
        <a:srgbClr val="CBC2FF"/>
      </a:dk2>
      <a:lt2>
        <a:srgbClr val="F8F3F0"/>
      </a:lt2>
      <a:accent1>
        <a:srgbClr val="4C00FF"/>
      </a:accent1>
      <a:accent2>
        <a:srgbClr val="130032"/>
      </a:accent2>
      <a:accent3>
        <a:srgbClr val="26065D"/>
      </a:accent3>
      <a:accent4>
        <a:srgbClr val="AB7FFF"/>
      </a:accent4>
      <a:accent5>
        <a:srgbClr val="8A55FF"/>
      </a:accent5>
      <a:accent6>
        <a:srgbClr val="FF5252"/>
      </a:accent6>
      <a:hlink>
        <a:srgbClr val="4C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